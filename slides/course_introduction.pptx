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18"/>
  </p:notesMasterIdLst>
  <p:handoutMasterIdLst>
    <p:handoutMasterId r:id="rId19"/>
  </p:handoutMasterIdLst>
  <p:sldIdLst>
    <p:sldId id="302" r:id="rId2"/>
    <p:sldId id="322" r:id="rId3"/>
    <p:sldId id="340" r:id="rId4"/>
    <p:sldId id="323" r:id="rId5"/>
    <p:sldId id="345" r:id="rId6"/>
    <p:sldId id="346" r:id="rId7"/>
    <p:sldId id="347" r:id="rId8"/>
    <p:sldId id="324" r:id="rId9"/>
    <p:sldId id="348" r:id="rId10"/>
    <p:sldId id="349" r:id="rId11"/>
    <p:sldId id="339" r:id="rId12"/>
    <p:sldId id="328" r:id="rId13"/>
    <p:sldId id="327" r:id="rId14"/>
    <p:sldId id="352" r:id="rId15"/>
    <p:sldId id="354" r:id="rId16"/>
    <p:sldId id="30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Vincenzo Massimiliano Gulisano" initials="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E72013-8FAF-1849-A58B-6E7750B57CC1}" v="63" dt="2025-09-04T07:49:53.8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59"/>
    <p:restoredTop sz="94664"/>
  </p:normalViewPr>
  <p:slideViewPr>
    <p:cSldViewPr snapToGrid="0">
      <p:cViewPr varScale="1">
        <p:scale>
          <a:sx n="112" d="100"/>
          <a:sy n="112" d="100"/>
        </p:scale>
        <p:origin x="640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cenzo Massimiliano Gulisano" userId="887d7398-9e41-4331-abd4-9c23f064ea90" providerId="ADAL" clId="{28372782-46EC-9245-8497-7321AFCAF5F7}"/>
    <pc:docChg chg="modSld">
      <pc:chgData name="Vincenzo Massimiliano Gulisano" userId="887d7398-9e41-4331-abd4-9c23f064ea90" providerId="ADAL" clId="{28372782-46EC-9245-8497-7321AFCAF5F7}" dt="2023-09-04T08:01:00.591" v="43" actId="114"/>
      <pc:docMkLst>
        <pc:docMk/>
      </pc:docMkLst>
      <pc:sldChg chg="modSp">
        <pc:chgData name="Vincenzo Massimiliano Gulisano" userId="887d7398-9e41-4331-abd4-9c23f064ea90" providerId="ADAL" clId="{28372782-46EC-9245-8497-7321AFCAF5F7}" dt="2023-09-04T08:01:00.591" v="43" actId="114"/>
        <pc:sldMkLst>
          <pc:docMk/>
          <pc:sldMk cId="591518395" sldId="352"/>
        </pc:sldMkLst>
      </pc:sldChg>
    </pc:docChg>
  </pc:docChgLst>
  <pc:docChgLst>
    <pc:chgData name="Vincenzo Massimiliano Gulisano" userId="887d7398-9e41-4331-abd4-9c23f064ea90" providerId="ADAL" clId="{C4E1686E-44D9-874F-A237-47FEB0BE7066}"/>
    <pc:docChg chg="undo custSel delSld modSld">
      <pc:chgData name="Vincenzo Massimiliano Gulisano" userId="887d7398-9e41-4331-abd4-9c23f064ea90" providerId="ADAL" clId="{C4E1686E-44D9-874F-A237-47FEB0BE7066}" dt="2023-08-09T03:08:09.265" v="570" actId="1076"/>
      <pc:docMkLst>
        <pc:docMk/>
      </pc:docMkLst>
      <pc:sldChg chg="modSp mod">
        <pc:chgData name="Vincenzo Massimiliano Gulisano" userId="887d7398-9e41-4331-abd4-9c23f064ea90" providerId="ADAL" clId="{C4E1686E-44D9-874F-A237-47FEB0BE7066}" dt="2023-08-09T02:42:12.402" v="93" actId="20577"/>
        <pc:sldMkLst>
          <pc:docMk/>
          <pc:sldMk cId="2849862534" sldId="340"/>
        </pc:sldMkLst>
      </pc:sldChg>
      <pc:sldChg chg="delSp modSp mod">
        <pc:chgData name="Vincenzo Massimiliano Gulisano" userId="887d7398-9e41-4331-abd4-9c23f064ea90" providerId="ADAL" clId="{C4E1686E-44D9-874F-A237-47FEB0BE7066}" dt="2023-08-09T02:40:43.960" v="49" actId="20577"/>
        <pc:sldMkLst>
          <pc:docMk/>
          <pc:sldMk cId="3987093587" sldId="341"/>
        </pc:sldMkLst>
      </pc:sldChg>
      <pc:sldChg chg="addSp modSp mod">
        <pc:chgData name="Vincenzo Massimiliano Gulisano" userId="887d7398-9e41-4331-abd4-9c23f064ea90" providerId="ADAL" clId="{C4E1686E-44D9-874F-A237-47FEB0BE7066}" dt="2023-08-09T03:08:09.265" v="570" actId="1076"/>
        <pc:sldMkLst>
          <pc:docMk/>
          <pc:sldMk cId="2477957139" sldId="350"/>
        </pc:sldMkLst>
      </pc:sldChg>
      <pc:sldChg chg="modSp mod">
        <pc:chgData name="Vincenzo Massimiliano Gulisano" userId="887d7398-9e41-4331-abd4-9c23f064ea90" providerId="ADAL" clId="{C4E1686E-44D9-874F-A237-47FEB0BE7066}" dt="2023-08-09T02:57:31.638" v="409" actId="207"/>
        <pc:sldMkLst>
          <pc:docMk/>
          <pc:sldMk cId="656432569" sldId="360"/>
        </pc:sldMkLst>
      </pc:sldChg>
      <pc:sldChg chg="modSp mod">
        <pc:chgData name="Vincenzo Massimiliano Gulisano" userId="887d7398-9e41-4331-abd4-9c23f064ea90" providerId="ADAL" clId="{C4E1686E-44D9-874F-A237-47FEB0BE7066}" dt="2023-08-09T02:58:11.184" v="429" actId="207"/>
        <pc:sldMkLst>
          <pc:docMk/>
          <pc:sldMk cId="1640454075" sldId="465"/>
        </pc:sldMkLst>
      </pc:sldChg>
      <pc:sldChg chg="modSp mod">
        <pc:chgData name="Vincenzo Massimiliano Gulisano" userId="887d7398-9e41-4331-abd4-9c23f064ea90" providerId="ADAL" clId="{C4E1686E-44D9-874F-A237-47FEB0BE7066}" dt="2023-08-09T02:59:00.115" v="431" actId="207"/>
        <pc:sldMkLst>
          <pc:docMk/>
          <pc:sldMk cId="1176706388" sldId="466"/>
        </pc:sldMkLst>
      </pc:sldChg>
      <pc:sldChg chg="modSp mod">
        <pc:chgData name="Vincenzo Massimiliano Gulisano" userId="887d7398-9e41-4331-abd4-9c23f064ea90" providerId="ADAL" clId="{C4E1686E-44D9-874F-A237-47FEB0BE7066}" dt="2023-08-09T02:59:31.528" v="452" actId="207"/>
        <pc:sldMkLst>
          <pc:docMk/>
          <pc:sldMk cId="3732302267" sldId="468"/>
        </pc:sldMkLst>
      </pc:sldChg>
      <pc:sldChg chg="del">
        <pc:chgData name="Vincenzo Massimiliano Gulisano" userId="887d7398-9e41-4331-abd4-9c23f064ea90" providerId="ADAL" clId="{C4E1686E-44D9-874F-A237-47FEB0BE7066}" dt="2023-08-09T03:00:26.977" v="453" actId="2696"/>
        <pc:sldMkLst>
          <pc:docMk/>
          <pc:sldMk cId="310972749" sldId="470"/>
        </pc:sldMkLst>
      </pc:sldChg>
    </pc:docChg>
  </pc:docChgLst>
  <pc:docChgLst>
    <pc:chgData name="Vincenzo Massimiliano Gulisano" userId="887d7398-9e41-4331-abd4-9c23f064ea90" providerId="ADAL" clId="{A48A19F5-E686-5F4A-88EA-5AB5FC0D633C}"/>
    <pc:docChg chg="modSld">
      <pc:chgData name="Vincenzo Massimiliano Gulisano" userId="887d7398-9e41-4331-abd4-9c23f064ea90" providerId="ADAL" clId="{A48A19F5-E686-5F4A-88EA-5AB5FC0D633C}" dt="2022-09-12T05:33:14.832" v="73" actId="20577"/>
      <pc:docMkLst>
        <pc:docMk/>
      </pc:docMkLst>
      <pc:sldChg chg="modSp mod">
        <pc:chgData name="Vincenzo Massimiliano Gulisano" userId="887d7398-9e41-4331-abd4-9c23f064ea90" providerId="ADAL" clId="{A48A19F5-E686-5F4A-88EA-5AB5FC0D633C}" dt="2022-09-12T05:32:56.428" v="69" actId="20577"/>
        <pc:sldMkLst>
          <pc:docMk/>
          <pc:sldMk cId="3987093587" sldId="341"/>
        </pc:sldMkLst>
      </pc:sldChg>
      <pc:sldChg chg="modSp mod">
        <pc:chgData name="Vincenzo Massimiliano Gulisano" userId="887d7398-9e41-4331-abd4-9c23f064ea90" providerId="ADAL" clId="{A48A19F5-E686-5F4A-88EA-5AB5FC0D633C}" dt="2022-09-01T08:08:35.227" v="22" actId="20577"/>
        <pc:sldMkLst>
          <pc:docMk/>
          <pc:sldMk cId="2477957139" sldId="350"/>
        </pc:sldMkLst>
      </pc:sldChg>
      <pc:sldChg chg="modSp mod">
        <pc:chgData name="Vincenzo Massimiliano Gulisano" userId="887d7398-9e41-4331-abd4-9c23f064ea90" providerId="ADAL" clId="{A48A19F5-E686-5F4A-88EA-5AB5FC0D633C}" dt="2022-09-01T08:10:03.282" v="62" actId="13926"/>
        <pc:sldMkLst>
          <pc:docMk/>
          <pc:sldMk cId="656432569" sldId="360"/>
        </pc:sldMkLst>
      </pc:sldChg>
      <pc:sldChg chg="modSp mod">
        <pc:chgData name="Vincenzo Massimiliano Gulisano" userId="887d7398-9e41-4331-abd4-9c23f064ea90" providerId="ADAL" clId="{A48A19F5-E686-5F4A-88EA-5AB5FC0D633C}" dt="2022-09-12T05:33:14.832" v="73" actId="20577"/>
        <pc:sldMkLst>
          <pc:docMk/>
          <pc:sldMk cId="1640454075" sldId="465"/>
        </pc:sldMkLst>
      </pc:sldChg>
    </pc:docChg>
  </pc:docChgLst>
  <pc:docChgLst>
    <pc:chgData name="Vincenzo Massimiliano Gulisano" userId="887d7398-9e41-4331-abd4-9c23f064ea90" providerId="ADAL" clId="{2D2B0331-1567-7240-855D-8EBB3ED26D87}"/>
    <pc:docChg chg="modSld">
      <pc:chgData name="Vincenzo Massimiliano Gulisano" userId="887d7398-9e41-4331-abd4-9c23f064ea90" providerId="ADAL" clId="{2D2B0331-1567-7240-855D-8EBB3ED26D87}" dt="2024-09-05T05:52:59.741" v="0" actId="1035"/>
      <pc:docMkLst>
        <pc:docMk/>
      </pc:docMkLst>
      <pc:sldChg chg="modSp mod">
        <pc:chgData name="Vincenzo Massimiliano Gulisano" userId="887d7398-9e41-4331-abd4-9c23f064ea90" providerId="ADAL" clId="{2D2B0331-1567-7240-855D-8EBB3ED26D87}" dt="2024-09-05T05:52:59.741" v="0" actId="1035"/>
        <pc:sldMkLst>
          <pc:docMk/>
          <pc:sldMk cId="1489517074" sldId="303"/>
        </pc:sldMkLst>
      </pc:sldChg>
    </pc:docChg>
  </pc:docChgLst>
  <pc:docChgLst>
    <pc:chgData name="Vincenzo Massimiliano Gulisano" userId="887d7398-9e41-4331-abd4-9c23f064ea90" providerId="ADAL" clId="{9D56A508-5072-8B45-81B9-838E72EAE87F}"/>
    <pc:docChg chg="custSel addSld delSld modSld">
      <pc:chgData name="Vincenzo Massimiliano Gulisano" userId="887d7398-9e41-4331-abd4-9c23f064ea90" providerId="ADAL" clId="{9D56A508-5072-8B45-81B9-838E72EAE87F}" dt="2022-08-15T10:43:09.944" v="543" actId="20577"/>
      <pc:docMkLst>
        <pc:docMk/>
      </pc:docMkLst>
      <pc:sldChg chg="delSp modSp mod">
        <pc:chgData name="Vincenzo Massimiliano Gulisano" userId="887d7398-9e41-4331-abd4-9c23f064ea90" providerId="ADAL" clId="{9D56A508-5072-8B45-81B9-838E72EAE87F}" dt="2022-08-15T10:28:40.554" v="77" actId="1036"/>
        <pc:sldMkLst>
          <pc:docMk/>
          <pc:sldMk cId="3987093587" sldId="341"/>
        </pc:sldMkLst>
      </pc:sldChg>
      <pc:sldChg chg="modSp mod">
        <pc:chgData name="Vincenzo Massimiliano Gulisano" userId="887d7398-9e41-4331-abd4-9c23f064ea90" providerId="ADAL" clId="{9D56A508-5072-8B45-81B9-838E72EAE87F}" dt="2022-08-15T10:29:28.031" v="86" actId="20577"/>
        <pc:sldMkLst>
          <pc:docMk/>
          <pc:sldMk cId="2477957139" sldId="350"/>
        </pc:sldMkLst>
      </pc:sldChg>
      <pc:sldChg chg="modSp mod">
        <pc:chgData name="Vincenzo Massimiliano Gulisano" userId="887d7398-9e41-4331-abd4-9c23f064ea90" providerId="ADAL" clId="{9D56A508-5072-8B45-81B9-838E72EAE87F}" dt="2022-08-15T10:33:02.753" v="105" actId="20577"/>
        <pc:sldMkLst>
          <pc:docMk/>
          <pc:sldMk cId="591518395" sldId="352"/>
        </pc:sldMkLst>
      </pc:sldChg>
      <pc:sldChg chg="del">
        <pc:chgData name="Vincenzo Massimiliano Gulisano" userId="887d7398-9e41-4331-abd4-9c23f064ea90" providerId="ADAL" clId="{9D56A508-5072-8B45-81B9-838E72EAE87F}" dt="2022-08-15T10:29:10.311" v="78" actId="2696"/>
        <pc:sldMkLst>
          <pc:docMk/>
          <pc:sldMk cId="926099826" sldId="386"/>
        </pc:sldMkLst>
      </pc:sldChg>
      <pc:sldChg chg="del">
        <pc:chgData name="Vincenzo Massimiliano Gulisano" userId="887d7398-9e41-4331-abd4-9c23f064ea90" providerId="ADAL" clId="{9D56A508-5072-8B45-81B9-838E72EAE87F}" dt="2022-08-15T10:33:30.700" v="106" actId="2696"/>
        <pc:sldMkLst>
          <pc:docMk/>
          <pc:sldMk cId="1651757026" sldId="463"/>
        </pc:sldMkLst>
      </pc:sldChg>
      <pc:sldChg chg="addSp modSp new mod">
        <pc:chgData name="Vincenzo Massimiliano Gulisano" userId="887d7398-9e41-4331-abd4-9c23f064ea90" providerId="ADAL" clId="{9D56A508-5072-8B45-81B9-838E72EAE87F}" dt="2022-08-15T10:43:09.944" v="543" actId="20577"/>
        <pc:sldMkLst>
          <pc:docMk/>
          <pc:sldMk cId="310972749" sldId="470"/>
        </pc:sldMkLst>
      </pc:sldChg>
    </pc:docChg>
  </pc:docChgLst>
  <pc:docChgLst>
    <pc:chgData name="Vincenzo Massimiliano Gulisano" userId="887d7398-9e41-4331-abd4-9c23f064ea90" providerId="ADAL" clId="{C6E72013-8FAF-1849-A58B-6E7750B57CC1}"/>
    <pc:docChg chg="undo custSel modSld">
      <pc:chgData name="Vincenzo Massimiliano Gulisano" userId="887d7398-9e41-4331-abd4-9c23f064ea90" providerId="ADAL" clId="{C6E72013-8FAF-1849-A58B-6E7750B57CC1}" dt="2025-08-26T12:17:18.172" v="22" actId="255"/>
      <pc:docMkLst>
        <pc:docMk/>
      </pc:docMkLst>
      <pc:sldChg chg="modSp mod">
        <pc:chgData name="Vincenzo Massimiliano Gulisano" userId="887d7398-9e41-4331-abd4-9c23f064ea90" providerId="ADAL" clId="{C6E72013-8FAF-1849-A58B-6E7750B57CC1}" dt="2025-08-26T12:17:18.172" v="22" actId="255"/>
        <pc:sldMkLst>
          <pc:docMk/>
          <pc:sldMk cId="3987093587" sldId="341"/>
        </pc:sldMkLst>
        <pc:spChg chg="mod">
          <ac:chgData name="Vincenzo Massimiliano Gulisano" userId="887d7398-9e41-4331-abd4-9c23f064ea90" providerId="ADAL" clId="{C6E72013-8FAF-1849-A58B-6E7750B57CC1}" dt="2025-08-26T12:17:18.172" v="22" actId="255"/>
          <ac:spMkLst>
            <pc:docMk/>
            <pc:sldMk cId="3987093587" sldId="341"/>
            <ac:spMk id="7" creationId="{00000000-0000-0000-0000-000000000000}"/>
          </ac:spMkLst>
        </pc:spChg>
      </pc:sldChg>
    </pc:docChg>
  </pc:docChgLst>
  <pc:docChgLst>
    <pc:chgData name="Vincenzo Massimiliano Gulisano" userId="887d7398-9e41-4331-abd4-9c23f064ea90" providerId="ADAL" clId="{8EA10870-6395-588A-9409-E8E4CA631CF7}"/>
    <pc:docChg chg="undo custSel delSld modSld">
      <pc:chgData name="Vincenzo Massimiliano Gulisano" userId="887d7398-9e41-4331-abd4-9c23f064ea90" providerId="ADAL" clId="{8EA10870-6395-588A-9409-E8E4CA631CF7}" dt="2025-09-04T07:49:53.865" v="150" actId="20577"/>
      <pc:docMkLst>
        <pc:docMk/>
      </pc:docMkLst>
      <pc:sldChg chg="modSp mod">
        <pc:chgData name="Vincenzo Massimiliano Gulisano" userId="887d7398-9e41-4331-abd4-9c23f064ea90" providerId="ADAL" clId="{8EA10870-6395-588A-9409-E8E4CA631CF7}" dt="2025-09-01T06:16:48.436" v="65" actId="20577"/>
        <pc:sldMkLst>
          <pc:docMk/>
          <pc:sldMk cId="4016631783" sldId="328"/>
        </pc:sldMkLst>
        <pc:spChg chg="mod">
          <ac:chgData name="Vincenzo Massimiliano Gulisano" userId="887d7398-9e41-4331-abd4-9c23f064ea90" providerId="ADAL" clId="{8EA10870-6395-588A-9409-E8E4CA631CF7}" dt="2025-09-01T06:16:48.436" v="65" actId="20577"/>
          <ac:spMkLst>
            <pc:docMk/>
            <pc:sldMk cId="4016631783" sldId="328"/>
            <ac:spMk id="3" creationId="{00000000-0000-0000-0000-000000000000}"/>
          </ac:spMkLst>
        </pc:spChg>
      </pc:sldChg>
      <pc:sldChg chg="modSp mod">
        <pc:chgData name="Vincenzo Massimiliano Gulisano" userId="887d7398-9e41-4331-abd4-9c23f064ea90" providerId="ADAL" clId="{8EA10870-6395-588A-9409-E8E4CA631CF7}" dt="2025-09-04T07:49:53.865" v="150" actId="20577"/>
        <pc:sldMkLst>
          <pc:docMk/>
          <pc:sldMk cId="3987093587" sldId="341"/>
        </pc:sldMkLst>
        <pc:spChg chg="mod">
          <ac:chgData name="Vincenzo Massimiliano Gulisano" userId="887d7398-9e41-4331-abd4-9c23f064ea90" providerId="ADAL" clId="{8EA10870-6395-588A-9409-E8E4CA631CF7}" dt="2025-09-04T07:49:53.865" v="150" actId="20577"/>
          <ac:spMkLst>
            <pc:docMk/>
            <pc:sldMk cId="3987093587" sldId="341"/>
            <ac:spMk id="3" creationId="{00000000-0000-0000-0000-000000000000}"/>
          </ac:spMkLst>
        </pc:spChg>
      </pc:sldChg>
      <pc:sldChg chg="addSp delSp modSp mod setBg addAnim">
        <pc:chgData name="Vincenzo Massimiliano Gulisano" userId="887d7398-9e41-4331-abd4-9c23f064ea90" providerId="ADAL" clId="{8EA10870-6395-588A-9409-E8E4CA631CF7}" dt="2025-09-01T06:15:25.290" v="50" actId="27614"/>
        <pc:sldMkLst>
          <pc:docMk/>
          <pc:sldMk cId="2410838981" sldId="345"/>
        </pc:sldMkLst>
        <pc:spChg chg="mo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2" creationId="{00000000-0000-0000-0000-000000000000}"/>
          </ac:spMkLst>
        </pc:spChg>
        <pc:spChg chg="mo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3" creationId="{00000000-0000-0000-0000-000000000000}"/>
          </ac:spMkLst>
        </pc:spChg>
        <pc:spChg chg="mod or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4" creationId="{00000000-0000-0000-0000-000000000000}"/>
          </ac:spMkLst>
        </pc:spChg>
        <pc:spChg chg="mo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5" creationId="{00000000-0000-0000-0000-000000000000}"/>
          </ac:spMkLst>
        </pc:spChg>
        <pc:spChg chg="mo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6" creationId="{00000000-0000-0000-0000-000000000000}"/>
          </ac:spMkLst>
        </pc:spChg>
        <pc:spChg chg="ad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1035" creationId="{398F3DEE-0E56-499F-AFAE-C2DA7C2C815B}"/>
          </ac:spMkLst>
        </pc:spChg>
        <pc:spChg chg="ad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1037" creationId="{D4054751-1972-4218-A5AC-06366AB23823}"/>
          </ac:spMkLst>
        </pc:spChg>
        <pc:spChg chg="ad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1039" creationId="{53F16F31-4871-4294-AA34-E451DD4CD2D2}"/>
          </ac:spMkLst>
        </pc:spChg>
        <pc:spChg chg="add">
          <ac:chgData name="Vincenzo Massimiliano Gulisano" userId="887d7398-9e41-4331-abd4-9c23f064ea90" providerId="ADAL" clId="{8EA10870-6395-588A-9409-E8E4CA631CF7}" dt="2025-09-01T06:15:04.469" v="48" actId="26606"/>
          <ac:spMkLst>
            <pc:docMk/>
            <pc:sldMk cId="2410838981" sldId="345"/>
            <ac:spMk id="1041" creationId="{ABD3FB0A-8C48-462D-82B4-C52CDB3F076A}"/>
          </ac:spMkLst>
        </pc:spChg>
        <pc:picChg chg="mod ord modCrop">
          <ac:chgData name="Vincenzo Massimiliano Gulisano" userId="887d7398-9e41-4331-abd4-9c23f064ea90" providerId="ADAL" clId="{8EA10870-6395-588A-9409-E8E4CA631CF7}" dt="2025-09-01T06:15:25.290" v="50" actId="27614"/>
          <ac:picMkLst>
            <pc:docMk/>
            <pc:sldMk cId="2410838981" sldId="345"/>
            <ac:picMk id="14" creationId="{5A123EA4-E7C6-C047-84CC-59DCA220ABD3}"/>
          </ac:picMkLst>
        </pc:picChg>
        <pc:picChg chg="add mod">
          <ac:chgData name="Vincenzo Massimiliano Gulisano" userId="887d7398-9e41-4331-abd4-9c23f064ea90" providerId="ADAL" clId="{8EA10870-6395-588A-9409-E8E4CA631CF7}" dt="2025-09-01T06:14:57.195" v="47" actId="1076"/>
          <ac:picMkLst>
            <pc:docMk/>
            <pc:sldMk cId="2410838981" sldId="345"/>
            <ac:picMk id="1026" creationId="{D8525F06-A26B-A2F4-C284-D4015661F339}"/>
          </ac:picMkLst>
        </pc:picChg>
        <pc:picChg chg="add mod">
          <ac:chgData name="Vincenzo Massimiliano Gulisano" userId="887d7398-9e41-4331-abd4-9c23f064ea90" providerId="ADAL" clId="{8EA10870-6395-588A-9409-E8E4CA631CF7}" dt="2025-09-01T06:13:29.844" v="29" actId="14100"/>
          <ac:picMkLst>
            <pc:docMk/>
            <pc:sldMk cId="2410838981" sldId="345"/>
            <ac:picMk id="1028" creationId="{4DC719E2-C0C7-E6BD-FA79-0ADF7062FAFA}"/>
          </ac:picMkLst>
        </pc:picChg>
        <pc:picChg chg="add mod">
          <ac:chgData name="Vincenzo Massimiliano Gulisano" userId="887d7398-9e41-4331-abd4-9c23f064ea90" providerId="ADAL" clId="{8EA10870-6395-588A-9409-E8E4CA631CF7}" dt="2025-09-01T06:14:53.820" v="46" actId="171"/>
          <ac:picMkLst>
            <pc:docMk/>
            <pc:sldMk cId="2410838981" sldId="345"/>
            <ac:picMk id="1030" creationId="{9523C586-EBE2-4B4F-C383-2D63D678AD9B}"/>
          </ac:picMkLst>
        </pc:picChg>
      </pc:sldChg>
      <pc:sldChg chg="delSp modSp mod">
        <pc:chgData name="Vincenzo Massimiliano Gulisano" userId="887d7398-9e41-4331-abd4-9c23f064ea90" providerId="ADAL" clId="{8EA10870-6395-588A-9409-E8E4CA631CF7}" dt="2025-09-01T06:20:17.419" v="86" actId="20577"/>
        <pc:sldMkLst>
          <pc:docMk/>
          <pc:sldMk cId="2477957139" sldId="350"/>
        </pc:sldMkLst>
        <pc:spChg chg="mod">
          <ac:chgData name="Vincenzo Massimiliano Gulisano" userId="887d7398-9e41-4331-abd4-9c23f064ea90" providerId="ADAL" clId="{8EA10870-6395-588A-9409-E8E4CA631CF7}" dt="2025-09-01T06:20:17.419" v="86" actId="20577"/>
          <ac:spMkLst>
            <pc:docMk/>
            <pc:sldMk cId="2477957139" sldId="350"/>
            <ac:spMk id="3" creationId="{00000000-0000-0000-0000-000000000000}"/>
          </ac:spMkLst>
        </pc:spChg>
      </pc:sldChg>
      <pc:sldChg chg="delSp modSp mod">
        <pc:chgData name="Vincenzo Massimiliano Gulisano" userId="887d7398-9e41-4331-abd4-9c23f064ea90" providerId="ADAL" clId="{8EA10870-6395-588A-9409-E8E4CA631CF7}" dt="2025-09-01T06:36:42.544" v="127"/>
        <pc:sldMkLst>
          <pc:docMk/>
          <pc:sldMk cId="3148897109" sldId="351"/>
        </pc:sldMkLst>
      </pc:sldChg>
      <pc:sldChg chg="modSp mod modAnim">
        <pc:chgData name="Vincenzo Massimiliano Gulisano" userId="887d7398-9e41-4331-abd4-9c23f064ea90" providerId="ADAL" clId="{8EA10870-6395-588A-9409-E8E4CA631CF7}" dt="2025-09-01T06:23:25.594" v="110" actId="20577"/>
        <pc:sldMkLst>
          <pc:docMk/>
          <pc:sldMk cId="591518395" sldId="352"/>
        </pc:sldMkLst>
        <pc:spChg chg="mod">
          <ac:chgData name="Vincenzo Massimiliano Gulisano" userId="887d7398-9e41-4331-abd4-9c23f064ea90" providerId="ADAL" clId="{8EA10870-6395-588A-9409-E8E4CA631CF7}" dt="2025-09-01T06:23:25.594" v="110" actId="20577"/>
          <ac:spMkLst>
            <pc:docMk/>
            <pc:sldMk cId="591518395" sldId="352"/>
            <ac:spMk id="3" creationId="{00000000-0000-0000-0000-000000000000}"/>
          </ac:spMkLst>
        </pc:spChg>
      </pc:sldChg>
      <pc:sldChg chg="addSp modSp mod">
        <pc:chgData name="Vincenzo Massimiliano Gulisano" userId="887d7398-9e41-4331-abd4-9c23f064ea90" providerId="ADAL" clId="{8EA10870-6395-588A-9409-E8E4CA631CF7}" dt="2025-09-01T06:20:36.335" v="93" actId="20577"/>
        <pc:sldMkLst>
          <pc:docMk/>
          <pc:sldMk cId="1472298776" sldId="359"/>
        </pc:sldMkLst>
        <pc:spChg chg="add mod">
          <ac:chgData name="Vincenzo Massimiliano Gulisano" userId="887d7398-9e41-4331-abd4-9c23f064ea90" providerId="ADAL" clId="{8EA10870-6395-588A-9409-E8E4CA631CF7}" dt="2025-09-01T06:20:36.335" v="93" actId="20577"/>
          <ac:spMkLst>
            <pc:docMk/>
            <pc:sldMk cId="1472298776" sldId="359"/>
            <ac:spMk id="3" creationId="{4FCAFA26-4244-51AD-EAA7-5BADBBE7FA18}"/>
          </ac:spMkLst>
        </pc:spChg>
      </pc:sldChg>
      <pc:sldChg chg="modSp mod">
        <pc:chgData name="Vincenzo Massimiliano Gulisano" userId="887d7398-9e41-4331-abd4-9c23f064ea90" providerId="ADAL" clId="{8EA10870-6395-588A-9409-E8E4CA631CF7}" dt="2025-09-01T06:22:15.275" v="102" actId="255"/>
        <pc:sldMkLst>
          <pc:docMk/>
          <pc:sldMk cId="656432569" sldId="360"/>
        </pc:sldMkLst>
        <pc:spChg chg="mod">
          <ac:chgData name="Vincenzo Massimiliano Gulisano" userId="887d7398-9e41-4331-abd4-9c23f064ea90" providerId="ADAL" clId="{8EA10870-6395-588A-9409-E8E4CA631CF7}" dt="2025-09-01T06:22:15.275" v="102" actId="255"/>
          <ac:spMkLst>
            <pc:docMk/>
            <pc:sldMk cId="656432569" sldId="360"/>
            <ac:spMk id="3" creationId="{00000000-0000-0000-0000-000000000000}"/>
          </ac:spMkLst>
        </pc:spChg>
      </pc:sldChg>
      <pc:sldChg chg="del">
        <pc:chgData name="Vincenzo Massimiliano Gulisano" userId="887d7398-9e41-4331-abd4-9c23f064ea90" providerId="ADAL" clId="{8EA10870-6395-588A-9409-E8E4CA631CF7}" dt="2025-09-01T06:22:38.476" v="104" actId="2696"/>
        <pc:sldMkLst>
          <pc:docMk/>
          <pc:sldMk cId="1176706388" sldId="466"/>
        </pc:sldMkLst>
      </pc:sldChg>
      <pc:sldChg chg="del">
        <pc:chgData name="Vincenzo Massimiliano Gulisano" userId="887d7398-9e41-4331-abd4-9c23f064ea90" providerId="ADAL" clId="{8EA10870-6395-588A-9409-E8E4CA631CF7}" dt="2025-09-01T06:22:44.275" v="105" actId="2696"/>
        <pc:sldMkLst>
          <pc:docMk/>
          <pc:sldMk cId="2909505073" sldId="467"/>
        </pc:sldMkLst>
      </pc:sldChg>
      <pc:sldChg chg="del">
        <pc:chgData name="Vincenzo Massimiliano Gulisano" userId="887d7398-9e41-4331-abd4-9c23f064ea90" providerId="ADAL" clId="{8EA10870-6395-588A-9409-E8E4CA631CF7}" dt="2025-09-01T06:22:49.361" v="106" actId="2696"/>
        <pc:sldMkLst>
          <pc:docMk/>
          <pc:sldMk cId="3732302267" sldId="468"/>
        </pc:sldMkLst>
      </pc:sldChg>
      <pc:sldChg chg="del">
        <pc:chgData name="Vincenzo Massimiliano Gulisano" userId="887d7398-9e41-4331-abd4-9c23f064ea90" providerId="ADAL" clId="{8EA10870-6395-588A-9409-E8E4CA631CF7}" dt="2025-09-01T06:22:56.259" v="107" actId="2696"/>
        <pc:sldMkLst>
          <pc:docMk/>
          <pc:sldMk cId="1345236427" sldId="469"/>
        </pc:sldMkLst>
      </pc:sldChg>
      <pc:sldChg chg="modSp del mod">
        <pc:chgData name="Vincenzo Massimiliano Gulisano" userId="887d7398-9e41-4331-abd4-9c23f064ea90" providerId="ADAL" clId="{8EA10870-6395-588A-9409-E8E4CA631CF7}" dt="2025-09-01T06:22:16.941" v="103" actId="2696"/>
        <pc:sldMkLst>
          <pc:docMk/>
          <pc:sldMk cId="1084255849" sldId="470"/>
        </pc:sldMkLst>
      </pc:sldChg>
      <pc:sldChg chg="modSp mod">
        <pc:chgData name="Vincenzo Massimiliano Gulisano" userId="887d7398-9e41-4331-abd4-9c23f064ea90" providerId="ADAL" clId="{8EA10870-6395-588A-9409-E8E4CA631CF7}" dt="2025-09-04T06:02:22.758" v="148" actId="20577"/>
        <pc:sldMkLst>
          <pc:docMk/>
          <pc:sldMk cId="4134351739" sldId="471"/>
        </pc:sldMkLst>
        <pc:spChg chg="mod">
          <ac:chgData name="Vincenzo Massimiliano Gulisano" userId="887d7398-9e41-4331-abd4-9c23f064ea90" providerId="ADAL" clId="{8EA10870-6395-588A-9409-E8E4CA631CF7}" dt="2025-09-04T06:02:22.758" v="148" actId="20577"/>
          <ac:spMkLst>
            <pc:docMk/>
            <pc:sldMk cId="4134351739" sldId="471"/>
            <ac:spMk id="3" creationId="{B9475E94-20AE-1F18-EE4B-14C4484DB86C}"/>
          </ac:spMkLst>
        </pc:spChg>
      </pc:sldChg>
    </pc:docChg>
  </pc:docChgLst>
  <pc:docChgLst>
    <pc:chgData name="Vincenzo Massimiliano Gulisano" userId="887d7398-9e41-4331-abd4-9c23f064ea90" providerId="ADAL" clId="{BBBAAB3F-939E-2342-9159-9069F1B4FD4D}"/>
    <pc:docChg chg="undo custSel modSld">
      <pc:chgData name="Vincenzo Massimiliano Gulisano" userId="887d7398-9e41-4331-abd4-9c23f064ea90" providerId="ADAL" clId="{BBBAAB3F-939E-2342-9159-9069F1B4FD4D}" dt="2024-09-02T09:16:39.288" v="160" actId="15"/>
      <pc:docMkLst>
        <pc:docMk/>
      </pc:docMkLst>
      <pc:sldChg chg="addSp modSp mod">
        <pc:chgData name="Vincenzo Massimiliano Gulisano" userId="887d7398-9e41-4331-abd4-9c23f064ea90" providerId="ADAL" clId="{BBBAAB3F-939E-2342-9159-9069F1B4FD4D}" dt="2024-09-02T09:12:06.930" v="126" actId="20577"/>
        <pc:sldMkLst>
          <pc:docMk/>
          <pc:sldMk cId="2849862534" sldId="340"/>
        </pc:sldMkLst>
      </pc:sldChg>
      <pc:sldChg chg="modSp mod">
        <pc:chgData name="Vincenzo Massimiliano Gulisano" userId="887d7398-9e41-4331-abd4-9c23f064ea90" providerId="ADAL" clId="{BBBAAB3F-939E-2342-9159-9069F1B4FD4D}" dt="2024-09-02T09:10:23.437" v="92" actId="20577"/>
        <pc:sldMkLst>
          <pc:docMk/>
          <pc:sldMk cId="3987093587" sldId="341"/>
        </pc:sldMkLst>
      </pc:sldChg>
      <pc:sldChg chg="modSp mod">
        <pc:chgData name="Vincenzo Massimiliano Gulisano" userId="887d7398-9e41-4331-abd4-9c23f064ea90" providerId="ADAL" clId="{BBBAAB3F-939E-2342-9159-9069F1B4FD4D}" dt="2024-09-02T09:14:33.621" v="153" actId="20577"/>
        <pc:sldMkLst>
          <pc:docMk/>
          <pc:sldMk cId="2477957139" sldId="350"/>
        </pc:sldMkLst>
      </pc:sldChg>
      <pc:sldChg chg="modSp mod">
        <pc:chgData name="Vincenzo Massimiliano Gulisano" userId="887d7398-9e41-4331-abd4-9c23f064ea90" providerId="ADAL" clId="{BBBAAB3F-939E-2342-9159-9069F1B4FD4D}" dt="2024-09-02T09:16:39.288" v="160" actId="15"/>
        <pc:sldMkLst>
          <pc:docMk/>
          <pc:sldMk cId="4134351739" sldId="471"/>
        </pc:sldMkLst>
      </pc:sldChg>
    </pc:docChg>
  </pc:docChgLst>
  <pc:docChgLst>
    <pc:chgData name="Vincenzo Massimiliano Gulisano" userId="887d7398-9e41-4331-abd4-9c23f064ea90" providerId="ADAL" clId="{D77FE50F-DADA-4C49-AB21-7E01E095C3A1}"/>
    <pc:docChg chg="undo custSel addSld modSld">
      <pc:chgData name="Vincenzo Massimiliano Gulisano" userId="887d7398-9e41-4331-abd4-9c23f064ea90" providerId="ADAL" clId="{D77FE50F-DADA-4C49-AB21-7E01E095C3A1}" dt="2023-09-04T03:03:43.800" v="404" actId="20577"/>
      <pc:docMkLst>
        <pc:docMk/>
      </pc:docMkLst>
      <pc:sldChg chg="modSp mod">
        <pc:chgData name="Vincenzo Massimiliano Gulisano" userId="887d7398-9e41-4331-abd4-9c23f064ea90" providerId="ADAL" clId="{D77FE50F-DADA-4C49-AB21-7E01E095C3A1}" dt="2023-09-04T02:52:49.400" v="18" actId="20577"/>
        <pc:sldMkLst>
          <pc:docMk/>
          <pc:sldMk cId="3987093587" sldId="341"/>
        </pc:sldMkLst>
      </pc:sldChg>
      <pc:sldChg chg="modSp mod">
        <pc:chgData name="Vincenzo Massimiliano Gulisano" userId="887d7398-9e41-4331-abd4-9c23f064ea90" providerId="ADAL" clId="{D77FE50F-DADA-4C49-AB21-7E01E095C3A1}" dt="2023-09-04T02:54:52.229" v="160" actId="1076"/>
        <pc:sldMkLst>
          <pc:docMk/>
          <pc:sldMk cId="2477957139" sldId="350"/>
        </pc:sldMkLst>
      </pc:sldChg>
      <pc:sldChg chg="addSp delSp modSp mod">
        <pc:chgData name="Vincenzo Massimiliano Gulisano" userId="887d7398-9e41-4331-abd4-9c23f064ea90" providerId="ADAL" clId="{D77FE50F-DADA-4C49-AB21-7E01E095C3A1}" dt="2023-09-04T03:01:23.521" v="291" actId="255"/>
        <pc:sldMkLst>
          <pc:docMk/>
          <pc:sldMk cId="656432569" sldId="360"/>
        </pc:sldMkLst>
      </pc:sldChg>
      <pc:sldChg chg="modSp mod">
        <pc:chgData name="Vincenzo Massimiliano Gulisano" userId="887d7398-9e41-4331-abd4-9c23f064ea90" providerId="ADAL" clId="{D77FE50F-DADA-4C49-AB21-7E01E095C3A1}" dt="2023-09-04T03:01:36.031" v="293" actId="255"/>
        <pc:sldMkLst>
          <pc:docMk/>
          <pc:sldMk cId="1640454075" sldId="465"/>
        </pc:sldMkLst>
      </pc:sldChg>
      <pc:sldChg chg="modSp mod">
        <pc:chgData name="Vincenzo Massimiliano Gulisano" userId="887d7398-9e41-4331-abd4-9c23f064ea90" providerId="ADAL" clId="{D77FE50F-DADA-4C49-AB21-7E01E095C3A1}" dt="2023-09-04T03:01:59.961" v="302" actId="255"/>
        <pc:sldMkLst>
          <pc:docMk/>
          <pc:sldMk cId="1176706388" sldId="466"/>
        </pc:sldMkLst>
      </pc:sldChg>
      <pc:sldChg chg="modSp mod">
        <pc:chgData name="Vincenzo Massimiliano Gulisano" userId="887d7398-9e41-4331-abd4-9c23f064ea90" providerId="ADAL" clId="{D77FE50F-DADA-4C49-AB21-7E01E095C3A1}" dt="2023-09-04T03:02:33.103" v="364" actId="207"/>
        <pc:sldMkLst>
          <pc:docMk/>
          <pc:sldMk cId="3732302267" sldId="468"/>
        </pc:sldMkLst>
      </pc:sldChg>
      <pc:sldChg chg="modSp add mod">
        <pc:chgData name="Vincenzo Massimiliano Gulisano" userId="887d7398-9e41-4331-abd4-9c23f064ea90" providerId="ADAL" clId="{D77FE50F-DADA-4C49-AB21-7E01E095C3A1}" dt="2023-09-04T03:01:29.569" v="292" actId="255"/>
        <pc:sldMkLst>
          <pc:docMk/>
          <pc:sldMk cId="1084255849" sldId="470"/>
        </pc:sldMkLst>
      </pc:sldChg>
      <pc:sldChg chg="modSp new mod">
        <pc:chgData name="Vincenzo Massimiliano Gulisano" userId="887d7398-9e41-4331-abd4-9c23f064ea90" providerId="ADAL" clId="{D77FE50F-DADA-4C49-AB21-7E01E095C3A1}" dt="2023-09-04T03:03:43.800" v="404" actId="20577"/>
        <pc:sldMkLst>
          <pc:docMk/>
          <pc:sldMk cId="4134351739" sldId="471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F7B90-6AB8-C142-BC2F-21EDC78EABDE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53B664-A99E-FB41-9868-49A1F359AC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1697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C89A5D-C583-4B96-9043-CDF5AF33BA28}" type="datetimeFigureOut">
              <a:rPr lang="en-US" smtClean="0"/>
              <a:t>8/31/26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81F744-5855-45B1-BDAC-69209E929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026405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1D757A2C-8941-40A3-B23F-9B6C8A580B0A}" type="slidenum">
              <a:rPr lang="en-US" altLang="en-US" smtClean="0">
                <a:latin typeface="Helvetica" panose="020B0604020202020204" pitchFamily="34" charset="0"/>
              </a:rPr>
              <a:pPr/>
              <a:t>1</a:t>
            </a:fld>
            <a:endParaRPr lang="en-US" altLang="en-US">
              <a:latin typeface="Helvetica" panose="020B0604020202020204" pitchFamily="34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8759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58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P</a:t>
            </a:r>
            <a:r>
              <a:rPr lang="en-SE"/>
              <a:t>robably one of the first courses in which you can see how many things exist and interconnect in large pieces of software.</a:t>
            </a:r>
          </a:p>
          <a:p>
            <a:r>
              <a:rPr lang="en-SE"/>
              <a:t>And that many times these interconnected modules create interesting trade-offs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5562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4868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get scared! I will</a:t>
            </a:r>
            <a:r>
              <a:rPr lang="en-US" baseline="0"/>
              <a:t> just go quickly over these things… and we will look at them again then the course finishes, then you will see everything makes sense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9390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381F744-5855-45B1-BDAC-69209E9295D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7700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146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ln/>
        </p:spPr>
      </p:sp>
      <p:sp>
        <p:nvSpPr>
          <p:cNvPr id="134147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anose="02020603050405020304" pitchFamily="18" charset="0"/>
            </a:endParaRPr>
          </a:p>
        </p:txBody>
      </p:sp>
      <p:sp>
        <p:nvSpPr>
          <p:cNvPr id="13414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  <a:lvl2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2pPr>
            <a:lvl3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3pPr>
            <a:lvl4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4pPr>
            <a:lvl5pPr defTabSz="930275"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5pPr>
            <a:lvl6pPr marL="30686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6pPr>
            <a:lvl7pPr marL="35258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7pPr>
            <a:lvl8pPr marL="39830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8pPr>
            <a:lvl9pPr marL="44402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9pPr>
          </a:lstStyle>
          <a:p>
            <a:fld id="{64E0F705-A787-432E-B6D7-191B1E4652CD}" type="slidenum">
              <a:rPr lang="en-US" altLang="en-US" smtClean="0">
                <a:latin typeface="Times New Roman" panose="02020603050405020304" pitchFamily="18" charset="0"/>
              </a:rPr>
              <a:pPr/>
              <a:t>16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20053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536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3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100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334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698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5502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61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672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x-none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479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1808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8503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685800"/>
            <a:ext cx="10363200" cy="2127250"/>
          </a:xfrm>
        </p:spPr>
        <p:txBody>
          <a:bodyPr/>
          <a:lstStyle>
            <a:lvl1pPr>
              <a:defRPr sz="4067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2581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x-none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x-none"/>
              <a:t>Click to edit Master text styles</a:t>
            </a:r>
          </a:p>
          <a:p>
            <a:pPr lvl="1"/>
            <a:r>
              <a:rPr lang="x-none"/>
              <a:t>Second level</a:t>
            </a:r>
          </a:p>
          <a:p>
            <a:pPr lvl="2"/>
            <a:r>
              <a:rPr lang="x-none"/>
              <a:t>Third level</a:t>
            </a:r>
          </a:p>
          <a:p>
            <a:pPr lvl="3"/>
            <a:r>
              <a:rPr lang="x-none"/>
              <a:t>Fourth level</a:t>
            </a:r>
          </a:p>
          <a:p>
            <a:pPr lvl="4"/>
            <a:r>
              <a:rPr lang="x-none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61F404-6CD8-4E2D-B082-239AD8D3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853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hdr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tif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2593975" y="1647831"/>
            <a:ext cx="6908800" cy="1890183"/>
          </a:xfrm>
          <a:prstGeom prst="rect">
            <a:avLst/>
          </a:prstGeom>
        </p:spPr>
        <p:txBody>
          <a:bodyPr lIns="81280" tIns="40640" rIns="81280" bIns="40640" anchor="ctr">
            <a:normAutofit fontScale="82500" lnSpcReduction="2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en-US" altLang="en-US" sz="3800"/>
              <a:t>Operating Systems – EDA093/DIT401</a:t>
            </a:r>
            <a:br>
              <a:rPr lang="en-US" altLang="en-US" sz="3800"/>
            </a:br>
            <a:endParaRPr lang="en-US" altLang="en-US" sz="3822"/>
          </a:p>
          <a:p>
            <a:pPr>
              <a:defRPr/>
            </a:pPr>
            <a:r>
              <a:rPr lang="en-US" altLang="en-US" sz="3822"/>
              <a:t>Course Introduction</a:t>
            </a:r>
          </a:p>
          <a:p>
            <a:pPr>
              <a:defRPr/>
            </a:pPr>
            <a:br>
              <a:rPr lang="en-US" altLang="en-US" sz="3822"/>
            </a:br>
            <a:r>
              <a:rPr lang="en-US" altLang="en-US" sz="2845"/>
              <a:t>Vincenzo Gulisano</a:t>
            </a:r>
            <a:br>
              <a:rPr lang="en-US" altLang="en-US" sz="2845"/>
            </a:br>
            <a:r>
              <a:rPr lang="en-US" altLang="en-US" sz="1778"/>
              <a:t>vincenzo.gulisano@chalmers.se</a:t>
            </a:r>
            <a:endParaRPr lang="en-US" altLang="en-US" sz="240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240D6CF-F9C6-DC23-F00F-E4B431F5DDAA}"/>
              </a:ext>
            </a:extLst>
          </p:cNvPr>
          <p:cNvGrpSpPr/>
          <p:nvPr/>
        </p:nvGrpSpPr>
        <p:grpSpPr>
          <a:xfrm>
            <a:off x="2543614" y="4687300"/>
            <a:ext cx="7104771" cy="1547400"/>
            <a:chOff x="777241" y="4793437"/>
            <a:chExt cx="7104771" cy="15474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7DBB15C-5DCB-3F75-3C58-9206AD5A89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3022" y="4793437"/>
              <a:ext cx="2078990" cy="1547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2252B41-496A-CD94-1D57-C508F735D4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7241" y="4973870"/>
              <a:ext cx="4724632" cy="11865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82579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Main textbook</a:t>
            </a:r>
          </a:p>
          <a:p>
            <a:r>
              <a:rPr lang="en-US" dirty="0">
                <a:solidFill>
                  <a:srgbClr val="BFBFBF"/>
                </a:solidFill>
              </a:rPr>
              <a:t>Why study Operating Systems?</a:t>
            </a:r>
          </a:p>
          <a:p>
            <a:r>
              <a:rPr lang="en-US" dirty="0">
                <a:solidFill>
                  <a:srgbClr val="BFBFBF"/>
                </a:solidFill>
              </a:rPr>
              <a:t>What is this course about?</a:t>
            </a:r>
          </a:p>
          <a:p>
            <a:pPr lvl="1"/>
            <a:r>
              <a:rPr lang="en-US" dirty="0">
                <a:solidFill>
                  <a:srgbClr val="BFBFBF"/>
                </a:solidFill>
              </a:rPr>
              <a:t>What is this course NOT about?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Best practices</a:t>
            </a:r>
            <a:endParaRPr lang="en-US" dirty="0">
              <a:solidFill>
                <a:schemeClr val="bg1">
                  <a:lumMod val="75000"/>
                </a:schemeClr>
              </a:solidFill>
              <a:sym typeface="Wingding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677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sv-SE" sz="5400"/>
              <a:t>Main textbook</a:t>
            </a:r>
          </a:p>
        </p:txBody>
      </p:sp>
      <p:sp>
        <p:nvSpPr>
          <p:cNvPr id="103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200"/>
              <a:t>Modern Operating Systems by Andrew S. Tanenbaum </a:t>
            </a:r>
            <a:br>
              <a:rPr lang="en-US" sz="2200"/>
            </a:br>
            <a:r>
              <a:rPr lang="en-US" sz="2200"/>
              <a:t>(fifth edition)</a:t>
            </a:r>
          </a:p>
          <a:p>
            <a:pPr marL="0" indent="0">
              <a:buNone/>
            </a:pPr>
            <a:endParaRPr lang="is-IS" sz="2200"/>
          </a:p>
          <a:p>
            <a:pPr marL="0" indent="0">
              <a:buNone/>
            </a:pPr>
            <a:endParaRPr lang="is-IS" sz="2200"/>
          </a:p>
          <a:p>
            <a:pPr marL="0" indent="0">
              <a:buNone/>
            </a:pPr>
            <a:endParaRPr lang="is-IS" sz="2200"/>
          </a:p>
          <a:p>
            <a:pPr marL="0" indent="0">
              <a:buNone/>
            </a:pPr>
            <a:endParaRPr lang="en-US" sz="2200"/>
          </a:p>
          <a:p>
            <a:endParaRPr lang="sv-SE" sz="220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x-none"/>
              <a:t>Vincenzo Gulisano</a:t>
            </a:r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4AF0E10-B294-A4B1-EC0A-8CE5634F6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"/>
          <a:stretch>
            <a:fillRect/>
          </a:stretch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Footer Placeholder 3"/>
          <p:cNvSpPr>
            <a:spLocks noGrp="1"/>
          </p:cNvSpPr>
          <p:nvPr>
            <p:ph type="ftr" sz="quarter" idx="4294967295"/>
          </p:nvPr>
        </p:nvSpPr>
        <p:spPr>
          <a:xfrm>
            <a:off x="6248400" y="6356350"/>
            <a:ext cx="4114800" cy="365125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>
              <a:spcAft>
                <a:spcPts val="600"/>
              </a:spcAft>
            </a:pPr>
            <a:r>
              <a:rPr lang="sv-SE">
                <a:solidFill>
                  <a:srgbClr val="FFFFFF"/>
                </a:solidFill>
              </a:rPr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39400" y="6356350"/>
            <a:ext cx="9144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3961F404-6CD8-4E2D-B082-239AD8D30C83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9862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Main textbook</a:t>
            </a:r>
          </a:p>
          <a:p>
            <a:r>
              <a:rPr lang="en-US" dirty="0"/>
              <a:t>Why study Operating Systems?</a:t>
            </a:r>
          </a:p>
          <a:p>
            <a:r>
              <a:rPr lang="en-US" dirty="0">
                <a:solidFill>
                  <a:srgbClr val="BFBFBF"/>
                </a:solidFill>
              </a:rPr>
              <a:t>What is this course about?</a:t>
            </a:r>
          </a:p>
          <a:p>
            <a:pPr lvl="1"/>
            <a:r>
              <a:rPr lang="en-US" dirty="0">
                <a:solidFill>
                  <a:srgbClr val="BFBFBF"/>
                </a:solidFill>
              </a:rPr>
              <a:t>What is this course NOT about?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Best practices</a:t>
            </a:r>
            <a:endParaRPr lang="en-US" dirty="0">
              <a:solidFill>
                <a:schemeClr val="bg1">
                  <a:lumMod val="75000"/>
                </a:schemeClr>
              </a:solidFill>
              <a:sym typeface="Wingding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6775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398F3DEE-0E56-499F-AFAE-C2DA7C2C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oboCop | Rotten Tomatoes">
            <a:extLst>
              <a:ext uri="{FF2B5EF4-FFF2-40B4-BE49-F238E27FC236}">
                <a16:creationId xmlns:a16="http://schemas.microsoft.com/office/drawing/2014/main" id="{D8525F06-A26B-A2F4-C284-D4015661F3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17376"/>
          <a:stretch>
            <a:fillRect/>
          </a:stretch>
        </p:blipFill>
        <p:spPr bwMode="auto">
          <a:xfrm>
            <a:off x="-2" y="10"/>
            <a:ext cx="4056982" cy="4469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 descr="A person holding an object&#10;&#10;AI-generated content may be incorrect.">
            <a:extLst>
              <a:ext uri="{FF2B5EF4-FFF2-40B4-BE49-F238E27FC236}">
                <a16:creationId xmlns:a16="http://schemas.microsoft.com/office/drawing/2014/main" id="{5A123EA4-E7C6-C047-84CC-59DCA220AB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82" r="-2" b="-2"/>
          <a:stretch>
            <a:fillRect/>
          </a:stretch>
        </p:blipFill>
        <p:spPr>
          <a:xfrm>
            <a:off x="8115283" y="4462444"/>
            <a:ext cx="4076715" cy="2395556"/>
          </a:xfrm>
          <a:prstGeom prst="rect">
            <a:avLst/>
          </a:prstGeom>
        </p:spPr>
      </p:pic>
      <p:pic>
        <p:nvPicPr>
          <p:cNvPr id="1028" name="Picture 4" descr="The Terminator (1984): The computer code as seen through the Terminator's  optics is a mixture of machine language (numeric operation codes) and  assembler (mnemonic sequences), both considered &quot;low level&quot; computer  programming languages. :">
            <a:extLst>
              <a:ext uri="{FF2B5EF4-FFF2-40B4-BE49-F238E27FC236}">
                <a16:creationId xmlns:a16="http://schemas.microsoft.com/office/drawing/2014/main" id="{4DC719E2-C0C7-E6BD-FA79-0ADF7062FA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74" r="38062" b="2"/>
          <a:stretch>
            <a:fillRect/>
          </a:stretch>
        </p:blipFill>
        <p:spPr bwMode="auto">
          <a:xfrm>
            <a:off x="8115283" y="-1"/>
            <a:ext cx="4076717" cy="446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RoboCop runs DOS, Terminator runs MacOS &amp; Apple II.">
            <a:extLst>
              <a:ext uri="{FF2B5EF4-FFF2-40B4-BE49-F238E27FC236}">
                <a16:creationId xmlns:a16="http://schemas.microsoft.com/office/drawing/2014/main" id="{9523C586-EBE2-4B4F-C383-2D63D678AD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05" r="43041" b="2"/>
          <a:stretch>
            <a:fillRect/>
          </a:stretch>
        </p:blipFill>
        <p:spPr bwMode="auto">
          <a:xfrm>
            <a:off x="4056980" y="-1"/>
            <a:ext cx="4063088" cy="4469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7" name="Rectangle 1036">
            <a:extLst>
              <a:ext uri="{FF2B5EF4-FFF2-40B4-BE49-F238E27FC236}">
                <a16:creationId xmlns:a16="http://schemas.microsoft.com/office/drawing/2014/main" id="{D4054751-1972-4218-A5AC-06366AB238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4462444"/>
            <a:ext cx="8115290" cy="2395556"/>
          </a:xfrm>
          <a:prstGeom prst="rect">
            <a:avLst/>
          </a:prstGeom>
          <a:gradFill>
            <a:gsLst>
              <a:gs pos="10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9" name="Rectangle 1038">
            <a:extLst>
              <a:ext uri="{FF2B5EF4-FFF2-40B4-BE49-F238E27FC236}">
                <a16:creationId xmlns:a16="http://schemas.microsoft.com/office/drawing/2014/main" id="{53F16F31-4871-4294-AA34-E451DD4CD2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664" y="4462444"/>
            <a:ext cx="8115285" cy="2395556"/>
          </a:xfrm>
          <a:prstGeom prst="rect">
            <a:avLst/>
          </a:prstGeom>
          <a:gradFill>
            <a:gsLst>
              <a:gs pos="7000">
                <a:srgbClr val="000000">
                  <a:alpha val="44000"/>
                </a:srgbClr>
              </a:gs>
              <a:gs pos="67000">
                <a:schemeClr val="accent1">
                  <a:lumMod val="75000"/>
                  <a:alpha val="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1" name="Rectangle 1040">
            <a:extLst>
              <a:ext uri="{FF2B5EF4-FFF2-40B4-BE49-F238E27FC236}">
                <a16:creationId xmlns:a16="http://schemas.microsoft.com/office/drawing/2014/main" id="{ABD3FB0A-8C48-462D-82B4-C52CDB3F0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0" y="5280991"/>
            <a:ext cx="8115283" cy="1575508"/>
          </a:xfrm>
          <a:prstGeom prst="rect">
            <a:avLst/>
          </a:prstGeom>
          <a:gradFill>
            <a:gsLst>
              <a:gs pos="40000">
                <a:srgbClr val="000000">
                  <a:alpha val="0"/>
                </a:srgbClr>
              </a:gs>
              <a:gs pos="100000">
                <a:schemeClr val="accent1">
                  <a:alpha val="23000"/>
                </a:schemeClr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9608" y="4777524"/>
            <a:ext cx="6863410" cy="1113911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Why study Operating Systems?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9608" y="5891437"/>
            <a:ext cx="6863409" cy="534998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altLang="sv-SE" sz="20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Where there are computers, there are operating systems…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-1828800" y="2002536"/>
            <a:ext cx="41148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>
              <a:spcAft>
                <a:spcPts val="600"/>
              </a:spcAft>
            </a:pPr>
            <a:r>
              <a:rPr lang="en-US" sz="11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Operating Systems - Course Introduction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70264" y="6455664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sz="1100">
                <a:solidFill>
                  <a:srgbClr val="FFFFFF"/>
                </a:solidFill>
              </a:rPr>
              <a:t>Vincenzo Gulisano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704320" y="6455664"/>
            <a:ext cx="44805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3961F404-6CD8-4E2D-B082-239AD8D30C83}" type="slidenum">
              <a:rPr lang="en-US" sz="1100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5</a:t>
            </a:fld>
            <a:endParaRPr lang="en-US" sz="110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838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study Operating Systems?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1" y="1600203"/>
            <a:ext cx="5812970" cy="4525963"/>
          </a:xfrm>
        </p:spPr>
        <p:txBody>
          <a:bodyPr>
            <a:normAutofit fontScale="92500"/>
          </a:bodyPr>
          <a:lstStyle/>
          <a:p>
            <a:r>
              <a:rPr lang="en-US" altLang="sv-SE" sz="2800">
                <a:solidFill>
                  <a:schemeClr val="accent2"/>
                </a:solidFill>
                <a:latin typeface="Arial" charset="0"/>
                <a:cs typeface="Arial" charset="0"/>
              </a:rPr>
              <a:t>Provides services</a:t>
            </a:r>
            <a:r>
              <a:rPr lang="en-US" altLang="sv-SE" sz="2800">
                <a:latin typeface="Arial" charset="0"/>
                <a:cs typeface="Arial" charset="0"/>
              </a:rPr>
              <a:t> to system users </a:t>
            </a:r>
          </a:p>
          <a:p>
            <a:endParaRPr lang="en-US" altLang="sv-SE" sz="2800">
              <a:solidFill>
                <a:schemeClr val="accent2"/>
              </a:solidFill>
              <a:latin typeface="Arial" charset="0"/>
              <a:cs typeface="Arial" charset="0"/>
            </a:endParaRPr>
          </a:p>
          <a:p>
            <a:r>
              <a:rPr lang="en-US" altLang="sv-SE" sz="2800">
                <a:solidFill>
                  <a:schemeClr val="accent2"/>
                </a:solidFill>
                <a:latin typeface="Arial" charset="0"/>
                <a:cs typeface="Arial" charset="0"/>
              </a:rPr>
              <a:t>“Shields” </a:t>
            </a:r>
            <a:r>
              <a:rPr lang="en-US" altLang="sv-SE" sz="2800">
                <a:latin typeface="Arial" charset="0"/>
                <a:cs typeface="Arial" charset="0"/>
              </a:rPr>
              <a:t>the user from the hardware</a:t>
            </a:r>
          </a:p>
          <a:p>
            <a:endParaRPr lang="en-US" altLang="sv-SE" sz="2800">
              <a:latin typeface="Arial" charset="0"/>
              <a:cs typeface="Arial" charset="0"/>
            </a:endParaRPr>
          </a:p>
          <a:p>
            <a:r>
              <a:rPr lang="en-US" altLang="sv-SE" sz="2800">
                <a:solidFill>
                  <a:schemeClr val="accent2"/>
                </a:solidFill>
                <a:latin typeface="Arial" charset="0"/>
                <a:cs typeface="Arial" charset="0"/>
              </a:rPr>
              <a:t>Resource manager</a:t>
            </a:r>
            <a:r>
              <a:rPr lang="en-US" altLang="sv-SE" sz="2800">
                <a:latin typeface="Arial" charset="0"/>
                <a:cs typeface="Arial" charset="0"/>
              </a:rPr>
              <a:t>:</a:t>
            </a:r>
          </a:p>
          <a:p>
            <a:pPr lvl="1"/>
            <a:r>
              <a:rPr lang="en-US" altLang="sv-SE" sz="2400">
                <a:latin typeface="Arial" charset="0"/>
                <a:cs typeface="Arial" charset="0"/>
              </a:rPr>
              <a:t>CPU(s)</a:t>
            </a:r>
          </a:p>
          <a:p>
            <a:pPr lvl="1"/>
            <a:r>
              <a:rPr lang="en-US" altLang="sv-SE" sz="2400">
                <a:latin typeface="Arial" charset="0"/>
                <a:cs typeface="Arial" charset="0"/>
              </a:rPr>
              <a:t>memory </a:t>
            </a:r>
          </a:p>
          <a:p>
            <a:pPr lvl="1"/>
            <a:r>
              <a:rPr lang="en-US" altLang="sv-SE" sz="2400">
                <a:latin typeface="Arial" charset="0"/>
                <a:cs typeface="Arial" charset="0"/>
              </a:rPr>
              <a:t> I/O devices</a:t>
            </a:r>
          </a:p>
          <a:p>
            <a:pPr lvl="1"/>
            <a:r>
              <a:rPr lang="en-US" altLang="sv-SE" sz="2400">
                <a:latin typeface="Arial" charset="0"/>
                <a:cs typeface="Arial" charset="0"/>
              </a:rPr>
              <a:t>….</a:t>
            </a:r>
            <a:endParaRPr lang="en-US" altLang="sv-SE" sz="2000">
              <a:latin typeface="Arial" charset="0"/>
              <a:cs typeface="Arial" charset="0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6</a:t>
            </a:fld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6059714" y="1988840"/>
            <a:ext cx="6094280" cy="3015862"/>
            <a:chOff x="6059714" y="1988840"/>
            <a:chExt cx="6094280" cy="3015862"/>
          </a:xfrm>
        </p:grpSpPr>
        <p:sp>
          <p:nvSpPr>
            <p:cNvPr id="7" name="TextBox 7"/>
            <p:cNvSpPr txBox="1">
              <a:spLocks noChangeArrowheads="1"/>
            </p:cNvSpPr>
            <p:nvPr/>
          </p:nvSpPr>
          <p:spPr bwMode="auto">
            <a:xfrm>
              <a:off x="6864654" y="4727703"/>
              <a:ext cx="3029251" cy="27699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itchFamily="18" charset="0"/>
                </a:defRPr>
              </a:lvl9pPr>
            </a:lstStyle>
            <a:p>
              <a:r>
                <a:rPr lang="en-GB" altLang="sv-SE" sz="1200"/>
                <a:t>Picture source: Modern OS, by A. </a:t>
              </a:r>
              <a:r>
                <a:rPr lang="en-GB" altLang="sv-SE" sz="1200" err="1"/>
                <a:t>Tanenbaum</a:t>
              </a:r>
              <a:endParaRPr lang="en-GB" altLang="sv-SE" sz="1200"/>
            </a:p>
          </p:txBody>
        </p:sp>
        <p:pic>
          <p:nvPicPr>
            <p:cNvPr id="8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86594" y="1988840"/>
              <a:ext cx="5867400" cy="27813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8"/>
            <p:cNvSpPr/>
            <p:nvPr/>
          </p:nvSpPr>
          <p:spPr>
            <a:xfrm>
              <a:off x="6059714" y="3144762"/>
              <a:ext cx="326572" cy="70152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3353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study Operating Systems?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3"/>
            <a:ext cx="7856794" cy="4525963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800">
                <a:latin typeface="Arial" pitchFamily="34" charset="0"/>
                <a:cs typeface="Arial" pitchFamily="34" charset="0"/>
              </a:rPr>
              <a:t>To learn about system functionality and design</a:t>
            </a:r>
          </a:p>
          <a:p>
            <a:pPr lvl="1">
              <a:defRPr/>
            </a:pPr>
            <a:r>
              <a:rPr lang="en-US" sz="2400">
                <a:latin typeface="Arial" pitchFamily="34" charset="0"/>
                <a:cs typeface="Arial" pitchFamily="34" charset="0"/>
              </a:rPr>
              <a:t>performance vs. simplicity, HW vs. SW, etc.</a:t>
            </a:r>
          </a:p>
          <a:p>
            <a:pPr>
              <a:defRPr/>
            </a:pPr>
            <a:endParaRPr lang="en-US" sz="2800">
              <a:latin typeface="Arial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2800">
                <a:latin typeface="Arial" pitchFamily="34" charset="0"/>
                <a:cs typeface="Arial" pitchFamily="34" charset="0"/>
              </a:rPr>
              <a:t>To learn how to manage complexity through appropriate abstractions</a:t>
            </a:r>
            <a:endParaRPr lang="en-US" sz="2400">
              <a:latin typeface="Arial" pitchFamily="34" charset="0"/>
              <a:cs typeface="Arial" pitchFamily="34" charset="0"/>
            </a:endParaRPr>
          </a:p>
          <a:p>
            <a:pPr lvl="1">
              <a:defRPr/>
            </a:pPr>
            <a:endParaRPr lang="en-US" sz="2400">
              <a:latin typeface="Arial" pitchFamily="34" charset="0"/>
              <a:cs typeface="Arial" pitchFamily="34" charset="0"/>
            </a:endParaRPr>
          </a:p>
          <a:p>
            <a:pPr>
              <a:defRPr/>
            </a:pPr>
            <a:r>
              <a:rPr lang="en-US" sz="2800">
                <a:latin typeface="Arial" pitchFamily="34" charset="0"/>
                <a:cs typeface="Arial" pitchFamily="34" charset="0"/>
              </a:rPr>
              <a:t>again: Because computers and OSs are everywhere!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7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8513431" y="1776067"/>
            <a:ext cx="3104344" cy="4157125"/>
            <a:chOff x="1295399" y="1828800"/>
            <a:chExt cx="3056187" cy="4092635"/>
          </a:xfrm>
        </p:grpSpPr>
        <p:pic>
          <p:nvPicPr>
            <p:cNvPr id="8" name="Picture 2" descr="http://4.bp.blogspot.com/-Kc_jYOMfj-g/UCakbvK3gyI/AAAAAAAAGTo/8Fa5sfZjQkI/s1600/coperta_corta.jpe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399" y="1828800"/>
              <a:ext cx="3056187" cy="4092635"/>
            </a:xfrm>
            <a:prstGeom prst="rect">
              <a:avLst/>
            </a:prstGeom>
            <a:noFill/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Up Arrow 8"/>
            <p:cNvSpPr/>
            <p:nvPr/>
          </p:nvSpPr>
          <p:spPr>
            <a:xfrm rot="1459553">
              <a:off x="3380403" y="2723383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0" name="Up Arrow 9"/>
            <p:cNvSpPr/>
            <p:nvPr/>
          </p:nvSpPr>
          <p:spPr>
            <a:xfrm rot="12307406">
              <a:off x="2530992" y="4552399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</p:grpSp>
    </p:spTree>
    <p:extLst>
      <p:ext uri="{BB962C8B-B14F-4D97-AF65-F5344CB8AC3E}">
        <p14:creationId xmlns:p14="http://schemas.microsoft.com/office/powerpoint/2010/main" val="1755051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Main textbook</a:t>
            </a:r>
          </a:p>
          <a:p>
            <a:r>
              <a:rPr lang="en-US" dirty="0">
                <a:solidFill>
                  <a:srgbClr val="BFBFBF"/>
                </a:solidFill>
              </a:rPr>
              <a:t>Why study Operating Systems?</a:t>
            </a:r>
          </a:p>
          <a:p>
            <a:r>
              <a:rPr lang="en-US" dirty="0"/>
              <a:t>What is this course about?</a:t>
            </a:r>
          </a:p>
          <a:p>
            <a:pPr lvl="1"/>
            <a:r>
              <a:rPr lang="en-US" dirty="0"/>
              <a:t>What is this course NOT about?</a:t>
            </a:r>
          </a:p>
          <a:p>
            <a:r>
              <a:rPr lang="en-US" dirty="0">
                <a:solidFill>
                  <a:schemeClr val="bg1">
                    <a:lumMod val="75000"/>
                  </a:schemeClr>
                </a:solidFill>
              </a:rPr>
              <a:t>Best practices</a:t>
            </a:r>
            <a:endParaRPr lang="en-US" dirty="0">
              <a:solidFill>
                <a:srgbClr val="BFBFBF"/>
              </a:solidFill>
              <a:sym typeface="Wingding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6775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800"/>
              <a:t>What is this course not about?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162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What is this course not about?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/>
              <a:t>Learn how to use Windows</a:t>
            </a:r>
          </a:p>
          <a:p>
            <a:r>
              <a:rPr lang="en-GB"/>
              <a:t>Learn how to use Linux</a:t>
            </a:r>
          </a:p>
          <a:p>
            <a:r>
              <a:rPr lang="en-GB"/>
              <a:t>Learn how to use OS X</a:t>
            </a:r>
          </a:p>
          <a:p>
            <a:r>
              <a:rPr lang="en-GB"/>
              <a:t>Learn how to program in C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713" y="2068285"/>
            <a:ext cx="3650343" cy="27377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40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800"/>
              <a:t>What is this course about, then?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7781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989" y="345536"/>
            <a:ext cx="10790359" cy="5670951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US" sz="3600" dirty="0"/>
              <a:t>Content of the course:</a:t>
            </a:r>
          </a:p>
          <a:p>
            <a:r>
              <a:rPr lang="en-US" sz="3600" dirty="0"/>
              <a:t>Introduction / System Structures</a:t>
            </a:r>
          </a:p>
          <a:p>
            <a:r>
              <a:rPr lang="en-US" sz="3600" dirty="0"/>
              <a:t>Processes / Threads</a:t>
            </a:r>
          </a:p>
          <a:p>
            <a:r>
              <a:rPr lang="en-US" sz="3600" dirty="0"/>
              <a:t>Multithreaded Programming</a:t>
            </a:r>
          </a:p>
          <a:p>
            <a:r>
              <a:rPr lang="en-US" sz="3600" dirty="0"/>
              <a:t>Process scheduling</a:t>
            </a:r>
          </a:p>
          <a:p>
            <a:r>
              <a:rPr lang="en-US" sz="3600" dirty="0"/>
              <a:t>Synchronization</a:t>
            </a:r>
          </a:p>
          <a:p>
            <a:endParaRPr lang="en-US" sz="3600" dirty="0"/>
          </a:p>
          <a:p>
            <a:r>
              <a:rPr lang="en-US" sz="3600" dirty="0"/>
              <a:t>Deadlocks</a:t>
            </a:r>
          </a:p>
          <a:p>
            <a:r>
              <a:rPr lang="en-US" sz="3600" dirty="0"/>
              <a:t>Memory Management</a:t>
            </a:r>
          </a:p>
          <a:p>
            <a:r>
              <a:rPr lang="en-US" sz="3600" dirty="0"/>
              <a:t>Virtual Memory</a:t>
            </a:r>
          </a:p>
          <a:p>
            <a:r>
              <a:rPr lang="en-US" sz="3600" dirty="0"/>
              <a:t>File Systems</a:t>
            </a:r>
          </a:p>
          <a:p>
            <a:r>
              <a:rPr lang="en-US" sz="3600" dirty="0"/>
              <a:t>I/O Systems</a:t>
            </a:r>
          </a:p>
          <a:p>
            <a:r>
              <a:rPr lang="en-US" sz="3600" dirty="0"/>
              <a:t>Security / Protection</a:t>
            </a:r>
          </a:p>
          <a:p>
            <a:r>
              <a:rPr lang="en-US" sz="3600" dirty="0"/>
              <a:t>Virtualization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6317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BFBFBF"/>
                </a:solidFill>
              </a:rPr>
              <a:t>Main textbook</a:t>
            </a:r>
          </a:p>
          <a:p>
            <a:r>
              <a:rPr lang="en-US" dirty="0">
                <a:solidFill>
                  <a:srgbClr val="BFBFBF"/>
                </a:solidFill>
              </a:rPr>
              <a:t>Why study Operating Systems?</a:t>
            </a:r>
          </a:p>
          <a:p>
            <a:r>
              <a:rPr lang="en-US" dirty="0">
                <a:solidFill>
                  <a:srgbClr val="BFBFBF"/>
                </a:solidFill>
              </a:rPr>
              <a:t>What is this course about?</a:t>
            </a:r>
          </a:p>
          <a:p>
            <a:pPr lvl="1"/>
            <a:r>
              <a:rPr lang="en-US" dirty="0">
                <a:solidFill>
                  <a:srgbClr val="BFBFBF"/>
                </a:solidFill>
              </a:rPr>
              <a:t>What is this course NOT about?</a:t>
            </a:r>
          </a:p>
          <a:p>
            <a:r>
              <a:rPr lang="en-US" dirty="0"/>
              <a:t>Best practices</a:t>
            </a:r>
            <a:endParaRPr lang="en-US" dirty="0">
              <a:sym typeface="Wingdings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677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Participate to lectures, exercise sessions and labs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Ask when something is not clear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Ask when you have some doubt about what is being discussed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Study at pace with classes, do the labs in time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Use the book and other material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Read the book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Try the exercises in the book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Be nice to future generations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Provide feedback</a:t>
            </a:r>
          </a:p>
          <a:p>
            <a:pPr marL="914400" lvl="1" indent="-514350">
              <a:buFont typeface="+mj-lt"/>
              <a:buAutoNum type="arabicPeriod"/>
            </a:pPr>
            <a:r>
              <a:rPr lang="en-GB" dirty="0"/>
              <a:t>Evaluate the course!!!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Check the updates in the Canvas page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Look at messages in Canvas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i="1" u="sng" dirty="0"/>
              <a:t>FAMILIARIZE YOURSELF WITH UNIX – WITH GIT – WITH GITHUB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518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Best Practices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Do you know what this is?</a:t>
            </a:r>
          </a:p>
          <a:p>
            <a:pPr lvl="1"/>
            <a:r>
              <a:rPr lang="en-US" err="1"/>
              <a:t>ls</a:t>
            </a:r>
            <a:endParaRPr lang="en-US"/>
          </a:p>
          <a:p>
            <a:pPr lvl="1"/>
            <a:r>
              <a:rPr lang="en-US"/>
              <a:t>mv </a:t>
            </a:r>
            <a:r>
              <a:rPr lang="en-US" i="1"/>
              <a:t>filename1 filename2</a:t>
            </a:r>
          </a:p>
          <a:p>
            <a:pPr lvl="1"/>
            <a:r>
              <a:rPr lang="en-US" err="1"/>
              <a:t>chmod</a:t>
            </a:r>
            <a:r>
              <a:rPr lang="en-US"/>
              <a:t> </a:t>
            </a:r>
            <a:r>
              <a:rPr lang="en-US" i="1"/>
              <a:t>options filename</a:t>
            </a:r>
          </a:p>
          <a:p>
            <a:pPr lvl="1"/>
            <a:r>
              <a:rPr lang="en-US"/>
              <a:t>man </a:t>
            </a:r>
            <a:r>
              <a:rPr lang="en-US" i="1" err="1"/>
              <a:t>commandname</a:t>
            </a:r>
            <a:endParaRPr lang="en-US" i="1"/>
          </a:p>
          <a:p>
            <a:pPr lvl="1"/>
            <a:r>
              <a:rPr lang="en-US"/>
              <a:t>ls -l | grep "Aug" | sort -n</a:t>
            </a:r>
          </a:p>
          <a:p>
            <a:r>
              <a:rPr lang="en-US"/>
              <a:t>Install a virtual machine (e.g., Virtual Box) </a:t>
            </a:r>
            <a:r>
              <a:rPr lang="en-US">
                <a:sym typeface="Wingdings"/>
              </a:rPr>
              <a:t> Install Unix OS (e.g., Ubuntu)  start playing with commands and system calls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772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22" name="Content Placeholder 2"/>
          <p:cNvSpPr>
            <a:spLocks noGrp="1"/>
          </p:cNvSpPr>
          <p:nvPr>
            <p:ph idx="1"/>
          </p:nvPr>
        </p:nvSpPr>
        <p:spPr>
          <a:xfrm>
            <a:off x="609600" y="1587503"/>
            <a:ext cx="10972800" cy="4525963"/>
          </a:xfrm>
        </p:spPr>
        <p:txBody>
          <a:bodyPr/>
          <a:lstStyle/>
          <a:p>
            <a:pPr marL="0" indent="0" algn="ctr">
              <a:buNone/>
            </a:pPr>
            <a:r>
              <a:rPr lang="en-US" altLang="en-US" sz="4267"/>
              <a:t>Thank you for your attention!</a:t>
            </a:r>
          </a:p>
          <a:p>
            <a:pPr marL="0" indent="0" algn="ctr">
              <a:buNone/>
            </a:pPr>
            <a:endParaRPr lang="en-US" altLang="en-US" sz="4267"/>
          </a:p>
          <a:p>
            <a:pPr marL="0" indent="0" algn="ctr">
              <a:buNone/>
            </a:pPr>
            <a:r>
              <a:rPr lang="en-US" altLang="en-US" sz="4267"/>
              <a:t>Questions?</a:t>
            </a:r>
          </a:p>
          <a:p>
            <a:pPr marL="0" indent="0" algn="ctr">
              <a:buNone/>
            </a:pPr>
            <a:endParaRPr lang="en-US" altLang="en-US" sz="4267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x-none"/>
              <a:t>Vincenzo Gulisano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Operating Systems - Course 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61F404-6CD8-4E2D-B082-239AD8D30C8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517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</TotalTime>
  <Words>651</Words>
  <Application>Microsoft Macintosh PowerPoint</Application>
  <PresentationFormat>Widescreen</PresentationFormat>
  <Paragraphs>153</Paragraphs>
  <Slides>16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Garamond</vt:lpstr>
      <vt:lpstr>Helvetica</vt:lpstr>
      <vt:lpstr>Times New Roman</vt:lpstr>
      <vt:lpstr>Wingdings</vt:lpstr>
      <vt:lpstr>Office Theme</vt:lpstr>
      <vt:lpstr>PowerPoint Presentation</vt:lpstr>
      <vt:lpstr>Agenda</vt:lpstr>
      <vt:lpstr>Main textbook</vt:lpstr>
      <vt:lpstr>Agenda</vt:lpstr>
      <vt:lpstr>Why study Operating Systems?</vt:lpstr>
      <vt:lpstr>Why study Operating Systems?</vt:lpstr>
      <vt:lpstr>Why study Operating Systems?</vt:lpstr>
      <vt:lpstr>Agenda</vt:lpstr>
      <vt:lpstr>PowerPoint Presentation</vt:lpstr>
      <vt:lpstr>What is this course not about?</vt:lpstr>
      <vt:lpstr>PowerPoint Presentation</vt:lpstr>
      <vt:lpstr>PowerPoint Presentation</vt:lpstr>
      <vt:lpstr>Agenda</vt:lpstr>
      <vt:lpstr>Best Practices</vt:lpstr>
      <vt:lpstr>Best Practices</vt:lpstr>
      <vt:lpstr>PowerPoint Presentation</vt:lpstr>
    </vt:vector>
  </TitlesOfParts>
  <Company>Chalmers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Vincenzo Massimiliano Gulisano</dc:creator>
  <cp:lastModifiedBy>Vincenzo Gulisano</cp:lastModifiedBy>
  <cp:revision>3</cp:revision>
  <cp:lastPrinted>2019-09-05T06:50:59Z</cp:lastPrinted>
  <dcterms:created xsi:type="dcterms:W3CDTF">2014-12-05T08:26:02Z</dcterms:created>
  <dcterms:modified xsi:type="dcterms:W3CDTF">2026-08-31T07:31:18Z</dcterms:modified>
</cp:coreProperties>
</file>