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Lst>
  <p:notesMasterIdLst>
    <p:notesMasterId r:id="rId44"/>
  </p:notesMasterIdLst>
  <p:handoutMasterIdLst>
    <p:handoutMasterId r:id="rId45"/>
  </p:handoutMasterIdLst>
  <p:sldIdLst>
    <p:sldId id="302" r:id="rId2"/>
    <p:sldId id="321" r:id="rId3"/>
    <p:sldId id="341" r:id="rId4"/>
    <p:sldId id="322" r:id="rId5"/>
    <p:sldId id="340" r:id="rId6"/>
    <p:sldId id="323" r:id="rId7"/>
    <p:sldId id="345" r:id="rId8"/>
    <p:sldId id="346" r:id="rId9"/>
    <p:sldId id="347" r:id="rId10"/>
    <p:sldId id="324" r:id="rId11"/>
    <p:sldId id="348" r:id="rId12"/>
    <p:sldId id="349" r:id="rId13"/>
    <p:sldId id="339" r:id="rId14"/>
    <p:sldId id="328" r:id="rId15"/>
    <p:sldId id="325" r:id="rId16"/>
    <p:sldId id="350" r:id="rId17"/>
    <p:sldId id="359" r:id="rId18"/>
    <p:sldId id="360" r:id="rId19"/>
    <p:sldId id="465" r:id="rId20"/>
    <p:sldId id="327" r:id="rId21"/>
    <p:sldId id="352" r:id="rId22"/>
    <p:sldId id="354" r:id="rId23"/>
    <p:sldId id="326" r:id="rId24"/>
    <p:sldId id="471" r:id="rId25"/>
    <p:sldId id="351" r:id="rId26"/>
    <p:sldId id="453" r:id="rId27"/>
    <p:sldId id="454" r:id="rId28"/>
    <p:sldId id="455" r:id="rId29"/>
    <p:sldId id="456" r:id="rId30"/>
    <p:sldId id="457" r:id="rId31"/>
    <p:sldId id="459" r:id="rId32"/>
    <p:sldId id="460" r:id="rId33"/>
    <p:sldId id="462" r:id="rId34"/>
    <p:sldId id="464" r:id="rId35"/>
    <p:sldId id="432" r:id="rId36"/>
    <p:sldId id="433" r:id="rId37"/>
    <p:sldId id="434" r:id="rId38"/>
    <p:sldId id="435" r:id="rId39"/>
    <p:sldId id="436" r:id="rId40"/>
    <p:sldId id="437" r:id="rId41"/>
    <p:sldId id="438" r:id="rId42"/>
    <p:sldId id="303"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Vincenzo Massimiliano Gulisano" initials="" lastIdx="5"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E72013-8FAF-1849-A58B-6E7750B57CC1}" v="63" dt="2025-09-04T07:49:53.8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18"/>
    <p:restoredTop sz="94635"/>
  </p:normalViewPr>
  <p:slideViewPr>
    <p:cSldViewPr snapToGrid="0">
      <p:cViewPr varScale="1">
        <p:scale>
          <a:sx n="110" d="100"/>
          <a:sy n="110" d="100"/>
        </p:scale>
        <p:origin x="760" y="168"/>
      </p:cViewPr>
      <p:guideLst>
        <p:guide orient="horz" pos="21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cenzo Massimiliano Gulisano" userId="887d7398-9e41-4331-abd4-9c23f064ea90" providerId="ADAL" clId="{28372782-46EC-9245-8497-7321AFCAF5F7}"/>
    <pc:docChg chg="modSld">
      <pc:chgData name="Vincenzo Massimiliano Gulisano" userId="887d7398-9e41-4331-abd4-9c23f064ea90" providerId="ADAL" clId="{28372782-46EC-9245-8497-7321AFCAF5F7}" dt="2023-09-04T08:01:00.591" v="43" actId="114"/>
      <pc:docMkLst>
        <pc:docMk/>
      </pc:docMkLst>
      <pc:sldChg chg="modSp">
        <pc:chgData name="Vincenzo Massimiliano Gulisano" userId="887d7398-9e41-4331-abd4-9c23f064ea90" providerId="ADAL" clId="{28372782-46EC-9245-8497-7321AFCAF5F7}" dt="2023-09-04T08:01:00.591" v="43" actId="114"/>
        <pc:sldMkLst>
          <pc:docMk/>
          <pc:sldMk cId="591518395" sldId="352"/>
        </pc:sldMkLst>
      </pc:sldChg>
    </pc:docChg>
  </pc:docChgLst>
  <pc:docChgLst>
    <pc:chgData name="Vincenzo Massimiliano Gulisano" userId="887d7398-9e41-4331-abd4-9c23f064ea90" providerId="ADAL" clId="{BBBAAB3F-939E-2342-9159-9069F1B4FD4D}"/>
    <pc:docChg chg="undo custSel modSld">
      <pc:chgData name="Vincenzo Massimiliano Gulisano" userId="887d7398-9e41-4331-abd4-9c23f064ea90" providerId="ADAL" clId="{BBBAAB3F-939E-2342-9159-9069F1B4FD4D}" dt="2024-09-02T09:16:39.288" v="160" actId="15"/>
      <pc:docMkLst>
        <pc:docMk/>
      </pc:docMkLst>
      <pc:sldChg chg="addSp modSp mod">
        <pc:chgData name="Vincenzo Massimiliano Gulisano" userId="887d7398-9e41-4331-abd4-9c23f064ea90" providerId="ADAL" clId="{BBBAAB3F-939E-2342-9159-9069F1B4FD4D}" dt="2024-09-02T09:12:06.930" v="126" actId="20577"/>
        <pc:sldMkLst>
          <pc:docMk/>
          <pc:sldMk cId="2849862534" sldId="340"/>
        </pc:sldMkLst>
      </pc:sldChg>
      <pc:sldChg chg="modSp mod">
        <pc:chgData name="Vincenzo Massimiliano Gulisano" userId="887d7398-9e41-4331-abd4-9c23f064ea90" providerId="ADAL" clId="{BBBAAB3F-939E-2342-9159-9069F1B4FD4D}" dt="2024-09-02T09:10:23.437" v="92" actId="20577"/>
        <pc:sldMkLst>
          <pc:docMk/>
          <pc:sldMk cId="3987093587" sldId="341"/>
        </pc:sldMkLst>
      </pc:sldChg>
      <pc:sldChg chg="modSp mod">
        <pc:chgData name="Vincenzo Massimiliano Gulisano" userId="887d7398-9e41-4331-abd4-9c23f064ea90" providerId="ADAL" clId="{BBBAAB3F-939E-2342-9159-9069F1B4FD4D}" dt="2024-09-02T09:14:33.621" v="153" actId="20577"/>
        <pc:sldMkLst>
          <pc:docMk/>
          <pc:sldMk cId="2477957139" sldId="350"/>
        </pc:sldMkLst>
      </pc:sldChg>
      <pc:sldChg chg="modSp mod">
        <pc:chgData name="Vincenzo Massimiliano Gulisano" userId="887d7398-9e41-4331-abd4-9c23f064ea90" providerId="ADAL" clId="{BBBAAB3F-939E-2342-9159-9069F1B4FD4D}" dt="2024-09-02T09:16:39.288" v="160" actId="15"/>
        <pc:sldMkLst>
          <pc:docMk/>
          <pc:sldMk cId="4134351739" sldId="471"/>
        </pc:sldMkLst>
      </pc:sldChg>
    </pc:docChg>
  </pc:docChgLst>
  <pc:docChgLst>
    <pc:chgData name="Vincenzo Massimiliano Gulisano" userId="887d7398-9e41-4331-abd4-9c23f064ea90" providerId="ADAL" clId="{C6E72013-8FAF-1849-A58B-6E7750B57CC1}"/>
    <pc:docChg chg="undo custSel modSld">
      <pc:chgData name="Vincenzo Massimiliano Gulisano" userId="887d7398-9e41-4331-abd4-9c23f064ea90" providerId="ADAL" clId="{C6E72013-8FAF-1849-A58B-6E7750B57CC1}" dt="2025-08-26T12:17:18.172" v="22" actId="255"/>
      <pc:docMkLst>
        <pc:docMk/>
      </pc:docMkLst>
      <pc:sldChg chg="modSp mod">
        <pc:chgData name="Vincenzo Massimiliano Gulisano" userId="887d7398-9e41-4331-abd4-9c23f064ea90" providerId="ADAL" clId="{C6E72013-8FAF-1849-A58B-6E7750B57CC1}" dt="2025-08-26T12:17:18.172" v="22" actId="255"/>
        <pc:sldMkLst>
          <pc:docMk/>
          <pc:sldMk cId="3987093587" sldId="341"/>
        </pc:sldMkLst>
        <pc:spChg chg="mod">
          <ac:chgData name="Vincenzo Massimiliano Gulisano" userId="887d7398-9e41-4331-abd4-9c23f064ea90" providerId="ADAL" clId="{C6E72013-8FAF-1849-A58B-6E7750B57CC1}" dt="2025-08-26T12:17:18.172" v="22" actId="255"/>
          <ac:spMkLst>
            <pc:docMk/>
            <pc:sldMk cId="3987093587" sldId="341"/>
            <ac:spMk id="7" creationId="{00000000-0000-0000-0000-000000000000}"/>
          </ac:spMkLst>
        </pc:spChg>
      </pc:sldChg>
    </pc:docChg>
  </pc:docChgLst>
  <pc:docChgLst>
    <pc:chgData name="Vincenzo Massimiliano Gulisano" userId="887d7398-9e41-4331-abd4-9c23f064ea90" providerId="ADAL" clId="{2D2B0331-1567-7240-855D-8EBB3ED26D87}"/>
    <pc:docChg chg="modSld">
      <pc:chgData name="Vincenzo Massimiliano Gulisano" userId="887d7398-9e41-4331-abd4-9c23f064ea90" providerId="ADAL" clId="{2D2B0331-1567-7240-855D-8EBB3ED26D87}" dt="2024-09-05T05:52:59.741" v="0" actId="1035"/>
      <pc:docMkLst>
        <pc:docMk/>
      </pc:docMkLst>
      <pc:sldChg chg="modSp mod">
        <pc:chgData name="Vincenzo Massimiliano Gulisano" userId="887d7398-9e41-4331-abd4-9c23f064ea90" providerId="ADAL" clId="{2D2B0331-1567-7240-855D-8EBB3ED26D87}" dt="2024-09-05T05:52:59.741" v="0" actId="1035"/>
        <pc:sldMkLst>
          <pc:docMk/>
          <pc:sldMk cId="1489517074" sldId="303"/>
        </pc:sldMkLst>
      </pc:sldChg>
    </pc:docChg>
  </pc:docChgLst>
  <pc:docChgLst>
    <pc:chgData name="Vincenzo Massimiliano Gulisano" userId="887d7398-9e41-4331-abd4-9c23f064ea90" providerId="ADAL" clId="{A48A19F5-E686-5F4A-88EA-5AB5FC0D633C}"/>
    <pc:docChg chg="modSld">
      <pc:chgData name="Vincenzo Massimiliano Gulisano" userId="887d7398-9e41-4331-abd4-9c23f064ea90" providerId="ADAL" clId="{A48A19F5-E686-5F4A-88EA-5AB5FC0D633C}" dt="2022-09-12T05:33:14.832" v="73" actId="20577"/>
      <pc:docMkLst>
        <pc:docMk/>
      </pc:docMkLst>
      <pc:sldChg chg="modSp mod">
        <pc:chgData name="Vincenzo Massimiliano Gulisano" userId="887d7398-9e41-4331-abd4-9c23f064ea90" providerId="ADAL" clId="{A48A19F5-E686-5F4A-88EA-5AB5FC0D633C}" dt="2022-09-12T05:32:56.428" v="69" actId="20577"/>
        <pc:sldMkLst>
          <pc:docMk/>
          <pc:sldMk cId="3987093587" sldId="341"/>
        </pc:sldMkLst>
      </pc:sldChg>
      <pc:sldChg chg="modSp mod">
        <pc:chgData name="Vincenzo Massimiliano Gulisano" userId="887d7398-9e41-4331-abd4-9c23f064ea90" providerId="ADAL" clId="{A48A19F5-E686-5F4A-88EA-5AB5FC0D633C}" dt="2022-09-01T08:08:35.227" v="22" actId="20577"/>
        <pc:sldMkLst>
          <pc:docMk/>
          <pc:sldMk cId="2477957139" sldId="350"/>
        </pc:sldMkLst>
      </pc:sldChg>
      <pc:sldChg chg="modSp mod">
        <pc:chgData name="Vincenzo Massimiliano Gulisano" userId="887d7398-9e41-4331-abd4-9c23f064ea90" providerId="ADAL" clId="{A48A19F5-E686-5F4A-88EA-5AB5FC0D633C}" dt="2022-09-01T08:10:03.282" v="62" actId="13926"/>
        <pc:sldMkLst>
          <pc:docMk/>
          <pc:sldMk cId="656432569" sldId="360"/>
        </pc:sldMkLst>
      </pc:sldChg>
      <pc:sldChg chg="modSp mod">
        <pc:chgData name="Vincenzo Massimiliano Gulisano" userId="887d7398-9e41-4331-abd4-9c23f064ea90" providerId="ADAL" clId="{A48A19F5-E686-5F4A-88EA-5AB5FC0D633C}" dt="2022-09-12T05:33:14.832" v="73" actId="20577"/>
        <pc:sldMkLst>
          <pc:docMk/>
          <pc:sldMk cId="1640454075" sldId="465"/>
        </pc:sldMkLst>
      </pc:sldChg>
    </pc:docChg>
  </pc:docChgLst>
  <pc:docChgLst>
    <pc:chgData name="Vincenzo Massimiliano Gulisano" userId="887d7398-9e41-4331-abd4-9c23f064ea90" providerId="ADAL" clId="{8EA10870-6395-588A-9409-E8E4CA631CF7}"/>
    <pc:docChg chg="undo custSel delSld modSld">
      <pc:chgData name="Vincenzo Massimiliano Gulisano" userId="887d7398-9e41-4331-abd4-9c23f064ea90" providerId="ADAL" clId="{8EA10870-6395-588A-9409-E8E4CA631CF7}" dt="2025-09-04T07:49:53.865" v="150" actId="20577"/>
      <pc:docMkLst>
        <pc:docMk/>
      </pc:docMkLst>
      <pc:sldChg chg="modSp mod">
        <pc:chgData name="Vincenzo Massimiliano Gulisano" userId="887d7398-9e41-4331-abd4-9c23f064ea90" providerId="ADAL" clId="{8EA10870-6395-588A-9409-E8E4CA631CF7}" dt="2025-09-01T06:16:48.436" v="65" actId="20577"/>
        <pc:sldMkLst>
          <pc:docMk/>
          <pc:sldMk cId="4016631783" sldId="328"/>
        </pc:sldMkLst>
        <pc:spChg chg="mod">
          <ac:chgData name="Vincenzo Massimiliano Gulisano" userId="887d7398-9e41-4331-abd4-9c23f064ea90" providerId="ADAL" clId="{8EA10870-6395-588A-9409-E8E4CA631CF7}" dt="2025-09-01T06:16:48.436" v="65" actId="20577"/>
          <ac:spMkLst>
            <pc:docMk/>
            <pc:sldMk cId="4016631783" sldId="328"/>
            <ac:spMk id="3" creationId="{00000000-0000-0000-0000-000000000000}"/>
          </ac:spMkLst>
        </pc:spChg>
      </pc:sldChg>
      <pc:sldChg chg="modSp mod">
        <pc:chgData name="Vincenzo Massimiliano Gulisano" userId="887d7398-9e41-4331-abd4-9c23f064ea90" providerId="ADAL" clId="{8EA10870-6395-588A-9409-E8E4CA631CF7}" dt="2025-09-04T07:49:53.865" v="150" actId="20577"/>
        <pc:sldMkLst>
          <pc:docMk/>
          <pc:sldMk cId="3987093587" sldId="341"/>
        </pc:sldMkLst>
        <pc:spChg chg="mod">
          <ac:chgData name="Vincenzo Massimiliano Gulisano" userId="887d7398-9e41-4331-abd4-9c23f064ea90" providerId="ADAL" clId="{8EA10870-6395-588A-9409-E8E4CA631CF7}" dt="2025-09-04T07:49:53.865" v="150" actId="20577"/>
          <ac:spMkLst>
            <pc:docMk/>
            <pc:sldMk cId="3987093587" sldId="341"/>
            <ac:spMk id="3" creationId="{00000000-0000-0000-0000-000000000000}"/>
          </ac:spMkLst>
        </pc:spChg>
      </pc:sldChg>
      <pc:sldChg chg="addSp delSp modSp mod setBg addAnim">
        <pc:chgData name="Vincenzo Massimiliano Gulisano" userId="887d7398-9e41-4331-abd4-9c23f064ea90" providerId="ADAL" clId="{8EA10870-6395-588A-9409-E8E4CA631CF7}" dt="2025-09-01T06:15:25.290" v="50" actId="27614"/>
        <pc:sldMkLst>
          <pc:docMk/>
          <pc:sldMk cId="2410838981" sldId="345"/>
        </pc:sldMkLst>
        <pc:spChg chg="mod">
          <ac:chgData name="Vincenzo Massimiliano Gulisano" userId="887d7398-9e41-4331-abd4-9c23f064ea90" providerId="ADAL" clId="{8EA10870-6395-588A-9409-E8E4CA631CF7}" dt="2025-09-01T06:15:04.469" v="48" actId="26606"/>
          <ac:spMkLst>
            <pc:docMk/>
            <pc:sldMk cId="2410838981" sldId="345"/>
            <ac:spMk id="2" creationId="{00000000-0000-0000-0000-000000000000}"/>
          </ac:spMkLst>
        </pc:spChg>
        <pc:spChg chg="mod">
          <ac:chgData name="Vincenzo Massimiliano Gulisano" userId="887d7398-9e41-4331-abd4-9c23f064ea90" providerId="ADAL" clId="{8EA10870-6395-588A-9409-E8E4CA631CF7}" dt="2025-09-01T06:15:04.469" v="48" actId="26606"/>
          <ac:spMkLst>
            <pc:docMk/>
            <pc:sldMk cId="2410838981" sldId="345"/>
            <ac:spMk id="3" creationId="{00000000-0000-0000-0000-000000000000}"/>
          </ac:spMkLst>
        </pc:spChg>
        <pc:spChg chg="mod ord">
          <ac:chgData name="Vincenzo Massimiliano Gulisano" userId="887d7398-9e41-4331-abd4-9c23f064ea90" providerId="ADAL" clId="{8EA10870-6395-588A-9409-E8E4CA631CF7}" dt="2025-09-01T06:15:04.469" v="48" actId="26606"/>
          <ac:spMkLst>
            <pc:docMk/>
            <pc:sldMk cId="2410838981" sldId="345"/>
            <ac:spMk id="4" creationId="{00000000-0000-0000-0000-000000000000}"/>
          </ac:spMkLst>
        </pc:spChg>
        <pc:spChg chg="mod">
          <ac:chgData name="Vincenzo Massimiliano Gulisano" userId="887d7398-9e41-4331-abd4-9c23f064ea90" providerId="ADAL" clId="{8EA10870-6395-588A-9409-E8E4CA631CF7}" dt="2025-09-01T06:15:04.469" v="48" actId="26606"/>
          <ac:spMkLst>
            <pc:docMk/>
            <pc:sldMk cId="2410838981" sldId="345"/>
            <ac:spMk id="5" creationId="{00000000-0000-0000-0000-000000000000}"/>
          </ac:spMkLst>
        </pc:spChg>
        <pc:spChg chg="mod">
          <ac:chgData name="Vincenzo Massimiliano Gulisano" userId="887d7398-9e41-4331-abd4-9c23f064ea90" providerId="ADAL" clId="{8EA10870-6395-588A-9409-E8E4CA631CF7}" dt="2025-09-01T06:15:04.469" v="48" actId="26606"/>
          <ac:spMkLst>
            <pc:docMk/>
            <pc:sldMk cId="2410838981" sldId="345"/>
            <ac:spMk id="6" creationId="{00000000-0000-0000-0000-000000000000}"/>
          </ac:spMkLst>
        </pc:spChg>
        <pc:spChg chg="add">
          <ac:chgData name="Vincenzo Massimiliano Gulisano" userId="887d7398-9e41-4331-abd4-9c23f064ea90" providerId="ADAL" clId="{8EA10870-6395-588A-9409-E8E4CA631CF7}" dt="2025-09-01T06:15:04.469" v="48" actId="26606"/>
          <ac:spMkLst>
            <pc:docMk/>
            <pc:sldMk cId="2410838981" sldId="345"/>
            <ac:spMk id="1035" creationId="{398F3DEE-0E56-499F-AFAE-C2DA7C2C815B}"/>
          </ac:spMkLst>
        </pc:spChg>
        <pc:spChg chg="add">
          <ac:chgData name="Vincenzo Massimiliano Gulisano" userId="887d7398-9e41-4331-abd4-9c23f064ea90" providerId="ADAL" clId="{8EA10870-6395-588A-9409-E8E4CA631CF7}" dt="2025-09-01T06:15:04.469" v="48" actId="26606"/>
          <ac:spMkLst>
            <pc:docMk/>
            <pc:sldMk cId="2410838981" sldId="345"/>
            <ac:spMk id="1037" creationId="{D4054751-1972-4218-A5AC-06366AB23823}"/>
          </ac:spMkLst>
        </pc:spChg>
        <pc:spChg chg="add">
          <ac:chgData name="Vincenzo Massimiliano Gulisano" userId="887d7398-9e41-4331-abd4-9c23f064ea90" providerId="ADAL" clId="{8EA10870-6395-588A-9409-E8E4CA631CF7}" dt="2025-09-01T06:15:04.469" v="48" actId="26606"/>
          <ac:spMkLst>
            <pc:docMk/>
            <pc:sldMk cId="2410838981" sldId="345"/>
            <ac:spMk id="1039" creationId="{53F16F31-4871-4294-AA34-E451DD4CD2D2}"/>
          </ac:spMkLst>
        </pc:spChg>
        <pc:spChg chg="add">
          <ac:chgData name="Vincenzo Massimiliano Gulisano" userId="887d7398-9e41-4331-abd4-9c23f064ea90" providerId="ADAL" clId="{8EA10870-6395-588A-9409-E8E4CA631CF7}" dt="2025-09-01T06:15:04.469" v="48" actId="26606"/>
          <ac:spMkLst>
            <pc:docMk/>
            <pc:sldMk cId="2410838981" sldId="345"/>
            <ac:spMk id="1041" creationId="{ABD3FB0A-8C48-462D-82B4-C52CDB3F076A}"/>
          </ac:spMkLst>
        </pc:spChg>
        <pc:picChg chg="mod ord modCrop">
          <ac:chgData name="Vincenzo Massimiliano Gulisano" userId="887d7398-9e41-4331-abd4-9c23f064ea90" providerId="ADAL" clId="{8EA10870-6395-588A-9409-E8E4CA631CF7}" dt="2025-09-01T06:15:25.290" v="50" actId="27614"/>
          <ac:picMkLst>
            <pc:docMk/>
            <pc:sldMk cId="2410838981" sldId="345"/>
            <ac:picMk id="14" creationId="{5A123EA4-E7C6-C047-84CC-59DCA220ABD3}"/>
          </ac:picMkLst>
        </pc:picChg>
        <pc:picChg chg="add mod">
          <ac:chgData name="Vincenzo Massimiliano Gulisano" userId="887d7398-9e41-4331-abd4-9c23f064ea90" providerId="ADAL" clId="{8EA10870-6395-588A-9409-E8E4CA631CF7}" dt="2025-09-01T06:14:57.195" v="47" actId="1076"/>
          <ac:picMkLst>
            <pc:docMk/>
            <pc:sldMk cId="2410838981" sldId="345"/>
            <ac:picMk id="1026" creationId="{D8525F06-A26B-A2F4-C284-D4015661F339}"/>
          </ac:picMkLst>
        </pc:picChg>
        <pc:picChg chg="add mod">
          <ac:chgData name="Vincenzo Massimiliano Gulisano" userId="887d7398-9e41-4331-abd4-9c23f064ea90" providerId="ADAL" clId="{8EA10870-6395-588A-9409-E8E4CA631CF7}" dt="2025-09-01T06:13:29.844" v="29" actId="14100"/>
          <ac:picMkLst>
            <pc:docMk/>
            <pc:sldMk cId="2410838981" sldId="345"/>
            <ac:picMk id="1028" creationId="{4DC719E2-C0C7-E6BD-FA79-0ADF7062FAFA}"/>
          </ac:picMkLst>
        </pc:picChg>
        <pc:picChg chg="add mod">
          <ac:chgData name="Vincenzo Massimiliano Gulisano" userId="887d7398-9e41-4331-abd4-9c23f064ea90" providerId="ADAL" clId="{8EA10870-6395-588A-9409-E8E4CA631CF7}" dt="2025-09-01T06:14:53.820" v="46" actId="171"/>
          <ac:picMkLst>
            <pc:docMk/>
            <pc:sldMk cId="2410838981" sldId="345"/>
            <ac:picMk id="1030" creationId="{9523C586-EBE2-4B4F-C383-2D63D678AD9B}"/>
          </ac:picMkLst>
        </pc:picChg>
      </pc:sldChg>
      <pc:sldChg chg="delSp modSp mod">
        <pc:chgData name="Vincenzo Massimiliano Gulisano" userId="887d7398-9e41-4331-abd4-9c23f064ea90" providerId="ADAL" clId="{8EA10870-6395-588A-9409-E8E4CA631CF7}" dt="2025-09-01T06:20:17.419" v="86" actId="20577"/>
        <pc:sldMkLst>
          <pc:docMk/>
          <pc:sldMk cId="2477957139" sldId="350"/>
        </pc:sldMkLst>
        <pc:spChg chg="mod">
          <ac:chgData name="Vincenzo Massimiliano Gulisano" userId="887d7398-9e41-4331-abd4-9c23f064ea90" providerId="ADAL" clId="{8EA10870-6395-588A-9409-E8E4CA631CF7}" dt="2025-09-01T06:20:17.419" v="86" actId="20577"/>
          <ac:spMkLst>
            <pc:docMk/>
            <pc:sldMk cId="2477957139" sldId="350"/>
            <ac:spMk id="3" creationId="{00000000-0000-0000-0000-000000000000}"/>
          </ac:spMkLst>
        </pc:spChg>
      </pc:sldChg>
      <pc:sldChg chg="delSp modSp mod">
        <pc:chgData name="Vincenzo Massimiliano Gulisano" userId="887d7398-9e41-4331-abd4-9c23f064ea90" providerId="ADAL" clId="{8EA10870-6395-588A-9409-E8E4CA631CF7}" dt="2025-09-01T06:36:42.544" v="127"/>
        <pc:sldMkLst>
          <pc:docMk/>
          <pc:sldMk cId="3148897109" sldId="351"/>
        </pc:sldMkLst>
      </pc:sldChg>
      <pc:sldChg chg="modSp mod modAnim">
        <pc:chgData name="Vincenzo Massimiliano Gulisano" userId="887d7398-9e41-4331-abd4-9c23f064ea90" providerId="ADAL" clId="{8EA10870-6395-588A-9409-E8E4CA631CF7}" dt="2025-09-01T06:23:25.594" v="110" actId="20577"/>
        <pc:sldMkLst>
          <pc:docMk/>
          <pc:sldMk cId="591518395" sldId="352"/>
        </pc:sldMkLst>
        <pc:spChg chg="mod">
          <ac:chgData name="Vincenzo Massimiliano Gulisano" userId="887d7398-9e41-4331-abd4-9c23f064ea90" providerId="ADAL" clId="{8EA10870-6395-588A-9409-E8E4CA631CF7}" dt="2025-09-01T06:23:25.594" v="110" actId="20577"/>
          <ac:spMkLst>
            <pc:docMk/>
            <pc:sldMk cId="591518395" sldId="352"/>
            <ac:spMk id="3" creationId="{00000000-0000-0000-0000-000000000000}"/>
          </ac:spMkLst>
        </pc:spChg>
      </pc:sldChg>
      <pc:sldChg chg="addSp modSp mod">
        <pc:chgData name="Vincenzo Massimiliano Gulisano" userId="887d7398-9e41-4331-abd4-9c23f064ea90" providerId="ADAL" clId="{8EA10870-6395-588A-9409-E8E4CA631CF7}" dt="2025-09-01T06:20:36.335" v="93" actId="20577"/>
        <pc:sldMkLst>
          <pc:docMk/>
          <pc:sldMk cId="1472298776" sldId="359"/>
        </pc:sldMkLst>
        <pc:spChg chg="add mod">
          <ac:chgData name="Vincenzo Massimiliano Gulisano" userId="887d7398-9e41-4331-abd4-9c23f064ea90" providerId="ADAL" clId="{8EA10870-6395-588A-9409-E8E4CA631CF7}" dt="2025-09-01T06:20:36.335" v="93" actId="20577"/>
          <ac:spMkLst>
            <pc:docMk/>
            <pc:sldMk cId="1472298776" sldId="359"/>
            <ac:spMk id="3" creationId="{4FCAFA26-4244-51AD-EAA7-5BADBBE7FA18}"/>
          </ac:spMkLst>
        </pc:spChg>
      </pc:sldChg>
      <pc:sldChg chg="modSp mod">
        <pc:chgData name="Vincenzo Massimiliano Gulisano" userId="887d7398-9e41-4331-abd4-9c23f064ea90" providerId="ADAL" clId="{8EA10870-6395-588A-9409-E8E4CA631CF7}" dt="2025-09-01T06:22:15.275" v="102" actId="255"/>
        <pc:sldMkLst>
          <pc:docMk/>
          <pc:sldMk cId="656432569" sldId="360"/>
        </pc:sldMkLst>
        <pc:spChg chg="mod">
          <ac:chgData name="Vincenzo Massimiliano Gulisano" userId="887d7398-9e41-4331-abd4-9c23f064ea90" providerId="ADAL" clId="{8EA10870-6395-588A-9409-E8E4CA631CF7}" dt="2025-09-01T06:22:15.275" v="102" actId="255"/>
          <ac:spMkLst>
            <pc:docMk/>
            <pc:sldMk cId="656432569" sldId="360"/>
            <ac:spMk id="3" creationId="{00000000-0000-0000-0000-000000000000}"/>
          </ac:spMkLst>
        </pc:spChg>
      </pc:sldChg>
      <pc:sldChg chg="del">
        <pc:chgData name="Vincenzo Massimiliano Gulisano" userId="887d7398-9e41-4331-abd4-9c23f064ea90" providerId="ADAL" clId="{8EA10870-6395-588A-9409-E8E4CA631CF7}" dt="2025-09-01T06:22:38.476" v="104" actId="2696"/>
        <pc:sldMkLst>
          <pc:docMk/>
          <pc:sldMk cId="1176706388" sldId="466"/>
        </pc:sldMkLst>
      </pc:sldChg>
      <pc:sldChg chg="del">
        <pc:chgData name="Vincenzo Massimiliano Gulisano" userId="887d7398-9e41-4331-abd4-9c23f064ea90" providerId="ADAL" clId="{8EA10870-6395-588A-9409-E8E4CA631CF7}" dt="2025-09-01T06:22:44.275" v="105" actId="2696"/>
        <pc:sldMkLst>
          <pc:docMk/>
          <pc:sldMk cId="2909505073" sldId="467"/>
        </pc:sldMkLst>
      </pc:sldChg>
      <pc:sldChg chg="del">
        <pc:chgData name="Vincenzo Massimiliano Gulisano" userId="887d7398-9e41-4331-abd4-9c23f064ea90" providerId="ADAL" clId="{8EA10870-6395-588A-9409-E8E4CA631CF7}" dt="2025-09-01T06:22:49.361" v="106" actId="2696"/>
        <pc:sldMkLst>
          <pc:docMk/>
          <pc:sldMk cId="3732302267" sldId="468"/>
        </pc:sldMkLst>
      </pc:sldChg>
      <pc:sldChg chg="del">
        <pc:chgData name="Vincenzo Massimiliano Gulisano" userId="887d7398-9e41-4331-abd4-9c23f064ea90" providerId="ADAL" clId="{8EA10870-6395-588A-9409-E8E4CA631CF7}" dt="2025-09-01T06:22:56.259" v="107" actId="2696"/>
        <pc:sldMkLst>
          <pc:docMk/>
          <pc:sldMk cId="1345236427" sldId="469"/>
        </pc:sldMkLst>
      </pc:sldChg>
      <pc:sldChg chg="modSp del mod">
        <pc:chgData name="Vincenzo Massimiliano Gulisano" userId="887d7398-9e41-4331-abd4-9c23f064ea90" providerId="ADAL" clId="{8EA10870-6395-588A-9409-E8E4CA631CF7}" dt="2025-09-01T06:22:16.941" v="103" actId="2696"/>
        <pc:sldMkLst>
          <pc:docMk/>
          <pc:sldMk cId="1084255849" sldId="470"/>
        </pc:sldMkLst>
      </pc:sldChg>
      <pc:sldChg chg="modSp mod">
        <pc:chgData name="Vincenzo Massimiliano Gulisano" userId="887d7398-9e41-4331-abd4-9c23f064ea90" providerId="ADAL" clId="{8EA10870-6395-588A-9409-E8E4CA631CF7}" dt="2025-09-04T06:02:22.758" v="148" actId="20577"/>
        <pc:sldMkLst>
          <pc:docMk/>
          <pc:sldMk cId="4134351739" sldId="471"/>
        </pc:sldMkLst>
        <pc:spChg chg="mod">
          <ac:chgData name="Vincenzo Massimiliano Gulisano" userId="887d7398-9e41-4331-abd4-9c23f064ea90" providerId="ADAL" clId="{8EA10870-6395-588A-9409-E8E4CA631CF7}" dt="2025-09-04T06:02:22.758" v="148" actId="20577"/>
          <ac:spMkLst>
            <pc:docMk/>
            <pc:sldMk cId="4134351739" sldId="471"/>
            <ac:spMk id="3" creationId="{B9475E94-20AE-1F18-EE4B-14C4484DB86C}"/>
          </ac:spMkLst>
        </pc:spChg>
      </pc:sldChg>
    </pc:docChg>
  </pc:docChgLst>
  <pc:docChgLst>
    <pc:chgData name="Vincenzo Massimiliano Gulisano" userId="887d7398-9e41-4331-abd4-9c23f064ea90" providerId="ADAL" clId="{D77FE50F-DADA-4C49-AB21-7E01E095C3A1}"/>
    <pc:docChg chg="undo custSel addSld modSld">
      <pc:chgData name="Vincenzo Massimiliano Gulisano" userId="887d7398-9e41-4331-abd4-9c23f064ea90" providerId="ADAL" clId="{D77FE50F-DADA-4C49-AB21-7E01E095C3A1}" dt="2023-09-04T03:03:43.800" v="404" actId="20577"/>
      <pc:docMkLst>
        <pc:docMk/>
      </pc:docMkLst>
      <pc:sldChg chg="modSp mod">
        <pc:chgData name="Vincenzo Massimiliano Gulisano" userId="887d7398-9e41-4331-abd4-9c23f064ea90" providerId="ADAL" clId="{D77FE50F-DADA-4C49-AB21-7E01E095C3A1}" dt="2023-09-04T02:52:49.400" v="18" actId="20577"/>
        <pc:sldMkLst>
          <pc:docMk/>
          <pc:sldMk cId="3987093587" sldId="341"/>
        </pc:sldMkLst>
      </pc:sldChg>
      <pc:sldChg chg="modSp mod">
        <pc:chgData name="Vincenzo Massimiliano Gulisano" userId="887d7398-9e41-4331-abd4-9c23f064ea90" providerId="ADAL" clId="{D77FE50F-DADA-4C49-AB21-7E01E095C3A1}" dt="2023-09-04T02:54:52.229" v="160" actId="1076"/>
        <pc:sldMkLst>
          <pc:docMk/>
          <pc:sldMk cId="2477957139" sldId="350"/>
        </pc:sldMkLst>
      </pc:sldChg>
      <pc:sldChg chg="addSp delSp modSp mod">
        <pc:chgData name="Vincenzo Massimiliano Gulisano" userId="887d7398-9e41-4331-abd4-9c23f064ea90" providerId="ADAL" clId="{D77FE50F-DADA-4C49-AB21-7E01E095C3A1}" dt="2023-09-04T03:01:23.521" v="291" actId="255"/>
        <pc:sldMkLst>
          <pc:docMk/>
          <pc:sldMk cId="656432569" sldId="360"/>
        </pc:sldMkLst>
      </pc:sldChg>
      <pc:sldChg chg="modSp mod">
        <pc:chgData name="Vincenzo Massimiliano Gulisano" userId="887d7398-9e41-4331-abd4-9c23f064ea90" providerId="ADAL" clId="{D77FE50F-DADA-4C49-AB21-7E01E095C3A1}" dt="2023-09-04T03:01:36.031" v="293" actId="255"/>
        <pc:sldMkLst>
          <pc:docMk/>
          <pc:sldMk cId="1640454075" sldId="465"/>
        </pc:sldMkLst>
      </pc:sldChg>
      <pc:sldChg chg="modSp mod">
        <pc:chgData name="Vincenzo Massimiliano Gulisano" userId="887d7398-9e41-4331-abd4-9c23f064ea90" providerId="ADAL" clId="{D77FE50F-DADA-4C49-AB21-7E01E095C3A1}" dt="2023-09-04T03:01:59.961" v="302" actId="255"/>
        <pc:sldMkLst>
          <pc:docMk/>
          <pc:sldMk cId="1176706388" sldId="466"/>
        </pc:sldMkLst>
      </pc:sldChg>
      <pc:sldChg chg="modSp mod">
        <pc:chgData name="Vincenzo Massimiliano Gulisano" userId="887d7398-9e41-4331-abd4-9c23f064ea90" providerId="ADAL" clId="{D77FE50F-DADA-4C49-AB21-7E01E095C3A1}" dt="2023-09-04T03:02:33.103" v="364" actId="207"/>
        <pc:sldMkLst>
          <pc:docMk/>
          <pc:sldMk cId="3732302267" sldId="468"/>
        </pc:sldMkLst>
      </pc:sldChg>
      <pc:sldChg chg="modSp add mod">
        <pc:chgData name="Vincenzo Massimiliano Gulisano" userId="887d7398-9e41-4331-abd4-9c23f064ea90" providerId="ADAL" clId="{D77FE50F-DADA-4C49-AB21-7E01E095C3A1}" dt="2023-09-04T03:01:29.569" v="292" actId="255"/>
        <pc:sldMkLst>
          <pc:docMk/>
          <pc:sldMk cId="1084255849" sldId="470"/>
        </pc:sldMkLst>
      </pc:sldChg>
      <pc:sldChg chg="modSp new mod">
        <pc:chgData name="Vincenzo Massimiliano Gulisano" userId="887d7398-9e41-4331-abd4-9c23f064ea90" providerId="ADAL" clId="{D77FE50F-DADA-4C49-AB21-7E01E095C3A1}" dt="2023-09-04T03:03:43.800" v="404" actId="20577"/>
        <pc:sldMkLst>
          <pc:docMk/>
          <pc:sldMk cId="4134351739" sldId="471"/>
        </pc:sldMkLst>
      </pc:sldChg>
    </pc:docChg>
  </pc:docChgLst>
  <pc:docChgLst>
    <pc:chgData name="Vincenzo Massimiliano Gulisano" userId="887d7398-9e41-4331-abd4-9c23f064ea90" providerId="ADAL" clId="{9D56A508-5072-8B45-81B9-838E72EAE87F}"/>
    <pc:docChg chg="custSel addSld delSld modSld">
      <pc:chgData name="Vincenzo Massimiliano Gulisano" userId="887d7398-9e41-4331-abd4-9c23f064ea90" providerId="ADAL" clId="{9D56A508-5072-8B45-81B9-838E72EAE87F}" dt="2022-08-15T10:43:09.944" v="543" actId="20577"/>
      <pc:docMkLst>
        <pc:docMk/>
      </pc:docMkLst>
      <pc:sldChg chg="delSp modSp mod">
        <pc:chgData name="Vincenzo Massimiliano Gulisano" userId="887d7398-9e41-4331-abd4-9c23f064ea90" providerId="ADAL" clId="{9D56A508-5072-8B45-81B9-838E72EAE87F}" dt="2022-08-15T10:28:40.554" v="77" actId="1036"/>
        <pc:sldMkLst>
          <pc:docMk/>
          <pc:sldMk cId="3987093587" sldId="341"/>
        </pc:sldMkLst>
      </pc:sldChg>
      <pc:sldChg chg="modSp mod">
        <pc:chgData name="Vincenzo Massimiliano Gulisano" userId="887d7398-9e41-4331-abd4-9c23f064ea90" providerId="ADAL" clId="{9D56A508-5072-8B45-81B9-838E72EAE87F}" dt="2022-08-15T10:29:28.031" v="86" actId="20577"/>
        <pc:sldMkLst>
          <pc:docMk/>
          <pc:sldMk cId="2477957139" sldId="350"/>
        </pc:sldMkLst>
      </pc:sldChg>
      <pc:sldChg chg="modSp mod">
        <pc:chgData name="Vincenzo Massimiliano Gulisano" userId="887d7398-9e41-4331-abd4-9c23f064ea90" providerId="ADAL" clId="{9D56A508-5072-8B45-81B9-838E72EAE87F}" dt="2022-08-15T10:33:02.753" v="105" actId="20577"/>
        <pc:sldMkLst>
          <pc:docMk/>
          <pc:sldMk cId="591518395" sldId="352"/>
        </pc:sldMkLst>
      </pc:sldChg>
      <pc:sldChg chg="del">
        <pc:chgData name="Vincenzo Massimiliano Gulisano" userId="887d7398-9e41-4331-abd4-9c23f064ea90" providerId="ADAL" clId="{9D56A508-5072-8B45-81B9-838E72EAE87F}" dt="2022-08-15T10:29:10.311" v="78" actId="2696"/>
        <pc:sldMkLst>
          <pc:docMk/>
          <pc:sldMk cId="926099826" sldId="386"/>
        </pc:sldMkLst>
      </pc:sldChg>
      <pc:sldChg chg="del">
        <pc:chgData name="Vincenzo Massimiliano Gulisano" userId="887d7398-9e41-4331-abd4-9c23f064ea90" providerId="ADAL" clId="{9D56A508-5072-8B45-81B9-838E72EAE87F}" dt="2022-08-15T10:33:30.700" v="106" actId="2696"/>
        <pc:sldMkLst>
          <pc:docMk/>
          <pc:sldMk cId="1651757026" sldId="463"/>
        </pc:sldMkLst>
      </pc:sldChg>
      <pc:sldChg chg="addSp modSp new mod">
        <pc:chgData name="Vincenzo Massimiliano Gulisano" userId="887d7398-9e41-4331-abd4-9c23f064ea90" providerId="ADAL" clId="{9D56A508-5072-8B45-81B9-838E72EAE87F}" dt="2022-08-15T10:43:09.944" v="543" actId="20577"/>
        <pc:sldMkLst>
          <pc:docMk/>
          <pc:sldMk cId="310972749" sldId="470"/>
        </pc:sldMkLst>
      </pc:sldChg>
    </pc:docChg>
  </pc:docChgLst>
  <pc:docChgLst>
    <pc:chgData name="Vincenzo Massimiliano Gulisano" userId="887d7398-9e41-4331-abd4-9c23f064ea90" providerId="ADAL" clId="{C4E1686E-44D9-874F-A237-47FEB0BE7066}"/>
    <pc:docChg chg="undo custSel delSld modSld">
      <pc:chgData name="Vincenzo Massimiliano Gulisano" userId="887d7398-9e41-4331-abd4-9c23f064ea90" providerId="ADAL" clId="{C4E1686E-44D9-874F-A237-47FEB0BE7066}" dt="2023-08-09T03:08:09.265" v="570" actId="1076"/>
      <pc:docMkLst>
        <pc:docMk/>
      </pc:docMkLst>
      <pc:sldChg chg="modSp mod">
        <pc:chgData name="Vincenzo Massimiliano Gulisano" userId="887d7398-9e41-4331-abd4-9c23f064ea90" providerId="ADAL" clId="{C4E1686E-44D9-874F-A237-47FEB0BE7066}" dt="2023-08-09T02:42:12.402" v="93" actId="20577"/>
        <pc:sldMkLst>
          <pc:docMk/>
          <pc:sldMk cId="2849862534" sldId="340"/>
        </pc:sldMkLst>
      </pc:sldChg>
      <pc:sldChg chg="delSp modSp mod">
        <pc:chgData name="Vincenzo Massimiliano Gulisano" userId="887d7398-9e41-4331-abd4-9c23f064ea90" providerId="ADAL" clId="{C4E1686E-44D9-874F-A237-47FEB0BE7066}" dt="2023-08-09T02:40:43.960" v="49" actId="20577"/>
        <pc:sldMkLst>
          <pc:docMk/>
          <pc:sldMk cId="3987093587" sldId="341"/>
        </pc:sldMkLst>
      </pc:sldChg>
      <pc:sldChg chg="addSp modSp mod">
        <pc:chgData name="Vincenzo Massimiliano Gulisano" userId="887d7398-9e41-4331-abd4-9c23f064ea90" providerId="ADAL" clId="{C4E1686E-44D9-874F-A237-47FEB0BE7066}" dt="2023-08-09T03:08:09.265" v="570" actId="1076"/>
        <pc:sldMkLst>
          <pc:docMk/>
          <pc:sldMk cId="2477957139" sldId="350"/>
        </pc:sldMkLst>
      </pc:sldChg>
      <pc:sldChg chg="modSp mod">
        <pc:chgData name="Vincenzo Massimiliano Gulisano" userId="887d7398-9e41-4331-abd4-9c23f064ea90" providerId="ADAL" clId="{C4E1686E-44D9-874F-A237-47FEB0BE7066}" dt="2023-08-09T02:57:31.638" v="409" actId="207"/>
        <pc:sldMkLst>
          <pc:docMk/>
          <pc:sldMk cId="656432569" sldId="360"/>
        </pc:sldMkLst>
      </pc:sldChg>
      <pc:sldChg chg="modSp mod">
        <pc:chgData name="Vincenzo Massimiliano Gulisano" userId="887d7398-9e41-4331-abd4-9c23f064ea90" providerId="ADAL" clId="{C4E1686E-44D9-874F-A237-47FEB0BE7066}" dt="2023-08-09T02:58:11.184" v="429" actId="207"/>
        <pc:sldMkLst>
          <pc:docMk/>
          <pc:sldMk cId="1640454075" sldId="465"/>
        </pc:sldMkLst>
      </pc:sldChg>
      <pc:sldChg chg="modSp mod">
        <pc:chgData name="Vincenzo Massimiliano Gulisano" userId="887d7398-9e41-4331-abd4-9c23f064ea90" providerId="ADAL" clId="{C4E1686E-44D9-874F-A237-47FEB0BE7066}" dt="2023-08-09T02:59:00.115" v="431" actId="207"/>
        <pc:sldMkLst>
          <pc:docMk/>
          <pc:sldMk cId="1176706388" sldId="466"/>
        </pc:sldMkLst>
      </pc:sldChg>
      <pc:sldChg chg="modSp mod">
        <pc:chgData name="Vincenzo Massimiliano Gulisano" userId="887d7398-9e41-4331-abd4-9c23f064ea90" providerId="ADAL" clId="{C4E1686E-44D9-874F-A237-47FEB0BE7066}" dt="2023-08-09T02:59:31.528" v="452" actId="207"/>
        <pc:sldMkLst>
          <pc:docMk/>
          <pc:sldMk cId="3732302267" sldId="468"/>
        </pc:sldMkLst>
      </pc:sldChg>
      <pc:sldChg chg="del">
        <pc:chgData name="Vincenzo Massimiliano Gulisano" userId="887d7398-9e41-4331-abd4-9c23f064ea90" providerId="ADAL" clId="{C4E1686E-44D9-874F-A237-47FEB0BE7066}" dt="2023-08-09T03:00:26.977" v="453" actId="2696"/>
        <pc:sldMkLst>
          <pc:docMk/>
          <pc:sldMk cId="310972749" sldId="47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6DF7B90-6AB8-C142-BC2F-21EDC78EABDE}" type="datetimeFigureOut">
              <a:rPr lang="en-US" smtClean="0"/>
              <a:t>9/4/25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153B664-A99E-FB41-9868-49A1F359AC6F}" type="slidenum">
              <a:rPr lang="en-US" smtClean="0"/>
              <a:t>‹#›</a:t>
            </a:fld>
            <a:endParaRPr lang="en-US"/>
          </a:p>
        </p:txBody>
      </p:sp>
    </p:spTree>
    <p:extLst>
      <p:ext uri="{BB962C8B-B14F-4D97-AF65-F5344CB8AC3E}">
        <p14:creationId xmlns:p14="http://schemas.microsoft.com/office/powerpoint/2010/main" val="163311697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C89A5D-C583-4B96-9043-CDF5AF33BA28}" type="datetimeFigureOut">
              <a:rPr lang="en-US" smtClean="0"/>
              <a:t>9/4/25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81F744-5855-45B1-BDAC-69209E9295D1}" type="slidenum">
              <a:rPr lang="en-US" smtClean="0"/>
              <a:t>‹#›</a:t>
            </a:fld>
            <a:endParaRPr lang="en-US"/>
          </a:p>
        </p:txBody>
      </p:sp>
    </p:spTree>
    <p:extLst>
      <p:ext uri="{BB962C8B-B14F-4D97-AF65-F5344CB8AC3E}">
        <p14:creationId xmlns:p14="http://schemas.microsoft.com/office/powerpoint/2010/main" val="237026405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D757A2C-8941-40A3-B23F-9B6C8A580B0A}" type="slidenum">
              <a:rPr lang="en-US" altLang="en-US" smtClean="0">
                <a:latin typeface="Helvetica" panose="020B0604020202020204" pitchFamily="34" charset="0"/>
              </a:rPr>
              <a:pPr/>
              <a:t>1</a:t>
            </a:fld>
            <a:endParaRPr lang="en-US" altLang="en-US">
              <a:latin typeface="Helvetica" panose="020B0604020202020204" pitchFamily="34" charset="0"/>
            </a:endParaRPr>
          </a:p>
        </p:txBody>
      </p:sp>
      <p:sp>
        <p:nvSpPr>
          <p:cNvPr id="6147" name="Rectangle 2"/>
          <p:cNvSpPr>
            <a:spLocks noGrp="1" noRot="1" noChangeAspect="1" noChangeArrowheads="1" noTextEdit="1"/>
          </p:cNvSpPr>
          <p:nvPr>
            <p:ph type="sldImg"/>
          </p:nvPr>
        </p:nvSpPr>
        <p:spPr>
          <a:xfrm>
            <a:off x="685800" y="1143000"/>
            <a:ext cx="5486400" cy="3086100"/>
          </a:xfrm>
          <a:ln/>
        </p:spPr>
      </p:sp>
      <p:sp>
        <p:nvSpPr>
          <p:cNvPr id="614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678759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381F744-5855-45B1-BDAC-69209E9295D1}" type="slidenum">
              <a:rPr lang="en-US" smtClean="0"/>
              <a:t>3</a:t>
            </a:fld>
            <a:endParaRPr lang="en-US"/>
          </a:p>
        </p:txBody>
      </p:sp>
    </p:spTree>
    <p:extLst>
      <p:ext uri="{BB962C8B-B14F-4D97-AF65-F5344CB8AC3E}">
        <p14:creationId xmlns:p14="http://schemas.microsoft.com/office/powerpoint/2010/main" val="16451544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381F744-5855-45B1-BDAC-69209E9295D1}" type="slidenum">
              <a:rPr lang="en-US" smtClean="0"/>
              <a:t>5</a:t>
            </a:fld>
            <a:endParaRPr lang="en-US"/>
          </a:p>
        </p:txBody>
      </p:sp>
    </p:spTree>
    <p:extLst>
      <p:ext uri="{BB962C8B-B14F-4D97-AF65-F5344CB8AC3E}">
        <p14:creationId xmlns:p14="http://schemas.microsoft.com/office/powerpoint/2010/main" val="5886588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P</a:t>
            </a:r>
            <a:r>
              <a:rPr lang="en-SE"/>
              <a:t>robably one of the first courses in which you can see how many things exist and interconnect in large pieces of software.</a:t>
            </a:r>
          </a:p>
          <a:p>
            <a:r>
              <a:rPr lang="en-SE"/>
              <a:t>And that many times these interconnected modules create interesting trade-offs</a:t>
            </a:r>
          </a:p>
        </p:txBody>
      </p:sp>
      <p:sp>
        <p:nvSpPr>
          <p:cNvPr id="4" name="Slide Number Placeholder 3"/>
          <p:cNvSpPr>
            <a:spLocks noGrp="1"/>
          </p:cNvSpPr>
          <p:nvPr>
            <p:ph type="sldNum" sz="quarter" idx="5"/>
          </p:nvPr>
        </p:nvSpPr>
        <p:spPr/>
        <p:txBody>
          <a:bodyPr/>
          <a:lstStyle/>
          <a:p>
            <a:fld id="{4381F744-5855-45B1-BDAC-69209E9295D1}" type="slidenum">
              <a:rPr lang="en-US" smtClean="0"/>
              <a:t>7</a:t>
            </a:fld>
            <a:endParaRPr lang="en-US"/>
          </a:p>
        </p:txBody>
      </p:sp>
    </p:spTree>
    <p:extLst>
      <p:ext uri="{BB962C8B-B14F-4D97-AF65-F5344CB8AC3E}">
        <p14:creationId xmlns:p14="http://schemas.microsoft.com/office/powerpoint/2010/main" val="21325562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4381F744-5855-45B1-BDAC-69209E9295D1}" type="slidenum">
              <a:rPr lang="en-US" smtClean="0"/>
              <a:t>9</a:t>
            </a:fld>
            <a:endParaRPr lang="en-US"/>
          </a:p>
        </p:txBody>
      </p:sp>
    </p:spTree>
    <p:extLst>
      <p:ext uri="{BB962C8B-B14F-4D97-AF65-F5344CB8AC3E}">
        <p14:creationId xmlns:p14="http://schemas.microsoft.com/office/powerpoint/2010/main" val="18604868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Do not get scared! I will</a:t>
            </a:r>
            <a:r>
              <a:rPr lang="en-US" baseline="0"/>
              <a:t> just go quickly over these things… and we will look at them again then the course finishes, then you will see everything makes sense</a:t>
            </a:r>
            <a:endParaRPr lang="en-US"/>
          </a:p>
        </p:txBody>
      </p:sp>
      <p:sp>
        <p:nvSpPr>
          <p:cNvPr id="4" name="Slide Number Placeholder 3"/>
          <p:cNvSpPr>
            <a:spLocks noGrp="1"/>
          </p:cNvSpPr>
          <p:nvPr>
            <p:ph type="sldNum" sz="quarter" idx="10"/>
          </p:nvPr>
        </p:nvSpPr>
        <p:spPr/>
        <p:txBody>
          <a:bodyPr/>
          <a:lstStyle/>
          <a:p>
            <a:fld id="{4381F744-5855-45B1-BDAC-69209E9295D1}" type="slidenum">
              <a:rPr lang="en-US" smtClean="0"/>
              <a:t>14</a:t>
            </a:fld>
            <a:endParaRPr lang="en-US"/>
          </a:p>
        </p:txBody>
      </p:sp>
    </p:spTree>
    <p:extLst>
      <p:ext uri="{BB962C8B-B14F-4D97-AF65-F5344CB8AC3E}">
        <p14:creationId xmlns:p14="http://schemas.microsoft.com/office/powerpoint/2010/main" val="6889390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Tell about the exercise sessions</a:t>
            </a:r>
          </a:p>
        </p:txBody>
      </p:sp>
      <p:sp>
        <p:nvSpPr>
          <p:cNvPr id="4" name="Slide Number Placeholder 3"/>
          <p:cNvSpPr>
            <a:spLocks noGrp="1"/>
          </p:cNvSpPr>
          <p:nvPr>
            <p:ph type="sldNum" sz="quarter" idx="10"/>
          </p:nvPr>
        </p:nvSpPr>
        <p:spPr/>
        <p:txBody>
          <a:bodyPr/>
          <a:lstStyle/>
          <a:p>
            <a:fld id="{4381F744-5855-45B1-BDAC-69209E9295D1}" type="slidenum">
              <a:rPr lang="en-US" smtClean="0"/>
              <a:t>16</a:t>
            </a:fld>
            <a:endParaRPr lang="en-US"/>
          </a:p>
        </p:txBody>
      </p:sp>
    </p:spTree>
    <p:extLst>
      <p:ext uri="{BB962C8B-B14F-4D97-AF65-F5344CB8AC3E}">
        <p14:creationId xmlns:p14="http://schemas.microsoft.com/office/powerpoint/2010/main" val="17509526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381F744-5855-45B1-BDAC-69209E9295D1}" type="slidenum">
              <a:rPr lang="en-US" smtClean="0"/>
              <a:t>19</a:t>
            </a:fld>
            <a:endParaRPr lang="en-US"/>
          </a:p>
        </p:txBody>
      </p:sp>
    </p:spTree>
    <p:extLst>
      <p:ext uri="{BB962C8B-B14F-4D97-AF65-F5344CB8AC3E}">
        <p14:creationId xmlns:p14="http://schemas.microsoft.com/office/powerpoint/2010/main" val="250960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381F744-5855-45B1-BDAC-69209E9295D1}" type="slidenum">
              <a:rPr lang="en-US" smtClean="0"/>
              <a:t>21</a:t>
            </a:fld>
            <a:endParaRPr lang="en-US"/>
          </a:p>
        </p:txBody>
      </p:sp>
    </p:spTree>
    <p:extLst>
      <p:ext uri="{BB962C8B-B14F-4D97-AF65-F5344CB8AC3E}">
        <p14:creationId xmlns:p14="http://schemas.microsoft.com/office/powerpoint/2010/main" val="8627700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381F744-5855-45B1-BDAC-69209E9295D1}" type="slidenum">
              <a:rPr lang="en-US" smtClean="0"/>
              <a:t>25</a:t>
            </a:fld>
            <a:endParaRPr lang="en-US"/>
          </a:p>
        </p:txBody>
      </p:sp>
    </p:spTree>
    <p:extLst>
      <p:ext uri="{BB962C8B-B14F-4D97-AF65-F5344CB8AC3E}">
        <p14:creationId xmlns:p14="http://schemas.microsoft.com/office/powerpoint/2010/main" val="30935301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sv-SE"/>
          </a:p>
        </p:txBody>
      </p:sp>
      <p:sp>
        <p:nvSpPr>
          <p:cNvPr id="4" name="Slide Number Placeholder 3"/>
          <p:cNvSpPr>
            <a:spLocks noGrp="1"/>
          </p:cNvSpPr>
          <p:nvPr>
            <p:ph type="sldNum" sz="quarter" idx="10"/>
          </p:nvPr>
        </p:nvSpPr>
        <p:spPr/>
        <p:txBody>
          <a:bodyPr/>
          <a:lstStyle/>
          <a:p>
            <a:pPr>
              <a:defRPr/>
            </a:pPr>
            <a:fld id="{6F3A755C-4323-1F44-8654-A008D5F7A973}" type="slidenum">
              <a:rPr lang="sv-SE" smtClean="0"/>
              <a:pPr>
                <a:defRPr/>
              </a:pPr>
              <a:t>27</a:t>
            </a:fld>
            <a:endParaRPr lang="sv-SE"/>
          </a:p>
        </p:txBody>
      </p:sp>
    </p:spTree>
    <p:extLst>
      <p:ext uri="{BB962C8B-B14F-4D97-AF65-F5344CB8AC3E}">
        <p14:creationId xmlns:p14="http://schemas.microsoft.com/office/powerpoint/2010/main" val="6994488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sv-SE"/>
          </a:p>
        </p:txBody>
      </p:sp>
      <p:sp>
        <p:nvSpPr>
          <p:cNvPr id="4" name="Slide Number Placeholder 3"/>
          <p:cNvSpPr>
            <a:spLocks noGrp="1"/>
          </p:cNvSpPr>
          <p:nvPr>
            <p:ph type="sldNum" sz="quarter" idx="10"/>
          </p:nvPr>
        </p:nvSpPr>
        <p:spPr/>
        <p:txBody>
          <a:bodyPr/>
          <a:lstStyle/>
          <a:p>
            <a:pPr>
              <a:defRPr/>
            </a:pPr>
            <a:fld id="{6F3A755C-4323-1F44-8654-A008D5F7A973}" type="slidenum">
              <a:rPr lang="sv-SE" smtClean="0"/>
              <a:pPr>
                <a:defRPr/>
              </a:pPr>
              <a:t>28</a:t>
            </a:fld>
            <a:endParaRPr lang="sv-SE"/>
          </a:p>
        </p:txBody>
      </p:sp>
    </p:spTree>
    <p:extLst>
      <p:ext uri="{BB962C8B-B14F-4D97-AF65-F5344CB8AC3E}">
        <p14:creationId xmlns:p14="http://schemas.microsoft.com/office/powerpoint/2010/main" val="18292804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a:ln/>
        </p:spPr>
      </p:sp>
      <p:sp>
        <p:nvSpPr>
          <p:cNvPr id="3993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v-SE" altLang="sv-SE"/>
          </a:p>
        </p:txBody>
      </p:sp>
      <p:sp>
        <p:nvSpPr>
          <p:cNvPr id="39940"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895" indent="-285729">
              <a:defRPr sz="2400">
                <a:solidFill>
                  <a:schemeClr val="tx1"/>
                </a:solidFill>
                <a:latin typeface="Times" panose="02020603050405020304" pitchFamily="18" charset="0"/>
              </a:defRPr>
            </a:lvl2pPr>
            <a:lvl3pPr marL="1142915" indent="-228583">
              <a:defRPr sz="2400">
                <a:solidFill>
                  <a:schemeClr val="tx1"/>
                </a:solidFill>
                <a:latin typeface="Times" panose="02020603050405020304" pitchFamily="18" charset="0"/>
              </a:defRPr>
            </a:lvl3pPr>
            <a:lvl4pPr marL="1600081" indent="-228583">
              <a:defRPr sz="2400">
                <a:solidFill>
                  <a:schemeClr val="tx1"/>
                </a:solidFill>
                <a:latin typeface="Times" panose="02020603050405020304" pitchFamily="18" charset="0"/>
              </a:defRPr>
            </a:lvl4pPr>
            <a:lvl5pPr marL="2057248" indent="-228583">
              <a:defRPr sz="2400">
                <a:solidFill>
                  <a:schemeClr val="tx1"/>
                </a:solidFill>
                <a:latin typeface="Times" panose="02020603050405020304" pitchFamily="18" charset="0"/>
              </a:defRPr>
            </a:lvl5pPr>
            <a:lvl6pPr marL="2514414" indent="-228583" eaLnBrk="0" fontAlgn="base" hangingPunct="0">
              <a:spcBef>
                <a:spcPct val="0"/>
              </a:spcBef>
              <a:spcAft>
                <a:spcPct val="0"/>
              </a:spcAft>
              <a:defRPr sz="2400">
                <a:solidFill>
                  <a:schemeClr val="tx1"/>
                </a:solidFill>
                <a:latin typeface="Times" panose="02020603050405020304" pitchFamily="18" charset="0"/>
              </a:defRPr>
            </a:lvl6pPr>
            <a:lvl7pPr marL="2971579" indent="-228583" eaLnBrk="0" fontAlgn="base" hangingPunct="0">
              <a:spcBef>
                <a:spcPct val="0"/>
              </a:spcBef>
              <a:spcAft>
                <a:spcPct val="0"/>
              </a:spcAft>
              <a:defRPr sz="2400">
                <a:solidFill>
                  <a:schemeClr val="tx1"/>
                </a:solidFill>
                <a:latin typeface="Times" panose="02020603050405020304" pitchFamily="18" charset="0"/>
              </a:defRPr>
            </a:lvl7pPr>
            <a:lvl8pPr marL="3428746" indent="-228583" eaLnBrk="0" fontAlgn="base" hangingPunct="0">
              <a:spcBef>
                <a:spcPct val="0"/>
              </a:spcBef>
              <a:spcAft>
                <a:spcPct val="0"/>
              </a:spcAft>
              <a:defRPr sz="2400">
                <a:solidFill>
                  <a:schemeClr val="tx1"/>
                </a:solidFill>
                <a:latin typeface="Times" panose="02020603050405020304" pitchFamily="18" charset="0"/>
              </a:defRPr>
            </a:lvl8pPr>
            <a:lvl9pPr marL="3885912" indent="-228583" eaLnBrk="0" fontAlgn="base" hangingPunct="0">
              <a:spcBef>
                <a:spcPct val="0"/>
              </a:spcBef>
              <a:spcAft>
                <a:spcPct val="0"/>
              </a:spcAft>
              <a:defRPr sz="2400">
                <a:solidFill>
                  <a:schemeClr val="tx1"/>
                </a:solidFill>
                <a:latin typeface="Times" panose="02020603050405020304" pitchFamily="18" charset="0"/>
              </a:defRPr>
            </a:lvl9pPr>
          </a:lstStyle>
          <a:p>
            <a:fld id="{852569BF-52B0-42A5-B0EE-1FE3928A769E}" type="slidenum">
              <a:rPr lang="sv-SE" altLang="sv-SE" sz="1300"/>
              <a:pPr/>
              <a:t>29</a:t>
            </a:fld>
            <a:endParaRPr lang="sv-SE" altLang="sv-SE" sz="1300"/>
          </a:p>
        </p:txBody>
      </p:sp>
    </p:spTree>
    <p:extLst>
      <p:ext uri="{BB962C8B-B14F-4D97-AF65-F5344CB8AC3E}">
        <p14:creationId xmlns:p14="http://schemas.microsoft.com/office/powerpoint/2010/main" val="81401451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Platshållare för bildobjekt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Platshållare för anteckninga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sv-SE" altLang="sv-SE"/>
              <a:t>Akademisk hederlighet handlar om att inte luras. </a:t>
            </a:r>
          </a:p>
        </p:txBody>
      </p:sp>
      <p:sp>
        <p:nvSpPr>
          <p:cNvPr id="6148" name="Platshållare för bildnumm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68293" indent="-295253">
              <a:defRPr sz="2400">
                <a:solidFill>
                  <a:schemeClr val="tx1"/>
                </a:solidFill>
                <a:latin typeface="Times" panose="02020603050405020304" pitchFamily="18" charset="0"/>
              </a:defRPr>
            </a:lvl2pPr>
            <a:lvl3pPr marL="1184187" indent="-236520">
              <a:defRPr sz="2400">
                <a:solidFill>
                  <a:schemeClr val="tx1"/>
                </a:solidFill>
                <a:latin typeface="Times" panose="02020603050405020304" pitchFamily="18" charset="0"/>
              </a:defRPr>
            </a:lvl3pPr>
            <a:lvl4pPr marL="1657227" indent="-236520">
              <a:defRPr sz="2400">
                <a:solidFill>
                  <a:schemeClr val="tx1"/>
                </a:solidFill>
                <a:latin typeface="Times" panose="02020603050405020304" pitchFamily="18" charset="0"/>
              </a:defRPr>
            </a:lvl4pPr>
            <a:lvl5pPr marL="2131855" indent="-236520">
              <a:defRPr sz="2400">
                <a:solidFill>
                  <a:schemeClr val="tx1"/>
                </a:solidFill>
                <a:latin typeface="Times" panose="02020603050405020304" pitchFamily="18" charset="0"/>
              </a:defRPr>
            </a:lvl5pPr>
            <a:lvl6pPr marL="2589021" indent="-236520" eaLnBrk="0" fontAlgn="base" hangingPunct="0">
              <a:spcBef>
                <a:spcPct val="0"/>
              </a:spcBef>
              <a:spcAft>
                <a:spcPct val="0"/>
              </a:spcAft>
              <a:defRPr sz="2400">
                <a:solidFill>
                  <a:schemeClr val="tx1"/>
                </a:solidFill>
                <a:latin typeface="Times" panose="02020603050405020304" pitchFamily="18" charset="0"/>
              </a:defRPr>
            </a:lvl6pPr>
            <a:lvl7pPr marL="3046187" indent="-236520" eaLnBrk="0" fontAlgn="base" hangingPunct="0">
              <a:spcBef>
                <a:spcPct val="0"/>
              </a:spcBef>
              <a:spcAft>
                <a:spcPct val="0"/>
              </a:spcAft>
              <a:defRPr sz="2400">
                <a:solidFill>
                  <a:schemeClr val="tx1"/>
                </a:solidFill>
                <a:latin typeface="Times" panose="02020603050405020304" pitchFamily="18" charset="0"/>
              </a:defRPr>
            </a:lvl7pPr>
            <a:lvl8pPr marL="3503353" indent="-236520" eaLnBrk="0" fontAlgn="base" hangingPunct="0">
              <a:spcBef>
                <a:spcPct val="0"/>
              </a:spcBef>
              <a:spcAft>
                <a:spcPct val="0"/>
              </a:spcAft>
              <a:defRPr sz="2400">
                <a:solidFill>
                  <a:schemeClr val="tx1"/>
                </a:solidFill>
                <a:latin typeface="Times" panose="02020603050405020304" pitchFamily="18" charset="0"/>
              </a:defRPr>
            </a:lvl8pPr>
            <a:lvl9pPr marL="3960520" indent="-236520" eaLnBrk="0" fontAlgn="base" hangingPunct="0">
              <a:spcBef>
                <a:spcPct val="0"/>
              </a:spcBef>
              <a:spcAft>
                <a:spcPct val="0"/>
              </a:spcAft>
              <a:defRPr sz="2400">
                <a:solidFill>
                  <a:schemeClr val="tx1"/>
                </a:solidFill>
                <a:latin typeface="Times" panose="02020603050405020304" pitchFamily="18" charset="0"/>
              </a:defRPr>
            </a:lvl9pPr>
          </a:lstStyle>
          <a:p>
            <a:fld id="{93312A27-1D2D-4C6F-B0AC-692008A864FA}" type="slidenum">
              <a:rPr lang="sv-SE" altLang="sv-SE" sz="1200"/>
              <a:pPr/>
              <a:t>30</a:t>
            </a:fld>
            <a:endParaRPr lang="sv-SE" altLang="sv-SE" sz="1200"/>
          </a:p>
        </p:txBody>
      </p:sp>
    </p:spTree>
    <p:extLst>
      <p:ext uri="{BB962C8B-B14F-4D97-AF65-F5344CB8AC3E}">
        <p14:creationId xmlns:p14="http://schemas.microsoft.com/office/powerpoint/2010/main" val="15296033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p:cNvSpPr>
            <a:spLocks noGrp="1" noRot="1" noChangeAspect="1" noTextEdit="1"/>
          </p:cNvSpPr>
          <p:nvPr>
            <p:ph type="sldImg"/>
          </p:nvPr>
        </p:nvSpPr>
        <p:spPr>
          <a:ln/>
        </p:spPr>
      </p:sp>
      <p:sp>
        <p:nvSpPr>
          <p:cNvPr id="419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sv-SE" altLang="sv-SE"/>
          </a:p>
        </p:txBody>
      </p:sp>
      <p:sp>
        <p:nvSpPr>
          <p:cNvPr id="419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42895" indent="-285729">
              <a:defRPr sz="2400">
                <a:solidFill>
                  <a:schemeClr val="tx1"/>
                </a:solidFill>
                <a:latin typeface="Times" panose="02020603050405020304" pitchFamily="18" charset="0"/>
              </a:defRPr>
            </a:lvl2pPr>
            <a:lvl3pPr marL="1142915" indent="-228583">
              <a:defRPr sz="2400">
                <a:solidFill>
                  <a:schemeClr val="tx1"/>
                </a:solidFill>
                <a:latin typeface="Times" panose="02020603050405020304" pitchFamily="18" charset="0"/>
              </a:defRPr>
            </a:lvl3pPr>
            <a:lvl4pPr marL="1600081" indent="-228583">
              <a:defRPr sz="2400">
                <a:solidFill>
                  <a:schemeClr val="tx1"/>
                </a:solidFill>
                <a:latin typeface="Times" panose="02020603050405020304" pitchFamily="18" charset="0"/>
              </a:defRPr>
            </a:lvl4pPr>
            <a:lvl5pPr marL="2057248" indent="-228583">
              <a:defRPr sz="2400">
                <a:solidFill>
                  <a:schemeClr val="tx1"/>
                </a:solidFill>
                <a:latin typeface="Times" panose="02020603050405020304" pitchFamily="18" charset="0"/>
              </a:defRPr>
            </a:lvl5pPr>
            <a:lvl6pPr marL="2514414" indent="-228583" eaLnBrk="0" fontAlgn="base" hangingPunct="0">
              <a:spcBef>
                <a:spcPct val="0"/>
              </a:spcBef>
              <a:spcAft>
                <a:spcPct val="0"/>
              </a:spcAft>
              <a:defRPr sz="2400">
                <a:solidFill>
                  <a:schemeClr val="tx1"/>
                </a:solidFill>
                <a:latin typeface="Times" panose="02020603050405020304" pitchFamily="18" charset="0"/>
              </a:defRPr>
            </a:lvl6pPr>
            <a:lvl7pPr marL="2971579" indent="-228583" eaLnBrk="0" fontAlgn="base" hangingPunct="0">
              <a:spcBef>
                <a:spcPct val="0"/>
              </a:spcBef>
              <a:spcAft>
                <a:spcPct val="0"/>
              </a:spcAft>
              <a:defRPr sz="2400">
                <a:solidFill>
                  <a:schemeClr val="tx1"/>
                </a:solidFill>
                <a:latin typeface="Times" panose="02020603050405020304" pitchFamily="18" charset="0"/>
              </a:defRPr>
            </a:lvl7pPr>
            <a:lvl8pPr marL="3428746" indent="-228583" eaLnBrk="0" fontAlgn="base" hangingPunct="0">
              <a:spcBef>
                <a:spcPct val="0"/>
              </a:spcBef>
              <a:spcAft>
                <a:spcPct val="0"/>
              </a:spcAft>
              <a:defRPr sz="2400">
                <a:solidFill>
                  <a:schemeClr val="tx1"/>
                </a:solidFill>
                <a:latin typeface="Times" panose="02020603050405020304" pitchFamily="18" charset="0"/>
              </a:defRPr>
            </a:lvl8pPr>
            <a:lvl9pPr marL="3885912" indent="-228583" eaLnBrk="0" fontAlgn="base" hangingPunct="0">
              <a:spcBef>
                <a:spcPct val="0"/>
              </a:spcBef>
              <a:spcAft>
                <a:spcPct val="0"/>
              </a:spcAft>
              <a:defRPr sz="2400">
                <a:solidFill>
                  <a:schemeClr val="tx1"/>
                </a:solidFill>
                <a:latin typeface="Times" panose="02020603050405020304" pitchFamily="18" charset="0"/>
              </a:defRPr>
            </a:lvl9pPr>
          </a:lstStyle>
          <a:p>
            <a:fld id="{2ABB513F-8B06-45F4-B820-A15DAA8A60E0}" type="slidenum">
              <a:rPr lang="sv-SE" altLang="sv-SE" sz="1300"/>
              <a:pPr/>
              <a:t>36</a:t>
            </a:fld>
            <a:endParaRPr lang="sv-SE" altLang="sv-SE" sz="1300"/>
          </a:p>
        </p:txBody>
      </p:sp>
    </p:spTree>
    <p:extLst>
      <p:ext uri="{BB962C8B-B14F-4D97-AF65-F5344CB8AC3E}">
        <p14:creationId xmlns:p14="http://schemas.microsoft.com/office/powerpoint/2010/main" val="3251372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sv-SE"/>
          </a:p>
        </p:txBody>
      </p:sp>
      <p:sp>
        <p:nvSpPr>
          <p:cNvPr id="4" name="Slide Number Placeholder 3"/>
          <p:cNvSpPr>
            <a:spLocks noGrp="1"/>
          </p:cNvSpPr>
          <p:nvPr>
            <p:ph type="sldNum" sz="quarter" idx="10"/>
          </p:nvPr>
        </p:nvSpPr>
        <p:spPr/>
        <p:txBody>
          <a:bodyPr/>
          <a:lstStyle/>
          <a:p>
            <a:pPr>
              <a:defRPr/>
            </a:pPr>
            <a:fld id="{6F3A755C-4323-1F44-8654-A008D5F7A973}" type="slidenum">
              <a:rPr lang="sv-SE" smtClean="0"/>
              <a:pPr>
                <a:defRPr/>
              </a:pPr>
              <a:t>37</a:t>
            </a:fld>
            <a:endParaRPr lang="sv-SE"/>
          </a:p>
        </p:txBody>
      </p:sp>
    </p:spTree>
    <p:extLst>
      <p:ext uri="{BB962C8B-B14F-4D97-AF65-F5344CB8AC3E}">
        <p14:creationId xmlns:p14="http://schemas.microsoft.com/office/powerpoint/2010/main" val="10776859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Platshållare för bildobjekt 1"/>
          <p:cNvSpPr>
            <a:spLocks noGrp="1" noRot="1" noChangeAspect="1" noTextEdit="1"/>
          </p:cNvSpPr>
          <p:nvPr>
            <p:ph type="sldImg"/>
          </p:nvPr>
        </p:nvSpPr>
        <p:spPr>
          <a:ln/>
        </p:spPr>
      </p:sp>
      <p:sp>
        <p:nvSpPr>
          <p:cNvPr id="44035" name="Platshållare för anteckninga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sv-SE" altLang="sv-SE"/>
              <a:t>The student may be warned or suspended for a period of time if the student for example have cheated, disturbed teaching or seriously insulted teachers or other students. </a:t>
            </a:r>
          </a:p>
          <a:p>
            <a:r>
              <a:rPr lang="sv-SE" altLang="sv-SE"/>
              <a:t>We know of course that most of you would never cheat. But every yerar a few numbers of students do, and also, some students maight conduct plagiarizm without knowing because they don’t know the propper way to refer to a text, so it’s important to mention this and if you have further questions please ask Monica when she is back.</a:t>
            </a:r>
          </a:p>
          <a:p>
            <a:endParaRPr lang="sv-SE" altLang="sv-SE"/>
          </a:p>
          <a:p>
            <a:r>
              <a:rPr lang="sv-SE" altLang="sv-SE"/>
              <a:t>Expulsion is extremely rare and could be decided upon in very serious cases. </a:t>
            </a:r>
          </a:p>
        </p:txBody>
      </p:sp>
      <p:sp>
        <p:nvSpPr>
          <p:cNvPr id="44036" name="Platshållare för bildnumm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anose="02020603050405020304" pitchFamily="18" charset="0"/>
              </a:defRPr>
            </a:lvl1pPr>
            <a:lvl2pPr marL="715909" indent="-274617">
              <a:defRPr sz="2400">
                <a:solidFill>
                  <a:schemeClr val="tx1"/>
                </a:solidFill>
                <a:latin typeface="Times" panose="02020603050405020304" pitchFamily="18" charset="0"/>
              </a:defRPr>
            </a:lvl2pPr>
            <a:lvl3pPr marL="1101644" indent="-219058">
              <a:defRPr sz="2400">
                <a:solidFill>
                  <a:schemeClr val="tx1"/>
                </a:solidFill>
                <a:latin typeface="Times" panose="02020603050405020304" pitchFamily="18" charset="0"/>
              </a:defRPr>
            </a:lvl3pPr>
            <a:lvl4pPr marL="1542936" indent="-219058">
              <a:defRPr sz="2400">
                <a:solidFill>
                  <a:schemeClr val="tx1"/>
                </a:solidFill>
                <a:latin typeface="Times" panose="02020603050405020304" pitchFamily="18" charset="0"/>
              </a:defRPr>
            </a:lvl4pPr>
            <a:lvl5pPr marL="1984228" indent="-219058">
              <a:defRPr sz="2400">
                <a:solidFill>
                  <a:schemeClr val="tx1"/>
                </a:solidFill>
                <a:latin typeface="Times" panose="02020603050405020304" pitchFamily="18" charset="0"/>
              </a:defRPr>
            </a:lvl5pPr>
            <a:lvl6pPr marL="2441394" indent="-219058" eaLnBrk="0" fontAlgn="base" hangingPunct="0">
              <a:spcBef>
                <a:spcPct val="0"/>
              </a:spcBef>
              <a:spcAft>
                <a:spcPct val="0"/>
              </a:spcAft>
              <a:defRPr sz="2400">
                <a:solidFill>
                  <a:schemeClr val="tx1"/>
                </a:solidFill>
                <a:latin typeface="Times" panose="02020603050405020304" pitchFamily="18" charset="0"/>
              </a:defRPr>
            </a:lvl6pPr>
            <a:lvl7pPr marL="2898561" indent="-219058" eaLnBrk="0" fontAlgn="base" hangingPunct="0">
              <a:spcBef>
                <a:spcPct val="0"/>
              </a:spcBef>
              <a:spcAft>
                <a:spcPct val="0"/>
              </a:spcAft>
              <a:defRPr sz="2400">
                <a:solidFill>
                  <a:schemeClr val="tx1"/>
                </a:solidFill>
                <a:latin typeface="Times" panose="02020603050405020304" pitchFamily="18" charset="0"/>
              </a:defRPr>
            </a:lvl7pPr>
            <a:lvl8pPr marL="3355726" indent="-219058" eaLnBrk="0" fontAlgn="base" hangingPunct="0">
              <a:spcBef>
                <a:spcPct val="0"/>
              </a:spcBef>
              <a:spcAft>
                <a:spcPct val="0"/>
              </a:spcAft>
              <a:defRPr sz="2400">
                <a:solidFill>
                  <a:schemeClr val="tx1"/>
                </a:solidFill>
                <a:latin typeface="Times" panose="02020603050405020304" pitchFamily="18" charset="0"/>
              </a:defRPr>
            </a:lvl8pPr>
            <a:lvl9pPr marL="3812892" indent="-219058" eaLnBrk="0" fontAlgn="base" hangingPunct="0">
              <a:spcBef>
                <a:spcPct val="0"/>
              </a:spcBef>
              <a:spcAft>
                <a:spcPct val="0"/>
              </a:spcAft>
              <a:defRPr sz="2400">
                <a:solidFill>
                  <a:schemeClr val="tx1"/>
                </a:solidFill>
                <a:latin typeface="Times" panose="02020603050405020304" pitchFamily="18" charset="0"/>
              </a:defRPr>
            </a:lvl9pPr>
          </a:lstStyle>
          <a:p>
            <a:fld id="{7E59C51C-83AF-451B-BBC1-DFC03DAC2049}" type="slidenum">
              <a:rPr lang="sv-SE" altLang="sv-SE" sz="1300"/>
              <a:pPr/>
              <a:t>39</a:t>
            </a:fld>
            <a:endParaRPr lang="sv-SE" altLang="sv-SE" sz="1300"/>
          </a:p>
        </p:txBody>
      </p:sp>
    </p:spTree>
    <p:extLst>
      <p:ext uri="{BB962C8B-B14F-4D97-AF65-F5344CB8AC3E}">
        <p14:creationId xmlns:p14="http://schemas.microsoft.com/office/powerpoint/2010/main" val="12080230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a:p>
        </p:txBody>
      </p:sp>
      <p:sp>
        <p:nvSpPr>
          <p:cNvPr id="4" name="Slide Number Placeholder 3"/>
          <p:cNvSpPr>
            <a:spLocks noGrp="1"/>
          </p:cNvSpPr>
          <p:nvPr>
            <p:ph type="sldNum" sz="quarter" idx="5"/>
          </p:nvPr>
        </p:nvSpPr>
        <p:spPr/>
        <p:txBody>
          <a:bodyPr/>
          <a:lstStyle/>
          <a:p>
            <a:fld id="{4381F744-5855-45B1-BDAC-69209E9295D1}" type="slidenum">
              <a:rPr lang="en-US" smtClean="0"/>
              <a:t>41</a:t>
            </a:fld>
            <a:endParaRPr lang="en-US"/>
          </a:p>
        </p:txBody>
      </p:sp>
    </p:spTree>
    <p:extLst>
      <p:ext uri="{BB962C8B-B14F-4D97-AF65-F5344CB8AC3E}">
        <p14:creationId xmlns:p14="http://schemas.microsoft.com/office/powerpoint/2010/main" val="17890797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Slide Image Placeholder 1"/>
          <p:cNvSpPr>
            <a:spLocks noGrp="1" noRot="1" noChangeAspect="1" noTextEdit="1"/>
          </p:cNvSpPr>
          <p:nvPr>
            <p:ph type="sldImg"/>
          </p:nvPr>
        </p:nvSpPr>
        <p:spPr>
          <a:xfrm>
            <a:off x="685800" y="1143000"/>
            <a:ext cx="5486400" cy="3086100"/>
          </a:xfrm>
          <a:ln/>
        </p:spPr>
      </p:sp>
      <p:sp>
        <p:nvSpPr>
          <p:cNvPr id="134147" name="Notes Placeholder 2"/>
          <p:cNvSpPr>
            <a:spLocks noGrp="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
        <p:nvSpPr>
          <p:cNvPr id="134148" name="Slide Number Placeholder 3"/>
          <p:cNvSpPr>
            <a:spLocks noGrp="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defTabSz="930275">
              <a:defRPr>
                <a:solidFill>
                  <a:schemeClr val="tx1"/>
                </a:solidFill>
                <a:latin typeface="Verdana" panose="020B0604030504040204" pitchFamily="34" charset="0"/>
                <a:ea typeface="MS PGothic" panose="020B0600070205080204" pitchFamily="34" charset="-128"/>
              </a:defRPr>
            </a:lvl2pPr>
            <a:lvl3pPr defTabSz="930275">
              <a:defRPr>
                <a:solidFill>
                  <a:schemeClr val="tx1"/>
                </a:solidFill>
                <a:latin typeface="Verdana" panose="020B0604030504040204" pitchFamily="34" charset="0"/>
                <a:ea typeface="MS PGothic" panose="020B0600070205080204" pitchFamily="34" charset="-128"/>
              </a:defRPr>
            </a:lvl3pPr>
            <a:lvl4pPr defTabSz="930275">
              <a:defRPr>
                <a:solidFill>
                  <a:schemeClr val="tx1"/>
                </a:solidFill>
                <a:latin typeface="Verdana" panose="020B0604030504040204" pitchFamily="34" charset="0"/>
                <a:ea typeface="MS PGothic" panose="020B0600070205080204" pitchFamily="34" charset="-128"/>
              </a:defRPr>
            </a:lvl4pPr>
            <a:lvl5pPr defTabSz="930275">
              <a:defRPr>
                <a:solidFill>
                  <a:schemeClr val="tx1"/>
                </a:solidFill>
                <a:latin typeface="Verdana" panose="020B0604030504040204" pitchFamily="34" charset="0"/>
                <a:ea typeface="MS PGothic" panose="020B0600070205080204" pitchFamily="34" charset="-128"/>
              </a:defRPr>
            </a:lvl5pPr>
            <a:lvl6pPr marL="3068638" indent="-782638"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525838" indent="-782638"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983038" indent="-782638"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4440238" indent="-782638"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4E0F705-A787-432E-B6D7-191B1E4652CD}" type="slidenum">
              <a:rPr lang="en-US" altLang="en-US" smtClean="0">
                <a:latin typeface="Times New Roman" panose="02020603050405020304" pitchFamily="18" charset="0"/>
              </a:rPr>
              <a:pPr/>
              <a:t>42</a:t>
            </a:fld>
            <a:endParaRPr lang="en-US" altLang="en-US">
              <a:latin typeface="Times New Roman" panose="02020603050405020304" pitchFamily="18" charset="0"/>
            </a:endParaRPr>
          </a:p>
        </p:txBody>
      </p:sp>
    </p:spTree>
    <p:extLst>
      <p:ext uri="{BB962C8B-B14F-4D97-AF65-F5344CB8AC3E}">
        <p14:creationId xmlns:p14="http://schemas.microsoft.com/office/powerpoint/2010/main" val="7720053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x-none"/>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x-none"/>
              <a:t>Click to edit Master subtitle style</a:t>
            </a:r>
            <a:endParaRPr lang="en-US"/>
          </a:p>
        </p:txBody>
      </p:sp>
      <p:sp>
        <p:nvSpPr>
          <p:cNvPr id="4" name="Date Placeholder 3"/>
          <p:cNvSpPr>
            <a:spLocks noGrp="1"/>
          </p:cNvSpPr>
          <p:nvPr>
            <p:ph type="dt" sz="half" idx="10"/>
          </p:nvPr>
        </p:nvSpPr>
        <p:spPr/>
        <p:txBody>
          <a:bodyPr/>
          <a:lstStyle/>
          <a:p>
            <a:r>
              <a:rPr lang="x-none"/>
              <a:t>Vincenzo Gulisano</a:t>
            </a:r>
            <a:endParaRPr lang="en-US"/>
          </a:p>
        </p:txBody>
      </p:sp>
      <p:sp>
        <p:nvSpPr>
          <p:cNvPr id="5" name="Footer Placeholder 4"/>
          <p:cNvSpPr>
            <a:spLocks noGrp="1"/>
          </p:cNvSpPr>
          <p:nvPr>
            <p:ph type="ftr" sz="quarter" idx="11"/>
          </p:nvPr>
        </p:nvSpPr>
        <p:spPr/>
        <p:txBody>
          <a:bodyPr/>
          <a:lstStyle/>
          <a:p>
            <a:r>
              <a:rPr lang="en-US"/>
              <a:t>Operating Systems - Course Introduction</a:t>
            </a:r>
          </a:p>
        </p:txBody>
      </p:sp>
      <p:sp>
        <p:nvSpPr>
          <p:cNvPr id="6" name="Slide Number Placeholder 5"/>
          <p:cNvSpPr>
            <a:spLocks noGrp="1"/>
          </p:cNvSpPr>
          <p:nvPr>
            <p:ph type="sldNum" sz="quarter" idx="12"/>
          </p:nvPr>
        </p:nvSpPr>
        <p:spPr/>
        <p:txBody>
          <a:bodyPr/>
          <a:lstStyle/>
          <a:p>
            <a:fld id="{3961F404-6CD8-4E2D-B082-239AD8D30C83}" type="slidenum">
              <a:rPr lang="en-US" smtClean="0"/>
              <a:t>‹#›</a:t>
            </a:fld>
            <a:endParaRPr lang="en-US"/>
          </a:p>
        </p:txBody>
      </p:sp>
    </p:spTree>
    <p:extLst>
      <p:ext uri="{BB962C8B-B14F-4D97-AF65-F5344CB8AC3E}">
        <p14:creationId xmlns:p14="http://schemas.microsoft.com/office/powerpoint/2010/main" val="38715363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a:t>Click to edit Master title style</a:t>
            </a:r>
            <a:endParaRPr lang="en-US"/>
          </a:p>
        </p:txBody>
      </p:sp>
      <p:sp>
        <p:nvSpPr>
          <p:cNvPr id="3" name="Content Placeholder 2"/>
          <p:cNvSpPr>
            <a:spLocks noGrp="1"/>
          </p:cNvSpPr>
          <p:nvPr>
            <p:ph idx="1"/>
          </p:nvPr>
        </p:nvSpPr>
        <p:spPr/>
        <p:txBody>
          <a:body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Date Placeholder 3"/>
          <p:cNvSpPr>
            <a:spLocks noGrp="1"/>
          </p:cNvSpPr>
          <p:nvPr>
            <p:ph type="dt" sz="half" idx="10"/>
          </p:nvPr>
        </p:nvSpPr>
        <p:spPr/>
        <p:txBody>
          <a:bodyPr/>
          <a:lstStyle/>
          <a:p>
            <a:r>
              <a:rPr lang="x-none"/>
              <a:t>Vincenzo Gulisano</a:t>
            </a:r>
            <a:endParaRPr lang="en-US"/>
          </a:p>
        </p:txBody>
      </p:sp>
      <p:sp>
        <p:nvSpPr>
          <p:cNvPr id="5" name="Footer Placeholder 4"/>
          <p:cNvSpPr>
            <a:spLocks noGrp="1"/>
          </p:cNvSpPr>
          <p:nvPr>
            <p:ph type="ftr" sz="quarter" idx="11"/>
          </p:nvPr>
        </p:nvSpPr>
        <p:spPr/>
        <p:txBody>
          <a:bodyPr/>
          <a:lstStyle/>
          <a:p>
            <a:r>
              <a:rPr lang="en-US"/>
              <a:t>Operating Systems - Course Introduction</a:t>
            </a:r>
          </a:p>
        </p:txBody>
      </p:sp>
      <p:sp>
        <p:nvSpPr>
          <p:cNvPr id="6" name="Slide Number Placeholder 5"/>
          <p:cNvSpPr>
            <a:spLocks noGrp="1"/>
          </p:cNvSpPr>
          <p:nvPr>
            <p:ph type="sldNum" sz="quarter" idx="12"/>
          </p:nvPr>
        </p:nvSpPr>
        <p:spPr/>
        <p:txBody>
          <a:bodyPr/>
          <a:lstStyle/>
          <a:p>
            <a:fld id="{3961F404-6CD8-4E2D-B082-239AD8D30C83}" type="slidenum">
              <a:rPr lang="en-US" smtClean="0"/>
              <a:t>‹#›</a:t>
            </a:fld>
            <a:endParaRPr lang="en-US"/>
          </a:p>
        </p:txBody>
      </p:sp>
    </p:spTree>
    <p:extLst>
      <p:ext uri="{BB962C8B-B14F-4D97-AF65-F5344CB8AC3E}">
        <p14:creationId xmlns:p14="http://schemas.microsoft.com/office/powerpoint/2010/main" val="32367319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x-none"/>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x-none"/>
              <a:t>Click to edit Master text styles</a:t>
            </a:r>
          </a:p>
        </p:txBody>
      </p:sp>
      <p:sp>
        <p:nvSpPr>
          <p:cNvPr id="4" name="Date Placeholder 3"/>
          <p:cNvSpPr>
            <a:spLocks noGrp="1"/>
          </p:cNvSpPr>
          <p:nvPr>
            <p:ph type="dt" sz="half" idx="10"/>
          </p:nvPr>
        </p:nvSpPr>
        <p:spPr/>
        <p:txBody>
          <a:bodyPr/>
          <a:lstStyle/>
          <a:p>
            <a:r>
              <a:rPr lang="x-none"/>
              <a:t>Vincenzo Gulisano</a:t>
            </a:r>
            <a:endParaRPr lang="en-US"/>
          </a:p>
        </p:txBody>
      </p:sp>
      <p:sp>
        <p:nvSpPr>
          <p:cNvPr id="5" name="Footer Placeholder 4"/>
          <p:cNvSpPr>
            <a:spLocks noGrp="1"/>
          </p:cNvSpPr>
          <p:nvPr>
            <p:ph type="ftr" sz="quarter" idx="11"/>
          </p:nvPr>
        </p:nvSpPr>
        <p:spPr/>
        <p:txBody>
          <a:bodyPr/>
          <a:lstStyle/>
          <a:p>
            <a:r>
              <a:rPr lang="en-US"/>
              <a:t>Operating Systems - Course Introduction</a:t>
            </a:r>
          </a:p>
        </p:txBody>
      </p:sp>
      <p:sp>
        <p:nvSpPr>
          <p:cNvPr id="6" name="Slide Number Placeholder 5"/>
          <p:cNvSpPr>
            <a:spLocks noGrp="1"/>
          </p:cNvSpPr>
          <p:nvPr>
            <p:ph type="sldNum" sz="quarter" idx="12"/>
          </p:nvPr>
        </p:nvSpPr>
        <p:spPr/>
        <p:txBody>
          <a:bodyPr/>
          <a:lstStyle/>
          <a:p>
            <a:fld id="{3961F404-6CD8-4E2D-B082-239AD8D30C83}" type="slidenum">
              <a:rPr lang="en-US" smtClean="0"/>
              <a:t>‹#›</a:t>
            </a:fld>
            <a:endParaRPr lang="en-US"/>
          </a:p>
        </p:txBody>
      </p:sp>
    </p:spTree>
    <p:extLst>
      <p:ext uri="{BB962C8B-B14F-4D97-AF65-F5344CB8AC3E}">
        <p14:creationId xmlns:p14="http://schemas.microsoft.com/office/powerpoint/2010/main" val="539100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a:t>Click to edit Master title style</a:t>
            </a:r>
            <a:endParaRPr lang="en-US"/>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5" name="Date Placeholder 4"/>
          <p:cNvSpPr>
            <a:spLocks noGrp="1"/>
          </p:cNvSpPr>
          <p:nvPr>
            <p:ph type="dt" sz="half" idx="10"/>
          </p:nvPr>
        </p:nvSpPr>
        <p:spPr/>
        <p:txBody>
          <a:bodyPr/>
          <a:lstStyle/>
          <a:p>
            <a:r>
              <a:rPr lang="x-none"/>
              <a:t>Vincenzo Gulisano</a:t>
            </a:r>
            <a:endParaRPr lang="en-US"/>
          </a:p>
        </p:txBody>
      </p:sp>
      <p:sp>
        <p:nvSpPr>
          <p:cNvPr id="6" name="Footer Placeholder 5"/>
          <p:cNvSpPr>
            <a:spLocks noGrp="1"/>
          </p:cNvSpPr>
          <p:nvPr>
            <p:ph type="ftr" sz="quarter" idx="11"/>
          </p:nvPr>
        </p:nvSpPr>
        <p:spPr/>
        <p:txBody>
          <a:bodyPr/>
          <a:lstStyle/>
          <a:p>
            <a:r>
              <a:rPr lang="en-US"/>
              <a:t>Operating Systems - Course Introduction</a:t>
            </a:r>
          </a:p>
        </p:txBody>
      </p:sp>
      <p:sp>
        <p:nvSpPr>
          <p:cNvPr id="7" name="Slide Number Placeholder 6"/>
          <p:cNvSpPr>
            <a:spLocks noGrp="1"/>
          </p:cNvSpPr>
          <p:nvPr>
            <p:ph type="sldNum" sz="quarter" idx="12"/>
          </p:nvPr>
        </p:nvSpPr>
        <p:spPr/>
        <p:txBody>
          <a:bodyPr/>
          <a:lstStyle/>
          <a:p>
            <a:fld id="{3961F404-6CD8-4E2D-B082-239AD8D30C83}" type="slidenum">
              <a:rPr lang="en-US" smtClean="0"/>
              <a:t>‹#›</a:t>
            </a:fld>
            <a:endParaRPr lang="en-US"/>
          </a:p>
        </p:txBody>
      </p:sp>
    </p:spTree>
    <p:extLst>
      <p:ext uri="{BB962C8B-B14F-4D97-AF65-F5344CB8AC3E}">
        <p14:creationId xmlns:p14="http://schemas.microsoft.com/office/powerpoint/2010/main" val="2650334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x-none"/>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x-none"/>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7" name="Date Placeholder 6"/>
          <p:cNvSpPr>
            <a:spLocks noGrp="1"/>
          </p:cNvSpPr>
          <p:nvPr>
            <p:ph type="dt" sz="half" idx="10"/>
          </p:nvPr>
        </p:nvSpPr>
        <p:spPr/>
        <p:txBody>
          <a:bodyPr/>
          <a:lstStyle/>
          <a:p>
            <a:r>
              <a:rPr lang="x-none"/>
              <a:t>Vincenzo Gulisano</a:t>
            </a:r>
            <a:endParaRPr lang="en-US"/>
          </a:p>
        </p:txBody>
      </p:sp>
      <p:sp>
        <p:nvSpPr>
          <p:cNvPr id="8" name="Footer Placeholder 7"/>
          <p:cNvSpPr>
            <a:spLocks noGrp="1"/>
          </p:cNvSpPr>
          <p:nvPr>
            <p:ph type="ftr" sz="quarter" idx="11"/>
          </p:nvPr>
        </p:nvSpPr>
        <p:spPr/>
        <p:txBody>
          <a:bodyPr/>
          <a:lstStyle/>
          <a:p>
            <a:r>
              <a:rPr lang="en-US"/>
              <a:t>Operating Systems - Course Introduction</a:t>
            </a:r>
          </a:p>
        </p:txBody>
      </p:sp>
      <p:sp>
        <p:nvSpPr>
          <p:cNvPr id="9" name="Slide Number Placeholder 8"/>
          <p:cNvSpPr>
            <a:spLocks noGrp="1"/>
          </p:cNvSpPr>
          <p:nvPr>
            <p:ph type="sldNum" sz="quarter" idx="12"/>
          </p:nvPr>
        </p:nvSpPr>
        <p:spPr/>
        <p:txBody>
          <a:bodyPr/>
          <a:lstStyle/>
          <a:p>
            <a:fld id="{3961F404-6CD8-4E2D-B082-239AD8D30C83}" type="slidenum">
              <a:rPr lang="en-US" smtClean="0"/>
              <a:t>‹#›</a:t>
            </a:fld>
            <a:endParaRPr lang="en-US"/>
          </a:p>
        </p:txBody>
      </p:sp>
    </p:spTree>
    <p:extLst>
      <p:ext uri="{BB962C8B-B14F-4D97-AF65-F5344CB8AC3E}">
        <p14:creationId xmlns:p14="http://schemas.microsoft.com/office/powerpoint/2010/main" val="1071698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a:t>Click to edit Master title style</a:t>
            </a:r>
            <a:endParaRPr lang="en-US"/>
          </a:p>
        </p:txBody>
      </p:sp>
      <p:sp>
        <p:nvSpPr>
          <p:cNvPr id="3" name="Date Placeholder 2"/>
          <p:cNvSpPr>
            <a:spLocks noGrp="1"/>
          </p:cNvSpPr>
          <p:nvPr>
            <p:ph type="dt" sz="half" idx="10"/>
          </p:nvPr>
        </p:nvSpPr>
        <p:spPr/>
        <p:txBody>
          <a:bodyPr/>
          <a:lstStyle/>
          <a:p>
            <a:r>
              <a:rPr lang="x-none"/>
              <a:t>Vincenzo Gulisano</a:t>
            </a:r>
            <a:endParaRPr lang="en-US"/>
          </a:p>
        </p:txBody>
      </p:sp>
      <p:sp>
        <p:nvSpPr>
          <p:cNvPr id="4" name="Footer Placeholder 3"/>
          <p:cNvSpPr>
            <a:spLocks noGrp="1"/>
          </p:cNvSpPr>
          <p:nvPr>
            <p:ph type="ftr" sz="quarter" idx="11"/>
          </p:nvPr>
        </p:nvSpPr>
        <p:spPr/>
        <p:txBody>
          <a:bodyPr/>
          <a:lstStyle/>
          <a:p>
            <a:r>
              <a:rPr lang="en-US"/>
              <a:t>Operating Systems - Course Introduction</a:t>
            </a:r>
          </a:p>
        </p:txBody>
      </p:sp>
      <p:sp>
        <p:nvSpPr>
          <p:cNvPr id="5" name="Slide Number Placeholder 4"/>
          <p:cNvSpPr>
            <a:spLocks noGrp="1"/>
          </p:cNvSpPr>
          <p:nvPr>
            <p:ph type="sldNum" sz="quarter" idx="12"/>
          </p:nvPr>
        </p:nvSpPr>
        <p:spPr/>
        <p:txBody>
          <a:bodyPr/>
          <a:lstStyle/>
          <a:p>
            <a:fld id="{3961F404-6CD8-4E2D-B082-239AD8D30C83}" type="slidenum">
              <a:rPr lang="en-US" smtClean="0"/>
              <a:t>‹#›</a:t>
            </a:fld>
            <a:endParaRPr lang="en-US"/>
          </a:p>
        </p:txBody>
      </p:sp>
    </p:spTree>
    <p:extLst>
      <p:ext uri="{BB962C8B-B14F-4D97-AF65-F5344CB8AC3E}">
        <p14:creationId xmlns:p14="http://schemas.microsoft.com/office/powerpoint/2010/main" val="904550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x-none"/>
              <a:t>Vincenzo Gulisano</a:t>
            </a:r>
            <a:endParaRPr lang="en-US"/>
          </a:p>
        </p:txBody>
      </p:sp>
      <p:sp>
        <p:nvSpPr>
          <p:cNvPr id="3" name="Footer Placeholder 2"/>
          <p:cNvSpPr>
            <a:spLocks noGrp="1"/>
          </p:cNvSpPr>
          <p:nvPr>
            <p:ph type="ftr" sz="quarter" idx="11"/>
          </p:nvPr>
        </p:nvSpPr>
        <p:spPr/>
        <p:txBody>
          <a:bodyPr/>
          <a:lstStyle/>
          <a:p>
            <a:r>
              <a:rPr lang="en-US"/>
              <a:t>Operating Systems - Course Introduction</a:t>
            </a:r>
          </a:p>
        </p:txBody>
      </p:sp>
      <p:sp>
        <p:nvSpPr>
          <p:cNvPr id="4" name="Slide Number Placeholder 3"/>
          <p:cNvSpPr>
            <a:spLocks noGrp="1"/>
          </p:cNvSpPr>
          <p:nvPr>
            <p:ph type="sldNum" sz="quarter" idx="12"/>
          </p:nvPr>
        </p:nvSpPr>
        <p:spPr/>
        <p:txBody>
          <a:bodyPr/>
          <a:lstStyle/>
          <a:p>
            <a:fld id="{3961F404-6CD8-4E2D-B082-239AD8D30C83}" type="slidenum">
              <a:rPr lang="en-US" smtClean="0"/>
              <a:t>‹#›</a:t>
            </a:fld>
            <a:endParaRPr lang="en-US"/>
          </a:p>
        </p:txBody>
      </p:sp>
    </p:spTree>
    <p:extLst>
      <p:ext uri="{BB962C8B-B14F-4D97-AF65-F5344CB8AC3E}">
        <p14:creationId xmlns:p14="http://schemas.microsoft.com/office/powerpoint/2010/main" val="3547611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x-none"/>
              <a:t>Click to edit Master title style</a:t>
            </a:r>
            <a:endParaRPr lang="en-US"/>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a:t>Click to edit Master text styles</a:t>
            </a:r>
          </a:p>
        </p:txBody>
      </p:sp>
      <p:sp>
        <p:nvSpPr>
          <p:cNvPr id="5" name="Date Placeholder 4"/>
          <p:cNvSpPr>
            <a:spLocks noGrp="1"/>
          </p:cNvSpPr>
          <p:nvPr>
            <p:ph type="dt" sz="half" idx="10"/>
          </p:nvPr>
        </p:nvSpPr>
        <p:spPr/>
        <p:txBody>
          <a:bodyPr/>
          <a:lstStyle/>
          <a:p>
            <a:r>
              <a:rPr lang="x-none"/>
              <a:t>Vincenzo Gulisano</a:t>
            </a:r>
            <a:endParaRPr lang="en-US"/>
          </a:p>
        </p:txBody>
      </p:sp>
      <p:sp>
        <p:nvSpPr>
          <p:cNvPr id="6" name="Footer Placeholder 5"/>
          <p:cNvSpPr>
            <a:spLocks noGrp="1"/>
          </p:cNvSpPr>
          <p:nvPr>
            <p:ph type="ftr" sz="quarter" idx="11"/>
          </p:nvPr>
        </p:nvSpPr>
        <p:spPr/>
        <p:txBody>
          <a:bodyPr/>
          <a:lstStyle/>
          <a:p>
            <a:r>
              <a:rPr lang="en-US"/>
              <a:t>Operating Systems - Course Introduction</a:t>
            </a:r>
          </a:p>
        </p:txBody>
      </p:sp>
      <p:sp>
        <p:nvSpPr>
          <p:cNvPr id="7" name="Slide Number Placeholder 6"/>
          <p:cNvSpPr>
            <a:spLocks noGrp="1"/>
          </p:cNvSpPr>
          <p:nvPr>
            <p:ph type="sldNum" sz="quarter" idx="12"/>
          </p:nvPr>
        </p:nvSpPr>
        <p:spPr/>
        <p:txBody>
          <a:bodyPr/>
          <a:lstStyle/>
          <a:p>
            <a:fld id="{3961F404-6CD8-4E2D-B082-239AD8D30C83}" type="slidenum">
              <a:rPr lang="en-US" smtClean="0"/>
              <a:t>‹#›</a:t>
            </a:fld>
            <a:endParaRPr lang="en-US"/>
          </a:p>
        </p:txBody>
      </p:sp>
    </p:spTree>
    <p:extLst>
      <p:ext uri="{BB962C8B-B14F-4D97-AF65-F5344CB8AC3E}">
        <p14:creationId xmlns:p14="http://schemas.microsoft.com/office/powerpoint/2010/main" val="2753672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x-none"/>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x-none"/>
              <a:t>Click to edit Master text styles</a:t>
            </a:r>
          </a:p>
        </p:txBody>
      </p:sp>
      <p:sp>
        <p:nvSpPr>
          <p:cNvPr id="5" name="Date Placeholder 4"/>
          <p:cNvSpPr>
            <a:spLocks noGrp="1"/>
          </p:cNvSpPr>
          <p:nvPr>
            <p:ph type="dt" sz="half" idx="10"/>
          </p:nvPr>
        </p:nvSpPr>
        <p:spPr/>
        <p:txBody>
          <a:bodyPr/>
          <a:lstStyle/>
          <a:p>
            <a:r>
              <a:rPr lang="x-none"/>
              <a:t>Vincenzo Gulisano</a:t>
            </a:r>
            <a:endParaRPr lang="en-US"/>
          </a:p>
        </p:txBody>
      </p:sp>
      <p:sp>
        <p:nvSpPr>
          <p:cNvPr id="6" name="Footer Placeholder 5"/>
          <p:cNvSpPr>
            <a:spLocks noGrp="1"/>
          </p:cNvSpPr>
          <p:nvPr>
            <p:ph type="ftr" sz="quarter" idx="11"/>
          </p:nvPr>
        </p:nvSpPr>
        <p:spPr/>
        <p:txBody>
          <a:bodyPr/>
          <a:lstStyle/>
          <a:p>
            <a:r>
              <a:rPr lang="en-US"/>
              <a:t>Operating Systems - Course Introduction</a:t>
            </a:r>
          </a:p>
        </p:txBody>
      </p:sp>
      <p:sp>
        <p:nvSpPr>
          <p:cNvPr id="7" name="Slide Number Placeholder 6"/>
          <p:cNvSpPr>
            <a:spLocks noGrp="1"/>
          </p:cNvSpPr>
          <p:nvPr>
            <p:ph type="sldNum" sz="quarter" idx="12"/>
          </p:nvPr>
        </p:nvSpPr>
        <p:spPr/>
        <p:txBody>
          <a:bodyPr/>
          <a:lstStyle/>
          <a:p>
            <a:fld id="{3961F404-6CD8-4E2D-B082-239AD8D30C83}" type="slidenum">
              <a:rPr lang="en-US" smtClean="0"/>
              <a:t>‹#›</a:t>
            </a:fld>
            <a:endParaRPr lang="en-US"/>
          </a:p>
        </p:txBody>
      </p:sp>
    </p:spTree>
    <p:extLst>
      <p:ext uri="{BB962C8B-B14F-4D97-AF65-F5344CB8AC3E}">
        <p14:creationId xmlns:p14="http://schemas.microsoft.com/office/powerpoint/2010/main" val="28344793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x-none"/>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Date Placeholder 3"/>
          <p:cNvSpPr>
            <a:spLocks noGrp="1"/>
          </p:cNvSpPr>
          <p:nvPr>
            <p:ph type="dt" sz="half" idx="10"/>
          </p:nvPr>
        </p:nvSpPr>
        <p:spPr/>
        <p:txBody>
          <a:bodyPr/>
          <a:lstStyle/>
          <a:p>
            <a:r>
              <a:rPr lang="x-none"/>
              <a:t>Vincenzo Gulisano</a:t>
            </a:r>
            <a:endParaRPr lang="en-US"/>
          </a:p>
        </p:txBody>
      </p:sp>
      <p:sp>
        <p:nvSpPr>
          <p:cNvPr id="5" name="Footer Placeholder 4"/>
          <p:cNvSpPr>
            <a:spLocks noGrp="1"/>
          </p:cNvSpPr>
          <p:nvPr>
            <p:ph type="ftr" sz="quarter" idx="11"/>
          </p:nvPr>
        </p:nvSpPr>
        <p:spPr/>
        <p:txBody>
          <a:bodyPr/>
          <a:lstStyle/>
          <a:p>
            <a:r>
              <a:rPr lang="en-US"/>
              <a:t>Operating Systems - Course Introduction</a:t>
            </a:r>
          </a:p>
        </p:txBody>
      </p:sp>
      <p:sp>
        <p:nvSpPr>
          <p:cNvPr id="6" name="Slide Number Placeholder 5"/>
          <p:cNvSpPr>
            <a:spLocks noGrp="1"/>
          </p:cNvSpPr>
          <p:nvPr>
            <p:ph type="sldNum" sz="quarter" idx="12"/>
          </p:nvPr>
        </p:nvSpPr>
        <p:spPr/>
        <p:txBody>
          <a:bodyPr/>
          <a:lstStyle/>
          <a:p>
            <a:fld id="{3961F404-6CD8-4E2D-B082-239AD8D30C83}" type="slidenum">
              <a:rPr lang="en-US" smtClean="0"/>
              <a:t>‹#›</a:t>
            </a:fld>
            <a:endParaRPr lang="en-US"/>
          </a:p>
        </p:txBody>
      </p:sp>
    </p:spTree>
    <p:extLst>
      <p:ext uri="{BB962C8B-B14F-4D97-AF65-F5344CB8AC3E}">
        <p14:creationId xmlns:p14="http://schemas.microsoft.com/office/powerpoint/2010/main" val="28618083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x-none"/>
              <a:t>Click to edit Master title style</a:t>
            </a:r>
            <a:endParaRPr lang="en-US"/>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Date Placeholder 3"/>
          <p:cNvSpPr>
            <a:spLocks noGrp="1"/>
          </p:cNvSpPr>
          <p:nvPr>
            <p:ph type="dt" sz="half" idx="10"/>
          </p:nvPr>
        </p:nvSpPr>
        <p:spPr/>
        <p:txBody>
          <a:bodyPr/>
          <a:lstStyle/>
          <a:p>
            <a:r>
              <a:rPr lang="x-none"/>
              <a:t>Vincenzo Gulisano</a:t>
            </a:r>
            <a:endParaRPr lang="en-US"/>
          </a:p>
        </p:txBody>
      </p:sp>
      <p:sp>
        <p:nvSpPr>
          <p:cNvPr id="5" name="Footer Placeholder 4"/>
          <p:cNvSpPr>
            <a:spLocks noGrp="1"/>
          </p:cNvSpPr>
          <p:nvPr>
            <p:ph type="ftr" sz="quarter" idx="11"/>
          </p:nvPr>
        </p:nvSpPr>
        <p:spPr/>
        <p:txBody>
          <a:bodyPr/>
          <a:lstStyle/>
          <a:p>
            <a:r>
              <a:rPr lang="en-US"/>
              <a:t>Operating Systems - Course Introduction</a:t>
            </a:r>
          </a:p>
        </p:txBody>
      </p:sp>
      <p:sp>
        <p:nvSpPr>
          <p:cNvPr id="6" name="Slide Number Placeholder 5"/>
          <p:cNvSpPr>
            <a:spLocks noGrp="1"/>
          </p:cNvSpPr>
          <p:nvPr>
            <p:ph type="sldNum" sz="quarter" idx="12"/>
          </p:nvPr>
        </p:nvSpPr>
        <p:spPr/>
        <p:txBody>
          <a:bodyPr/>
          <a:lstStyle/>
          <a:p>
            <a:fld id="{3961F404-6CD8-4E2D-B082-239AD8D30C83}" type="slidenum">
              <a:rPr lang="en-US" smtClean="0"/>
              <a:t>‹#›</a:t>
            </a:fld>
            <a:endParaRPr lang="en-US"/>
          </a:p>
        </p:txBody>
      </p:sp>
    </p:spTree>
    <p:extLst>
      <p:ext uri="{BB962C8B-B14F-4D97-AF65-F5344CB8AC3E}">
        <p14:creationId xmlns:p14="http://schemas.microsoft.com/office/powerpoint/2010/main" val="4518503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01730" name="Rectangle 2"/>
          <p:cNvSpPr>
            <a:spLocks noGrp="1" noChangeArrowheads="1"/>
          </p:cNvSpPr>
          <p:nvPr>
            <p:ph type="ctrTitle"/>
          </p:nvPr>
        </p:nvSpPr>
        <p:spPr>
          <a:xfrm>
            <a:off x="914400" y="685800"/>
            <a:ext cx="10363200" cy="2127250"/>
          </a:xfrm>
        </p:spPr>
        <p:txBody>
          <a:bodyPr/>
          <a:lstStyle>
            <a:lvl1pPr>
              <a:defRPr sz="4067"/>
            </a:lvl1pPr>
          </a:lstStyle>
          <a:p>
            <a:r>
              <a:rPr lang="en-US"/>
              <a:t>Click to edit Master title style</a:t>
            </a:r>
          </a:p>
        </p:txBody>
      </p:sp>
    </p:spTree>
    <p:extLst>
      <p:ext uri="{BB962C8B-B14F-4D97-AF65-F5344CB8AC3E}">
        <p14:creationId xmlns:p14="http://schemas.microsoft.com/office/powerpoint/2010/main" val="252581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x-none"/>
              <a:t>Click to edit Master title style</a:t>
            </a:r>
            <a:endParaRPr lang="en-US"/>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x-none"/>
              <a:t>Click to edit Master text styles</a:t>
            </a:r>
          </a:p>
          <a:p>
            <a:pPr lvl="1"/>
            <a:r>
              <a:rPr lang="x-none"/>
              <a:t>Second level</a:t>
            </a:r>
          </a:p>
          <a:p>
            <a:pPr lvl="2"/>
            <a:r>
              <a:rPr lang="x-none"/>
              <a:t>Third level</a:t>
            </a:r>
          </a:p>
          <a:p>
            <a:pPr lvl="3"/>
            <a:r>
              <a:rPr lang="x-none"/>
              <a:t>Fourth level</a:t>
            </a:r>
          </a:p>
          <a:p>
            <a:pPr lvl="4"/>
            <a:r>
              <a:rPr lang="x-none"/>
              <a:t>Fifth level</a:t>
            </a:r>
            <a:endParaRPr lang="en-US"/>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x-none"/>
              <a:t>Vincenzo Gulisano</a:t>
            </a:r>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Operating Systems - Course Introduction</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961F404-6CD8-4E2D-B082-239AD8D30C83}" type="slidenum">
              <a:rPr lang="en-US" smtClean="0"/>
              <a:t>‹#›</a:t>
            </a:fld>
            <a:endParaRPr lang="en-US"/>
          </a:p>
        </p:txBody>
      </p:sp>
    </p:spTree>
    <p:extLst>
      <p:ext uri="{BB962C8B-B14F-4D97-AF65-F5344CB8AC3E}">
        <p14:creationId xmlns:p14="http://schemas.microsoft.com/office/powerpoint/2010/main" val="1625853759"/>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hdr="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hyperlink" Target="mailto:hashimm@chalmers.se" TargetMode="External"/><Relationship Id="rId3" Type="http://schemas.openxmlformats.org/officeDocument/2006/relationships/hyperlink" Target="https://chalmers.instructure.com/courses/35797" TargetMode="External"/><Relationship Id="rId7" Type="http://schemas.openxmlformats.org/officeDocument/2006/relationships/hyperlink" Target="mailto:wania@chalmers.se"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hyperlink" Target="mailto:qarayah@chalmers.se" TargetMode="External"/><Relationship Id="rId11" Type="http://schemas.openxmlformats.org/officeDocument/2006/relationships/image" Target="../media/image3.png"/><Relationship Id="rId5" Type="http://schemas.openxmlformats.org/officeDocument/2006/relationships/hyperlink" Target="mailto:jingyu.liu@chalmers.se" TargetMode="External"/><Relationship Id="rId10" Type="http://schemas.openxmlformats.org/officeDocument/2006/relationships/hyperlink" Target="mailto:wenjunt@student.chalmers.se" TargetMode="External"/><Relationship Id="rId4" Type="http://schemas.openxmlformats.org/officeDocument/2006/relationships/hyperlink" Target="mailto:vinmas@chalmers.se" TargetMode="External"/><Relationship Id="rId9" Type="http://schemas.openxmlformats.org/officeDocument/2006/relationships/hyperlink" Target="mailto:garby@chalmers.se"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tiff"/></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mailto:shuozha@student.chalmers.se" TargetMode="External"/><Relationship Id="rId2" Type="http://schemas.openxmlformats.org/officeDocument/2006/relationships/hyperlink" Target="mailto:pengfeil@student.chalmers.se" TargetMode="External"/><Relationship Id="rId1" Type="http://schemas.openxmlformats.org/officeDocument/2006/relationships/slideLayout" Target="../slideLayouts/slideLayout2.xml"/><Relationship Id="rId5" Type="http://schemas.openxmlformats.org/officeDocument/2006/relationships/hyperlink" Target="mailto:rezaam@student.chalmers.se" TargetMode="External"/><Relationship Id="rId4" Type="http://schemas.openxmlformats.org/officeDocument/2006/relationships/hyperlink" Target="mailto:freoster@student.chalmers.se"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txBox="1">
            <a:spLocks noChangeArrowheads="1"/>
          </p:cNvSpPr>
          <p:nvPr/>
        </p:nvSpPr>
        <p:spPr>
          <a:xfrm>
            <a:off x="2593975" y="1647831"/>
            <a:ext cx="6908800" cy="1890183"/>
          </a:xfrm>
          <a:prstGeom prst="rect">
            <a:avLst/>
          </a:prstGeom>
        </p:spPr>
        <p:txBody>
          <a:bodyPr lIns="81280" tIns="40640" rIns="81280" bIns="40640" anchor="ctr">
            <a:normAutofit fontScale="82500" lnSpcReduction="20000"/>
          </a:bodyPr>
          <a:lstStyle>
            <a:lvl1pPr algn="l" defTabSz="685800" rtl="0" eaLnBrk="1" latinLnBrk="0" hangingPunct="1">
              <a:lnSpc>
                <a:spcPct val="90000"/>
              </a:lnSpc>
              <a:spcBef>
                <a:spcPct val="0"/>
              </a:spcBef>
              <a:buNone/>
              <a:defRPr sz="4300" kern="1200">
                <a:solidFill>
                  <a:schemeClr val="tx1"/>
                </a:solidFill>
                <a:latin typeface="+mj-lt"/>
                <a:ea typeface="+mj-ea"/>
                <a:cs typeface="+mj-cs"/>
              </a:defRPr>
            </a:lvl1pPr>
          </a:lstStyle>
          <a:p>
            <a:pPr>
              <a:defRPr/>
            </a:pPr>
            <a:r>
              <a:rPr lang="en-US" altLang="en-US" sz="3800"/>
              <a:t>Operating Systems – EDA093/DIT401</a:t>
            </a:r>
            <a:br>
              <a:rPr lang="en-US" altLang="en-US" sz="3800"/>
            </a:br>
            <a:endParaRPr lang="en-US" altLang="en-US" sz="3822"/>
          </a:p>
          <a:p>
            <a:pPr>
              <a:defRPr/>
            </a:pPr>
            <a:r>
              <a:rPr lang="en-US" altLang="en-US" sz="3822"/>
              <a:t>Course Introduction</a:t>
            </a:r>
          </a:p>
          <a:p>
            <a:pPr>
              <a:defRPr/>
            </a:pPr>
            <a:br>
              <a:rPr lang="en-US" altLang="en-US" sz="3822"/>
            </a:br>
            <a:r>
              <a:rPr lang="en-US" altLang="en-US" sz="2845"/>
              <a:t>Vincenzo Gulisano</a:t>
            </a:r>
            <a:br>
              <a:rPr lang="en-US" altLang="en-US" sz="2845"/>
            </a:br>
            <a:r>
              <a:rPr lang="en-US" altLang="en-US" sz="1778"/>
              <a:t>vincenzo.gulisano@chalmers.se</a:t>
            </a:r>
            <a:endParaRPr lang="en-US" altLang="en-US" sz="2400"/>
          </a:p>
        </p:txBody>
      </p:sp>
      <p:pic>
        <p:nvPicPr>
          <p:cNvPr id="5123" name="Picture 6" descr="http://upload.wikimedia.org/wikipedia/en/5/5c/Chalmers_logo.png"/>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4322237" y="4392089"/>
            <a:ext cx="1672167" cy="155363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5124" name="Picture 8" descr="http://sgroup.be/sites/default/files/LOGUeng_cen2r.gif"/>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164793" y="4480989"/>
            <a:ext cx="1847851" cy="137583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3825796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Agenda</a:t>
            </a:r>
          </a:p>
        </p:txBody>
      </p:sp>
      <p:sp>
        <p:nvSpPr>
          <p:cNvPr id="3" name="Content Placeholder 2"/>
          <p:cNvSpPr>
            <a:spLocks noGrp="1"/>
          </p:cNvSpPr>
          <p:nvPr>
            <p:ph idx="1"/>
          </p:nvPr>
        </p:nvSpPr>
        <p:spPr/>
        <p:txBody>
          <a:bodyPr>
            <a:normAutofit lnSpcReduction="10000"/>
          </a:bodyPr>
          <a:lstStyle/>
          <a:p>
            <a:r>
              <a:rPr lang="en-US"/>
              <a:t>Course homepage &amp; support team</a:t>
            </a:r>
          </a:p>
          <a:p>
            <a:r>
              <a:rPr lang="en-US">
                <a:solidFill>
                  <a:schemeClr val="bg1">
                    <a:lumMod val="75000"/>
                  </a:schemeClr>
                </a:solidFill>
              </a:rPr>
              <a:t>Main textbook</a:t>
            </a:r>
          </a:p>
          <a:p>
            <a:r>
              <a:rPr lang="en-US">
                <a:solidFill>
                  <a:schemeClr val="bg1">
                    <a:lumMod val="75000"/>
                  </a:schemeClr>
                </a:solidFill>
              </a:rPr>
              <a:t>Why study Operating Systems?</a:t>
            </a:r>
          </a:p>
          <a:p>
            <a:r>
              <a:rPr lang="en-US">
                <a:solidFill>
                  <a:schemeClr val="bg1">
                    <a:lumMod val="75000"/>
                  </a:schemeClr>
                </a:solidFill>
              </a:rPr>
              <a:t>What is this course about?</a:t>
            </a:r>
          </a:p>
          <a:p>
            <a:pPr lvl="1"/>
            <a:r>
              <a:rPr lang="en-US">
                <a:solidFill>
                  <a:schemeClr val="bg1">
                    <a:lumMod val="75000"/>
                  </a:schemeClr>
                </a:solidFill>
              </a:rPr>
              <a:t>What is this course NOT about?</a:t>
            </a:r>
          </a:p>
          <a:p>
            <a:r>
              <a:rPr lang="en-US">
                <a:solidFill>
                  <a:schemeClr val="bg1">
                    <a:lumMod val="75000"/>
                  </a:schemeClr>
                </a:solidFill>
              </a:rPr>
              <a:t>Course organization</a:t>
            </a:r>
          </a:p>
          <a:p>
            <a:r>
              <a:rPr lang="en-US">
                <a:solidFill>
                  <a:schemeClr val="bg1">
                    <a:lumMod val="75000"/>
                  </a:schemeClr>
                </a:solidFill>
              </a:rPr>
              <a:t>Best practices</a:t>
            </a:r>
            <a:endParaRPr lang="en-US">
              <a:solidFill>
                <a:schemeClr val="bg1">
                  <a:lumMod val="75000"/>
                </a:schemeClr>
              </a:solidFill>
              <a:sym typeface="Wingdings"/>
            </a:endParaRPr>
          </a:p>
          <a:p>
            <a:r>
              <a:rPr lang="en-US">
                <a:solidFill>
                  <a:schemeClr val="bg1">
                    <a:lumMod val="75000"/>
                  </a:schemeClr>
                </a:solidFill>
                <a:sym typeface="Wingdings"/>
              </a:rPr>
              <a:t>Student representatives</a:t>
            </a:r>
            <a:endParaRPr lang="en-US">
              <a:solidFill>
                <a:schemeClr val="bg1">
                  <a:lumMod val="75000"/>
                </a:schemeClr>
              </a:solidFill>
            </a:endParaRPr>
          </a:p>
        </p:txBody>
      </p:sp>
      <p:sp>
        <p:nvSpPr>
          <p:cNvPr id="4" name="Date Placeholder 3"/>
          <p:cNvSpPr>
            <a:spLocks noGrp="1"/>
          </p:cNvSpPr>
          <p:nvPr>
            <p:ph type="dt" sz="half" idx="10"/>
          </p:nvPr>
        </p:nvSpPr>
        <p:spPr/>
        <p:txBody>
          <a:bodyPr/>
          <a:lstStyle/>
          <a:p>
            <a:r>
              <a:rPr lang="x-none"/>
              <a:t>Vincenzo Gulisano</a:t>
            </a:r>
            <a:endParaRPr lang="en-US"/>
          </a:p>
        </p:txBody>
      </p:sp>
      <p:sp>
        <p:nvSpPr>
          <p:cNvPr id="5" name="Footer Placeholder 4"/>
          <p:cNvSpPr>
            <a:spLocks noGrp="1"/>
          </p:cNvSpPr>
          <p:nvPr>
            <p:ph type="ftr" sz="quarter" idx="11"/>
          </p:nvPr>
        </p:nvSpPr>
        <p:spPr/>
        <p:txBody>
          <a:bodyPr/>
          <a:lstStyle/>
          <a:p>
            <a:r>
              <a:rPr lang="en-US"/>
              <a:t>Operating Systems - Course Introduction</a:t>
            </a:r>
          </a:p>
        </p:txBody>
      </p:sp>
      <p:sp>
        <p:nvSpPr>
          <p:cNvPr id="6" name="Slide Number Placeholder 5"/>
          <p:cNvSpPr>
            <a:spLocks noGrp="1"/>
          </p:cNvSpPr>
          <p:nvPr>
            <p:ph type="sldNum" sz="quarter" idx="12"/>
          </p:nvPr>
        </p:nvSpPr>
        <p:spPr/>
        <p:txBody>
          <a:bodyPr/>
          <a:lstStyle/>
          <a:p>
            <a:fld id="{3961F404-6CD8-4E2D-B082-239AD8D30C83}" type="slidenum">
              <a:rPr lang="en-US" smtClean="0"/>
              <a:t>2</a:t>
            </a:fld>
            <a:endParaRPr lang="en-US"/>
          </a:p>
        </p:txBody>
      </p:sp>
    </p:spTree>
    <p:extLst>
      <p:ext uri="{BB962C8B-B14F-4D97-AF65-F5344CB8AC3E}">
        <p14:creationId xmlns:p14="http://schemas.microsoft.com/office/powerpoint/2010/main" val="4957198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a:t>Course </a:t>
            </a:r>
            <a:r>
              <a:rPr lang="en-GB"/>
              <a:t>homepage</a:t>
            </a:r>
            <a:r>
              <a:rPr lang="sv-SE"/>
              <a:t> &amp; support team</a:t>
            </a:r>
          </a:p>
        </p:txBody>
      </p:sp>
      <p:sp>
        <p:nvSpPr>
          <p:cNvPr id="3" name="Content Placeholder 2"/>
          <p:cNvSpPr>
            <a:spLocks noGrp="1"/>
          </p:cNvSpPr>
          <p:nvPr>
            <p:ph idx="1"/>
          </p:nvPr>
        </p:nvSpPr>
        <p:spPr>
          <a:xfrm>
            <a:off x="1874760" y="1354554"/>
            <a:ext cx="8309429" cy="459732"/>
          </a:xfrm>
          <a:solidFill>
            <a:schemeClr val="accent5">
              <a:lumMod val="20000"/>
              <a:lumOff val="80000"/>
            </a:schemeClr>
          </a:solidFill>
        </p:spPr>
        <p:txBody>
          <a:bodyPr>
            <a:normAutofit/>
          </a:bodyPr>
          <a:lstStyle/>
          <a:p>
            <a:pPr marL="0" indent="0" algn="ctr">
              <a:spcAft>
                <a:spcPts val="0"/>
              </a:spcAft>
              <a:buNone/>
            </a:pPr>
            <a:r>
              <a:rPr lang="en-GB" sz="2000" dirty="0">
                <a:hlinkClick r:id="rId3"/>
              </a:rPr>
              <a:t>https://chalmers.instructure.com/courses/35797</a:t>
            </a:r>
            <a:r>
              <a:rPr lang="en-GB" sz="2000" dirty="0"/>
              <a:t> </a:t>
            </a:r>
            <a:endParaRPr lang="en-US" sz="2000" u="sng" dirty="0">
              <a:solidFill>
                <a:srgbClr val="1F497D"/>
              </a:solidFill>
              <a:ea typeface="Calibri"/>
              <a:cs typeface="Times New Roman"/>
            </a:endParaRPr>
          </a:p>
        </p:txBody>
      </p:sp>
      <p:sp>
        <p:nvSpPr>
          <p:cNvPr id="6" name="Content Placeholder 2"/>
          <p:cNvSpPr txBox="1">
            <a:spLocks/>
          </p:cNvSpPr>
          <p:nvPr/>
        </p:nvSpPr>
        <p:spPr bwMode="auto">
          <a:xfrm>
            <a:off x="416076" y="2172786"/>
            <a:ext cx="3662197" cy="3966757"/>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Autofit/>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pPr>
            <a:r>
              <a:rPr lang="en-GB" sz="2200" b="1"/>
              <a:t>Examiners / Lecturers:</a:t>
            </a:r>
            <a:r>
              <a:rPr lang="en-GB" sz="2200"/>
              <a:t> </a:t>
            </a:r>
          </a:p>
          <a:p>
            <a:pPr marL="0" indent="0">
              <a:buNone/>
            </a:pPr>
            <a:r>
              <a:rPr lang="en-GB" sz="2200"/>
              <a:t>Vincenzo Gulisano</a:t>
            </a:r>
            <a:br>
              <a:rPr lang="en-GB" sz="2200"/>
            </a:br>
            <a:r>
              <a:rPr lang="en-GB" sz="2200">
                <a:hlinkClick r:id="rId4"/>
              </a:rPr>
              <a:t>vinmas@chalmers.se</a:t>
            </a:r>
            <a:r>
              <a:rPr lang="en-GB" sz="2200"/>
              <a:t> </a:t>
            </a:r>
          </a:p>
        </p:txBody>
      </p:sp>
      <p:sp>
        <p:nvSpPr>
          <p:cNvPr id="7" name="Content Placeholder 2"/>
          <p:cNvSpPr txBox="1">
            <a:spLocks/>
          </p:cNvSpPr>
          <p:nvPr/>
        </p:nvSpPr>
        <p:spPr bwMode="auto">
          <a:xfrm>
            <a:off x="4718870" y="2266381"/>
            <a:ext cx="7057054" cy="3779565"/>
          </a:xfrm>
          <a:prstGeom prst="rect">
            <a:avLst/>
          </a:prstGeom>
          <a:noFill/>
          <a:ln w="9525">
            <a:noFill/>
            <a:miter lim="800000"/>
            <a:headEnd/>
            <a:tailEnd/>
          </a:ln>
        </p:spPr>
        <p:txBody>
          <a:bodyPr vert="horz" wrap="square" lIns="91440" tIns="45720" rIns="91440" bIns="45720" numCol="1" anchor="t" anchorCtr="0" compatLnSpc="1">
            <a:prstTxWarp prst="textNoShape">
              <a:avLst/>
            </a:prstTxWarp>
            <a:normAutofit/>
          </a:bodyPr>
          <a:lst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charset="0"/>
              <a:buNone/>
            </a:pPr>
            <a:r>
              <a:rPr lang="en-GB" sz="2200" b="1" dirty="0"/>
              <a:t>Teaching Assistants:</a:t>
            </a:r>
            <a:endParaRPr lang="en-GB" sz="2200" dirty="0"/>
          </a:p>
          <a:p>
            <a:r>
              <a:rPr lang="en-GB" sz="2200" dirty="0"/>
              <a:t>J</a:t>
            </a:r>
            <a:r>
              <a:rPr lang="en-GB" sz="2000" dirty="0"/>
              <a:t>ingyu Liu, </a:t>
            </a:r>
            <a:r>
              <a:rPr lang="en-GB" sz="2000" dirty="0">
                <a:hlinkClick r:id="rId5"/>
              </a:rPr>
              <a:t>jingyu.liu@chalmers.se</a:t>
            </a:r>
            <a:r>
              <a:rPr lang="en-GB" sz="2000" dirty="0"/>
              <a:t> </a:t>
            </a:r>
          </a:p>
          <a:p>
            <a:r>
              <a:rPr lang="en-GB" sz="2000" dirty="0"/>
              <a:t>Fareed Mohammad </a:t>
            </a:r>
            <a:r>
              <a:rPr lang="en-GB" sz="2000" dirty="0" err="1"/>
              <a:t>Qararyah</a:t>
            </a:r>
            <a:r>
              <a:rPr lang="en-GB" sz="2000" dirty="0"/>
              <a:t>, </a:t>
            </a:r>
            <a:r>
              <a:rPr lang="en-GB" sz="2000" dirty="0">
                <a:hlinkClick r:id="rId6"/>
              </a:rPr>
              <a:t>qarayah@chalmers.se</a:t>
            </a:r>
            <a:r>
              <a:rPr lang="en-GB" sz="2000" dirty="0"/>
              <a:t>  </a:t>
            </a:r>
          </a:p>
          <a:p>
            <a:r>
              <a:rPr lang="en-GB" sz="2000" dirty="0"/>
              <a:t>Wania Khan, </a:t>
            </a:r>
            <a:r>
              <a:rPr lang="en-GB" sz="2000" dirty="0">
                <a:hlinkClick r:id="rId7"/>
              </a:rPr>
              <a:t>wania@chalmers.se</a:t>
            </a:r>
            <a:r>
              <a:rPr lang="en-GB" sz="2000" dirty="0"/>
              <a:t>  </a:t>
            </a:r>
          </a:p>
          <a:p>
            <a:r>
              <a:rPr lang="en-GB" sz="2000" dirty="0"/>
              <a:t>Mohamed Hashim </a:t>
            </a:r>
            <a:r>
              <a:rPr lang="en-GB" sz="2000" dirty="0" err="1"/>
              <a:t>Changrampadi</a:t>
            </a:r>
            <a:r>
              <a:rPr lang="en-GB" sz="2000" dirty="0"/>
              <a:t>, </a:t>
            </a:r>
            <a:r>
              <a:rPr lang="en-GB" sz="2000" dirty="0">
                <a:hlinkClick r:id="rId8"/>
              </a:rPr>
              <a:t>hashimm@chalmers.se</a:t>
            </a:r>
            <a:r>
              <a:rPr lang="en-GB" sz="2000" dirty="0"/>
              <a:t>  </a:t>
            </a:r>
          </a:p>
          <a:p>
            <a:r>
              <a:rPr lang="en-GB" sz="2000" dirty="0"/>
              <a:t>Jacob Stacey Garby, </a:t>
            </a:r>
            <a:r>
              <a:rPr lang="en-GB" sz="2000" dirty="0">
                <a:hlinkClick r:id="rId9"/>
              </a:rPr>
              <a:t>garby@chalmers.se</a:t>
            </a:r>
            <a:r>
              <a:rPr lang="en-GB" sz="2000" dirty="0"/>
              <a:t> </a:t>
            </a:r>
          </a:p>
          <a:p>
            <a:r>
              <a:rPr lang="en-GB" sz="2000" dirty="0"/>
              <a:t>Wenjun Tian, </a:t>
            </a:r>
            <a:r>
              <a:rPr lang="en-GB" sz="2000" dirty="0">
                <a:hlinkClick r:id="rId10"/>
              </a:rPr>
              <a:t>wenjunt@student.chalmers.se</a:t>
            </a:r>
            <a:r>
              <a:rPr lang="en-GB" sz="2000" dirty="0"/>
              <a:t>  </a:t>
            </a:r>
          </a:p>
        </p:txBody>
      </p:sp>
      <p:sp>
        <p:nvSpPr>
          <p:cNvPr id="4" name="AutoShape 2" descr="data:image/jpeg;base64,/9j/4AAQSkZJRgABAQAAAQABAAD/2wCEAAkGBxAQEBQUEhAUFRUUEBAUEBQQFBQVFA8UFRQWFxQRFRQYHCggGBolGxUUITIhJSkrLi4uFx8zODMsNygtLisBCgoKDg0OFxAQFywcHBwsLCwsLCwsLCwsLCwsLCwsLCwsKzcsNysrKywrLCwrKysrLCwrKywsKysrKywrKysrK//AABEIAKAAoAMBIgACEQEDEQH/xAAcAAACAgMBAQAAAAAAAAAAAAACAwQHAQUGAAj/xAA7EAABAwIEAwQGCQMFAAAAAAABAAIDBBESITFBBQZRE2FxsQciUoGRoSMyQmJywdHh8BRD8RUWJFOC/8QAGAEAAwEBAAAAAAAAAAAAAAAAAAECAwT/xAAeEQEBAAMAAwEBAQAAAAAAAAAAAQIRIRIxQVEiA//aAAwDAQACEQMRAD8A3DU1oS2pzQsqqGMCkxhIjCkRqKuHxqZBqPEKJGFKh1Hipqo6hYXgfJBLI1ou4gW1ubJEIrC1n+4aO9v6mK/TGFPhnY8XY4OHVpB8kGMoSiKEoAShKMoSmAFYKIoSgAKwURWCgAKAoyhIQHDtTmJTU1q0rKHMCkRpDE9imriRGpLDZR2Lk+euYOzHYRn1nD6Qj7I6e9TJuqbHmbn97iYqPIDJ0xN7nowW+a5FwlqHXklc8n2iVq4X4QB3LacOdfRGXJxpjjG0peWmEXI+ab/pZh9aNzmEbtcR5IW8QMQz81EqeNYsgFn/AFWlmLe8K5xqIH2mPbMJzvYSN8Do7wVhUFdHURiSJwc07jY9CNj3KkZcRzU/l7jzqOYSZ4CQJm7Ob7YHtBascouZCViOQOaHA3BAII3B0KIpJCUJCIrCAAhCQjKwUABQFGUJQbhmpzEpqcxaVjDmJ7AkMUhiirhjnhrSTsCT7lS3Ea0zTPkP2nE/PL5K3+KC9PLbXs3+RVJtOav/ADgyT43qfTcUEWguVrb2CUJRv7v3zT8dr8tN6eOl+rAFEdVjYLWPaQf0XQUPBxLTvfezm/ApXxxOeWbXO4g86FFFO4mzt1Aewgm+RCZGSLW/wr1Gdt9Lr9G9cZaFoJzicY/cNPkV1Kr70TONqkfZxxOHiWuv5BWCsL7XGCsFEhKCCVghEsIBZQFMcgKRuIanMSmpzVrWUNYnsSGp7FNVBSsxMcOrSM+8KjpYiyQt6OIv1sVd1dCXxSNBsXMcAe8hUsYyDY7ZeFk8Pp2GtbfVSo+GF9sJA7lDZJZSYK0tVd+Kmvp8lE2KwvdxW84DUNjD2yGwc05dTsuaaHOu4Oz2Uc1Ml87qMsPJeOfj8bGriGInVvzCCOlGod4KCJHF2tuqcHYcr+C0k1xFsvVoeimS/btyyERPXPHb3ZFWAq49EQJNS6/2YRbf7ZurHWWXsPLCysKSYWCsrBTACllMKApG4lqF9bEz60jR4uF/guN5x4nJ2nZNcWta0F1vtE9e5RuFSMcw31C2s1Nsseu2dxynb/cv+EEoJeZ4G6Ne7wAHmQuPNa3oo1RXAqfFfI7CXniJoyhefEtHldcNxjiMU0jntjEYJvhvisTqb2Ch1E91AkC0xwibnUhpRtKVFsngKtDYo6iymRQvkGWH3lQmprXgJaG6OeHs9wT0alNNyiMgKfw6nMsrGDIve1o8XEAJ0La9GXCxFTGbPFNrfTC0uw2+JXZJFFTNijZG3RjWtHgBZOXNb1oysLy8gmFgrKwUABQErLygJU1Uik+dqMtlbJs8W8C3+BaGllLb2XS881rSWRDUeu49LiwHmuUZquuTcc5pkN0LiiwohGqCOW3U7l/gzqyoZCDa9y4+y0aldJyxyHVVtnEdlF/2PH1h9xu/jorL5f5IpqB+OMvc4gtL5CLgH7oACjLI5HBc28jCKAS04vgH0rRmSPbCr7EvpeWIMPcf4Qqr9IfJfZE1FO36M3MrB/bPtDuSxv6dV81wTAAkOYvC6vRbSMlM4PLgnicTYNljcfAOF1rmAqVCLFKwR9HRSNcAWm4OhG4RLkeRa4viAvcYW5dDuuxbHdYZYarSXYFhMMTkJYRsp0YVgrKFyAU8pd0billTVx84zVLpZHyO1c6/7IoxmvOpnRkteLOBzB2W35Y4BNXTdnEO97z9WNvtH9N12enM9wLg89ZKIoWYnauJyawe047BXDyx6PKals6X6aUWN3D1Gn7rN/E/Jbrljl2Cgh7OIXJt2jz9aQ9T0Hctyot2GAEqS2d900FDIM1JxEye031ac/yKU6Mkdx26pXEpXwkSNFxo9p3CZT10DwTjDeoeQPNOQ6r7nL0fNc101K3C4XL4ho8dW9D3KrXRWP67dy+hOIcaYzKI4ju45tH6qvOeODCVv9RGBiF+3DR9bpJlv1Wk2XHANamBEGrxCDdf6MaxzZ3R7OF/Cx0HxVxQONsveqa5L4O6WN8jXlrmPGDvy/ZWNwbjDwQ2obhfpjt6rvHos8qqTnHThyyHFQ5KrDJmbtIFrW9U7/kpo7lOk8Y7IHZRJ4LAkaBTQvFuRSsEumlcUBKl1cFjcaeShlZWN4+fJpHzSE6ve7IDcnQAK/uSOBR0NOGNsXmzpnDVz7Z+4aBVL6L6ES17HFt2xDETsCcm/O6u+ehOLEw2O1l0ZXumEnE1krSMihc8EWuorLSZPGF43GXvS3QObmTf809bS2EXRFIVDjcJRkbEKRFCGjvQbFTAHtIXL1NPgcRZdcNFr6+g7RVjdJs25WSJIEVstnAgjr3Lp4eFYQQ7O61lZQFh7jotJlLxncbOqv5m4C6ndiaD2R0OuA+yVoCFds1M17S14BBFnA7hVLx7hppp3x7A+qTu05hKxphlv2sH0e0lqP8AG5x81vpY3tZhJuDbUeS9yVTf8SC2nZtPxFz5qdxd4uGN2zd47BRNW6O86VwuEONtrLZxMdGbXySOFsyvZbQtuEsvYhLrjRHiWbWFkKlZczxa/RRaiivm34Ip3ANIPUBFDOXOHeSfcFNx2e9K+9EnDcFL2h1llv8A+W5D8/irKabLmeUqPsaaKM6sjbfxIuVvmG+R0KPd2L+HPaHZg5jovE3/AJqtbVRuidiafcnU9aHAnfcK9fUb+FkGOS+dlt73C1tSQ9lxtupFA8mPNGRJgXigac/cjQAkKPNGDkQpJQPag2qnoz/N1wfOnKtVNM2SKPGHMDSARdpHW+2atDDdZDCn5UtSOd5WilpqNrJAA9jbEXvmDl5hPoKfGST/AA7qZXQ4WOtuQUzhkVmpz0L1KhjAGSMPC8EqSO6kznEWQRm4UV19CpMDbNT0Gt4l9a3UJlLHgjuTmW5dwSeOOs5neVmKTEHO2ya3wCeuD6TE5ryRG9t8rg+SRI2SM3sR16FLhoWTgOYRitmN1Lpu0jyfm3fElOQ7unwVgkGFwsduh8OihSxmN1xkVNmp43C7bg/dz+SQxxOvrDqNR4hViigEmRI0dqOhW24e31R+ELRVTcAOeVrhbXhlZ9G0EbahGQicMivdpZBjubrMwNlKhdqhN0tjCmhtkaAxovdpZeJSpAgArIyQM99k+FmEWSW4rW+BUluiCYQlemkAsvGQJHGHC6Y0WCUw3KcUxXOc0TBuG5tqoVFWlw0sGiwHW5SueZADH+I+S1lDOcs7DzWuM3EW9f/Z"/>
          <p:cNvSpPr>
            <a:spLocks noChangeAspect="1" noChangeArrowheads="1"/>
          </p:cNvSpPr>
          <p:nvPr/>
        </p:nvSpPr>
        <p:spPr bwMode="auto">
          <a:xfrm>
            <a:off x="207433" y="-144463"/>
            <a:ext cx="4064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sv-SE"/>
          </a:p>
        </p:txBody>
      </p:sp>
      <p:sp>
        <p:nvSpPr>
          <p:cNvPr id="12" name="AutoShape 5" descr="data:image/jpeg;base64,/9j/4AAQSkZJRgABAQAAAQABAAD/2wCEAAkGBxMTEhUUEhQUFBQUFhsYGBgYGBQUHhYYFRcXFxcYFxcYHyggGB0lHBQUITEhJSkrLi4uFx8zODMsNygtLiwBCgoKDg0OGBAQGywkICQsLCwsLCwsLCwsLCwsLCwsLCwsLCwsLCwsLCwsLCwsLCwsLCwsLCwsLCwsLCwsLCwsLP/AABEIALAAiAMBIgACEQEDEQH/xAAbAAACAwEBAQAAAAAAAAAAAAAEBQIDBgABB//EADwQAAEDAgQDBAgGAQIHAAAAAAEAAhEDIQQSMUEFUWEGInGBExQykaGxwdFCUnLh8PFikuIjMzVTorLC/8QAGQEAAwEBAQAAAAAAAAAAAAAAAQIDAAQF/8QAIREAAgICAgIDAQAAAAAAAAAAAAECEQMSITFBUQQTIjL/2gAMAwEAAhEDEQA/ANkXHYSqXVTu13/ifqkj8biZ0O4nJz1+S41arnd6RYCQyLTP9rm3R06scesdHa8hp7176wdmu1/x+6SVMRiL2dBM+x1m3LVe061e/wDzCRf2ZmdrhbZG1Hgqn8p+G6n6d5nNAG1xPiSkPrNbNJbUBgj2BbmqqmPrhuUNfpABYDM9VtkajQvd4e8JdXqH0jRP4SY8/ilVPGYpovTLRAA7oi2iDxvGi0y5wzgaREA7LOQUjS1qjSD3hy16IZrmZSMw0HWwWXPF2ACXH5KZ4m3SXTvql5CainUZMSOfkT+ytq12T7V4n4rOYSsKmjtOZKMp8Pc4SCP9RQthDX12SbkwIsDvy5qVOswTf4a22QDuHu6W/wAioNwBO4+K1sw5w788ls3A121QVGi5waSHQADABN9D4GyV4MVfSVKbSRB1kAHmm9Phbou0Sf8AIrbUagttJ2zYAMyf3XiWt4E/PJyx4k/RcipgofgjkvXP6Eqn1kTDWucJgkRAPLr+4VzHSAdjyKWjEsy8DlETzsvHFCjFkhRq1mtFzA+6gT1A+ix/F8Q/EVDSpmWzd3IdYsVgpWA9oO0FSo80qWaAYt0O5SR2Gdq836LVnhjaTCBHU7nxWexrrxyRjId467BrCDGinSg9FB7ldg6MkxdZsChyWU+HviWONkfguMmm6Kk/H3JjwrD3EphjuDtqjyt0U/s5KvDwe4Ws2q0ubJtF5+6sw1KCefn91kRWfhawbJDZstlQrBwnnG0c1VO+SLVcBGCy3GUSb6aaJi1lv2S7BP5ckd9krFJvcQvFWQACToFy1BOgRt5f/Fv5/wAPmvaLtR3QOn06cukKObqPK3mL2H+zkp026m1zt/P4IVJCI99FOkeS51IrntheMfCSxjP9quIOpU4B9u3u/tV9mMJkpS72nmT9Ev7UVTUxLKZ0bt43T2mYCScqRfFG+SvHUMw18EkxHCJT70i6Qud5Gujp0T7M07gmgmyZ4PhjWjRHyphyV5G+x1BLpEaNINFkbTegnVFOnUS7GcbFnarBB7M24uh+zWKzNLTqE0xzpBCy+CqeirxzPzXThl4ObNGqZvMBhu7M7IrNAsAg8MbW5I0eSoczPHu7szHUXIjcDcjkuXlVxAkuiNwJI6gbwuTxAUeus/OB4zr79OnREUKoLZFwZjwnnukzMO8m+kpvh6cNAQcnRqRbKhmPJTKhmQTMYXiv/UKnOG/+oTmnVSDtKSziIP52tPjaPom7FHN4Ov4/TCSvcq8DoU/WAuZnUQJXG6ka7SoetBAJaKa8JVL8e3cgeapbj6RPtC62rBddltQysfxmtlrddVtC3zWJ7R04recLowf0c/yOYH0uhS7gkx3R8QisioZ7PkEYAug4wPGVMgkEggiDEx1XKeIYDYwRuFyFsJQyuZdr8AiqdW2m/NfOndoqwOlP/QPv0W04NWNSmwmxcATA3I+Co0KmM2OPJSybxZSL4HNJ+0nE3UqQLQJLgN9IJP0SNpKxoRc5KK8iDt9RArYV41lzT4S0j5lX46v6MWEu2SrE4g13Uc02qCxJIExMe5H8RpF5soTkmkdmPG4NxEeOxVS+aq1niltLijwZ9Jm96PxHCmQQ9zpO8fJV0OGsgtbmdmi52jkdk6lCgOM9uAzAcRc4xBKlxJ72+CL4Pw/KU04pgswUJSSlwdCTqmYPE4gG7sxAtbaeqJweKo/9t4gxMg312Tc8KABAa0gm4NrjmjMDgXCwY1g6KryR1I/VKwvhGIEANNvklXaTBZsQ0aB+W/K8FaClhsvL5IPiwGekdYcR5RP0UoTp2hpwUlQzwnFWmoKNzaAducBOXPjn7ll8Jh5xDXN0AzeA0Wlr6anUBWxPZckPkxjGS19EMQRyPuXLK4rtWGPcz0ROVxbPpCJykifZ6LlfU5thFUwc3DttIOvL6rfdn2RTb+kfILB0WElxmwHzW74c/LSDiCYYDA10GiC8gG3kl/HsD6akWj2gczepE28wVbh3Z25jv5dIPIq9ggIUmhotxaaPn9Gn7B/K+funLXDku4xhg2q6NH97wO/86pc2tC5JJ9HpKSlUvY2qU2kaBCVQ0aIWpjlUKjjdvkkSZThDbA0yDKYVhIWNrcSrg3gdL/NSdxaq4QBB56x5J9GI5Kx9XplozbLqOMCVYU1CO+4kcohDVnFrrackungbZVyPauMBVBdmPPZKWuM+KbYAH8Jgi/8ASzjSE25HPCqcBx1uG26GTfzCZYh5t+oIXBshjQ3SfDdEYuTHiF14o1FHBmltNs+X4273Hm53zK9UXulx8T8yuVSJoqfChBGaxvO4PJa3DBsW0gCeoACzlOjpBJ+KtZWIPdkc9LgeSlGVFNTSgi4G91FwSZmOcNAfmo1uJOALhqBIm4nrF02yBqS4rUbUYckOymCBciLG2uqzVa+iW4LiL84EgPfVlzpiQ6xaTymT4p5x6jkLXSSSLg7cpU8kKdlsOTigBlOVXW4k2kQHGAVFlaEVRptcJIB8VPrs6bb6PKWMD/ZYXdUZSo1TMUwI1KFZTYwyGgfDTqjW4mmZPvkrUvBSKkCY7FVaYMZXOmMv35apfRp1Mx9LEnYaDdOmV2E90CyHxDd+ayaXAs17KhEpjw6swOh4mRzIjqk7qoEkwANekJBguLl+IJEgEgN/Tt/OqZY3JNkJzSpH1+lUECDIkdF7iKk9P6KUcJrGL6InF4raC2OcXTY8lohOFMxJ4TW1NNwXLVCs78495XipsT1LqmBa0S2oy9uV/EodzToCZ5fugu1HZx9RtN/eazvZ2xJBcRBG173RNCjVaY9Xr5Q0CS12wH4Ytuk7Ktos9XO/nqAI6rP4zitMvyB/cIgmJE+G4Tbj9Sq+m/JRrNy6ANfc8xIuNUFjOy7GUMwOZ4ZJGVw8S103PQi6Kaj2ZQk+grgrKTaJ9EWCq45TUlubLIzZQTIJEiQFX2kre2YgEfD+QsZh672OhklwPdgSTygDVbLFUvTUi0yHZdNNQJEdCjmvgXHXJkKOMnyTnhtcc1j8M8tqOaddPMFG0cS5htpyRlD0PDL5Ny+lOqCPCgTJACVYPj4FiiKnaJo0Kh9c10dP2xa5HVDCho1hB8SxQCVVe0EiwkqrCZnnM5ZQa5Ysp7cIPfhs9KoDq5pA+6x/BWE16Y3zLZuqwEJ2S4PnrGsR3QSG9SdT5fVUx5NYysjmhbjRt+G0kdicK15kvyZWAmxdaQJEeICjRYGNkmABqgHYp73d0uDHWtFojz0MrmxP9WUdPsdM4NSnKajy4Oc3b2mDM73Bcs96zUDgATEmJtE2nzXq6rXpCar2aF3EaYaGuaHNAAy7QBESsvh8HSpn2qz/ANVQgDpDfuomrK9BU3J3YVBB7TnGXK8D/GpVafDNmVmLw8tc0nI1wi2oGkA+FpS41I3Kj6ZK7fYy/PRbhcC2k4vpHvG0xBAAgAHbrzS3GYzLVLiZnU8+vVHDE2J0AHvKRYuoCLp1z2TqgbtFwP0p9PQAzfjYN+Tm9eiz7XSFpuH4403CTb5LuPcIa4+lokAkS5uxPMcj0TqTX5fXgXXyjKVGqLaYRdLDPecrWOJN4g3HPw6ptQ7LPF3vYzmCZPwTuaXZtLFmFopvTdARLOFUWe3XB8G/cq9vEMNTuxuY8zf9lCUnLpFo1ErwPDX1zuGbn6D7rUUjSw7IMAAaLK4ntNUdZohBB7nHNUM3sCkeOT/ozlZosdxU1XBv4eX3ReEcIAIBvN/d91m8MZdKfYZ26zVdDIs4++u1gqYZpcSIe0AuIy+y4DUgX+C9RlLEnZcnhl1VURyYnJ3YmDoVrHIIVLBW03oNFEy9zl5KrLlFrrrBJY+rDQElqnMCEbxColmaE0RWCmuQYOnyK44lzw2kCe8Q0Dq4wI81biqQPiquG4c+mYeRnxgEx8lVUSaoIr8RqMc50BnpAMoE91rZYBe+rZQLsXUcLuKs7QVC6o2ZEU22NyJkkE+aCpPhGl2C2uC0NKJbRJF0M3Eu2aB8VNtN7tSgx0wkEN0urmAuj+Quw+EjdMKbRoFNsokSoNA/pHMqqGHpjdXZApNlEX0qq5QBC5KEUNq90eCtpVEDSf3W+CIa5XaOdBheupPiSqWGVIiyUcFxAlDPaiXhQc2UUYoqNkIcDZH0mqmrQBP81TJiivFAQf1AfH91fSpa+K44e5k/i36dVfQwsjWxP8uncuBUikC9giWNhWhobYXXtOgSZKm5DpFReT4Kyi5x0CIbSCJp0uSVsdIrbIF162oVJ1IyptppBj1hK5WtC5Yx/9k="/>
          <p:cNvSpPr>
            <a:spLocks noChangeAspect="1" noChangeArrowheads="1"/>
          </p:cNvSpPr>
          <p:nvPr/>
        </p:nvSpPr>
        <p:spPr bwMode="auto">
          <a:xfrm>
            <a:off x="410633" y="7938"/>
            <a:ext cx="4064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sv-SE"/>
          </a:p>
        </p:txBody>
      </p:sp>
      <p:pic>
        <p:nvPicPr>
          <p:cNvPr id="5" name="Picture 4"/>
          <p:cNvPicPr>
            <a:picLocks noChangeAspect="1"/>
          </p:cNvPicPr>
          <p:nvPr/>
        </p:nvPicPr>
        <p:blipFill>
          <a:blip r:embed="rId11" cstate="screen">
            <a:extLst>
              <a:ext uri="{28A0092B-C50C-407E-A947-70E740481C1C}">
                <a14:useLocalDpi xmlns:a14="http://schemas.microsoft.com/office/drawing/2010/main"/>
              </a:ext>
            </a:extLst>
          </a:blip>
          <a:stretch>
            <a:fillRect/>
          </a:stretch>
        </p:blipFill>
        <p:spPr>
          <a:xfrm>
            <a:off x="3329578" y="2194244"/>
            <a:ext cx="1007286" cy="936776"/>
          </a:xfrm>
          <a:prstGeom prst="rect">
            <a:avLst/>
          </a:prstGeom>
        </p:spPr>
      </p:pic>
      <p:sp>
        <p:nvSpPr>
          <p:cNvPr id="17" name="AutoShape 6">
            <a:extLst>
              <a:ext uri="{FF2B5EF4-FFF2-40B4-BE49-F238E27FC236}">
                <a16:creationId xmlns:a16="http://schemas.microsoft.com/office/drawing/2014/main" id="{1237C448-6E69-BF4D-8053-D120209BF3E3}"/>
              </a:ext>
            </a:extLst>
          </p:cNvPr>
          <p:cNvSpPr>
            <a:spLocks noChangeAspect="1" noChangeArrowheads="1"/>
          </p:cNvSpPr>
          <p:nvPr/>
        </p:nvSpPr>
        <p:spPr bwMode="auto">
          <a:xfrm>
            <a:off x="5943600" y="314169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8" name="AutoShape 8">
            <a:extLst>
              <a:ext uri="{FF2B5EF4-FFF2-40B4-BE49-F238E27FC236}">
                <a16:creationId xmlns:a16="http://schemas.microsoft.com/office/drawing/2014/main" id="{A224004C-0C5A-B047-A44F-BF16E227C31F}"/>
              </a:ext>
            </a:extLst>
          </p:cNvPr>
          <p:cNvSpPr>
            <a:spLocks noChangeAspect="1" noChangeArrowheads="1"/>
          </p:cNvSpPr>
          <p:nvPr/>
        </p:nvSpPr>
        <p:spPr bwMode="auto">
          <a:xfrm>
            <a:off x="6096000" y="329409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9870935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Agenda</a:t>
            </a:r>
          </a:p>
        </p:txBody>
      </p:sp>
      <p:sp>
        <p:nvSpPr>
          <p:cNvPr id="3" name="Content Placeholder 2"/>
          <p:cNvSpPr>
            <a:spLocks noGrp="1"/>
          </p:cNvSpPr>
          <p:nvPr>
            <p:ph idx="1"/>
          </p:nvPr>
        </p:nvSpPr>
        <p:spPr/>
        <p:txBody>
          <a:bodyPr>
            <a:normAutofit lnSpcReduction="10000"/>
          </a:bodyPr>
          <a:lstStyle/>
          <a:p>
            <a:r>
              <a:rPr lang="en-US">
                <a:solidFill>
                  <a:srgbClr val="BFBFBF"/>
                </a:solidFill>
              </a:rPr>
              <a:t>Course homepage &amp; support team</a:t>
            </a:r>
          </a:p>
          <a:p>
            <a:r>
              <a:rPr lang="en-US"/>
              <a:t>Main textbook</a:t>
            </a:r>
          </a:p>
          <a:p>
            <a:r>
              <a:rPr lang="en-US">
                <a:solidFill>
                  <a:srgbClr val="BFBFBF"/>
                </a:solidFill>
              </a:rPr>
              <a:t>Why study Operating Systems?</a:t>
            </a:r>
          </a:p>
          <a:p>
            <a:r>
              <a:rPr lang="en-US">
                <a:solidFill>
                  <a:srgbClr val="BFBFBF"/>
                </a:solidFill>
              </a:rPr>
              <a:t>What is this course about?</a:t>
            </a:r>
          </a:p>
          <a:p>
            <a:pPr lvl="1"/>
            <a:r>
              <a:rPr lang="en-US">
                <a:solidFill>
                  <a:srgbClr val="BFBFBF"/>
                </a:solidFill>
              </a:rPr>
              <a:t>What is this course NOT about?</a:t>
            </a:r>
          </a:p>
          <a:p>
            <a:r>
              <a:rPr lang="en-US">
                <a:solidFill>
                  <a:srgbClr val="BFBFBF"/>
                </a:solidFill>
              </a:rPr>
              <a:t>Course organization</a:t>
            </a:r>
          </a:p>
          <a:p>
            <a:r>
              <a:rPr lang="en-US">
                <a:solidFill>
                  <a:schemeClr val="bg1">
                    <a:lumMod val="75000"/>
                  </a:schemeClr>
                </a:solidFill>
              </a:rPr>
              <a:t>Best practices</a:t>
            </a:r>
            <a:endParaRPr lang="en-US">
              <a:solidFill>
                <a:schemeClr val="bg1">
                  <a:lumMod val="75000"/>
                </a:schemeClr>
              </a:solidFill>
              <a:sym typeface="Wingdings"/>
            </a:endParaRPr>
          </a:p>
          <a:p>
            <a:r>
              <a:rPr lang="en-US">
                <a:solidFill>
                  <a:srgbClr val="BFBFBF"/>
                </a:solidFill>
                <a:sym typeface="Wingdings"/>
              </a:rPr>
              <a:t>Student representatives</a:t>
            </a:r>
            <a:endParaRPr lang="en-US">
              <a:solidFill>
                <a:srgbClr val="BFBFBF"/>
              </a:solidFill>
            </a:endParaRPr>
          </a:p>
        </p:txBody>
      </p:sp>
      <p:sp>
        <p:nvSpPr>
          <p:cNvPr id="4" name="Date Placeholder 3"/>
          <p:cNvSpPr>
            <a:spLocks noGrp="1"/>
          </p:cNvSpPr>
          <p:nvPr>
            <p:ph type="dt" sz="half" idx="10"/>
          </p:nvPr>
        </p:nvSpPr>
        <p:spPr/>
        <p:txBody>
          <a:bodyPr/>
          <a:lstStyle/>
          <a:p>
            <a:r>
              <a:rPr lang="x-none"/>
              <a:t>Vincenzo Gulisano</a:t>
            </a:r>
            <a:endParaRPr lang="en-US"/>
          </a:p>
        </p:txBody>
      </p:sp>
      <p:sp>
        <p:nvSpPr>
          <p:cNvPr id="5" name="Footer Placeholder 4"/>
          <p:cNvSpPr>
            <a:spLocks noGrp="1"/>
          </p:cNvSpPr>
          <p:nvPr>
            <p:ph type="ftr" sz="quarter" idx="11"/>
          </p:nvPr>
        </p:nvSpPr>
        <p:spPr/>
        <p:txBody>
          <a:bodyPr/>
          <a:lstStyle/>
          <a:p>
            <a:r>
              <a:rPr lang="en-US"/>
              <a:t>Operating Systems - Course Introduction</a:t>
            </a:r>
          </a:p>
        </p:txBody>
      </p:sp>
      <p:sp>
        <p:nvSpPr>
          <p:cNvPr id="6" name="Slide Number Placeholder 5"/>
          <p:cNvSpPr>
            <a:spLocks noGrp="1"/>
          </p:cNvSpPr>
          <p:nvPr>
            <p:ph type="sldNum" sz="quarter" idx="12"/>
          </p:nvPr>
        </p:nvSpPr>
        <p:spPr/>
        <p:txBody>
          <a:bodyPr/>
          <a:lstStyle/>
          <a:p>
            <a:fld id="{3961F404-6CD8-4E2D-B082-239AD8D30C83}" type="slidenum">
              <a:rPr lang="en-US" smtClean="0"/>
              <a:t>4</a:t>
            </a:fld>
            <a:endParaRPr lang="en-US"/>
          </a:p>
        </p:txBody>
      </p:sp>
    </p:spTree>
    <p:extLst>
      <p:ext uri="{BB962C8B-B14F-4D97-AF65-F5344CB8AC3E}">
        <p14:creationId xmlns:p14="http://schemas.microsoft.com/office/powerpoint/2010/main" val="11146775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a:t>Main textbook</a:t>
            </a:r>
          </a:p>
        </p:txBody>
      </p:sp>
      <p:sp>
        <p:nvSpPr>
          <p:cNvPr id="3" name="Content Placeholder 2"/>
          <p:cNvSpPr>
            <a:spLocks noGrp="1"/>
          </p:cNvSpPr>
          <p:nvPr>
            <p:ph idx="1"/>
          </p:nvPr>
        </p:nvSpPr>
        <p:spPr>
          <a:xfrm>
            <a:off x="609600" y="1600201"/>
            <a:ext cx="10972800" cy="3757612"/>
          </a:xfrm>
        </p:spPr>
        <p:txBody>
          <a:bodyPr>
            <a:normAutofit/>
          </a:bodyPr>
          <a:lstStyle/>
          <a:p>
            <a:pPr marL="0" indent="0">
              <a:buNone/>
            </a:pPr>
            <a:r>
              <a:rPr lang="en-US"/>
              <a:t>Modern Operating Systems by Andrew S. Tanenbaum </a:t>
            </a:r>
            <a:br>
              <a:rPr lang="en-US"/>
            </a:br>
            <a:r>
              <a:rPr lang="en-US"/>
              <a:t>(fifth edition)</a:t>
            </a:r>
          </a:p>
          <a:p>
            <a:pPr marL="0" indent="0">
              <a:buNone/>
            </a:pPr>
            <a:endParaRPr lang="is-IS"/>
          </a:p>
          <a:p>
            <a:pPr marL="0" indent="0">
              <a:buNone/>
            </a:pPr>
            <a:endParaRPr lang="is-IS"/>
          </a:p>
          <a:p>
            <a:pPr marL="0" indent="0">
              <a:buNone/>
            </a:pPr>
            <a:r>
              <a:rPr lang="is-IS"/>
              <a:t>There‘s a fourth edition too, </a:t>
            </a:r>
            <a:br>
              <a:rPr lang="is-IS"/>
            </a:br>
            <a:r>
              <a:rPr lang="is-IS"/>
              <a:t>both are OK</a:t>
            </a:r>
          </a:p>
          <a:p>
            <a:pPr marL="0" indent="0">
              <a:buNone/>
            </a:pPr>
            <a:endParaRPr lang="en-US"/>
          </a:p>
          <a:p>
            <a:endParaRPr lang="sv-SE"/>
          </a:p>
        </p:txBody>
      </p:sp>
      <p:sp>
        <p:nvSpPr>
          <p:cNvPr id="4" name="Footer Placeholder 3"/>
          <p:cNvSpPr>
            <a:spLocks noGrp="1"/>
          </p:cNvSpPr>
          <p:nvPr>
            <p:ph type="ftr" sz="quarter" idx="4294967295"/>
          </p:nvPr>
        </p:nvSpPr>
        <p:spPr>
          <a:xfrm>
            <a:off x="3215680" y="6309321"/>
            <a:ext cx="5866837" cy="365125"/>
          </a:xfrm>
          <a:prstGeom prst="rect">
            <a:avLst/>
          </a:prstGeom>
        </p:spPr>
        <p:txBody>
          <a:bodyPr/>
          <a:lstStyle/>
          <a:p>
            <a:r>
              <a:rPr lang="sv-SE"/>
              <a:t>Operating Systems - Course Introduction</a:t>
            </a:r>
          </a:p>
        </p:txBody>
      </p:sp>
      <p:sp>
        <p:nvSpPr>
          <p:cNvPr id="5" name="Date Placeholder 4"/>
          <p:cNvSpPr>
            <a:spLocks noGrp="1"/>
          </p:cNvSpPr>
          <p:nvPr>
            <p:ph type="dt" sz="half" idx="10"/>
          </p:nvPr>
        </p:nvSpPr>
        <p:spPr/>
        <p:txBody>
          <a:bodyPr/>
          <a:lstStyle/>
          <a:p>
            <a:r>
              <a:rPr lang="x-none"/>
              <a:t>Vincenzo Gulisano</a:t>
            </a:r>
            <a:endParaRPr lang="en-US"/>
          </a:p>
        </p:txBody>
      </p:sp>
      <p:sp>
        <p:nvSpPr>
          <p:cNvPr id="6" name="Slide Number Placeholder 5"/>
          <p:cNvSpPr>
            <a:spLocks noGrp="1"/>
          </p:cNvSpPr>
          <p:nvPr>
            <p:ph type="sldNum" sz="quarter" idx="12"/>
          </p:nvPr>
        </p:nvSpPr>
        <p:spPr/>
        <p:txBody>
          <a:bodyPr/>
          <a:lstStyle/>
          <a:p>
            <a:fld id="{3961F404-6CD8-4E2D-B082-239AD8D30C83}" type="slidenum">
              <a:rPr lang="en-US" smtClean="0"/>
              <a:t>5</a:t>
            </a:fld>
            <a:endParaRPr lang="en-US"/>
          </a:p>
        </p:txBody>
      </p:sp>
      <p:pic>
        <p:nvPicPr>
          <p:cNvPr id="7" name="Picture 6"/>
          <p:cNvPicPr>
            <a:picLocks noChangeAspect="1"/>
          </p:cNvPicPr>
          <p:nvPr/>
        </p:nvPicPr>
        <p:blipFill>
          <a:blip r:embed="rId3"/>
          <a:stretch>
            <a:fillRect/>
          </a:stretch>
        </p:blipFill>
        <p:spPr>
          <a:xfrm>
            <a:off x="9042400" y="2598964"/>
            <a:ext cx="2540000" cy="3314700"/>
          </a:xfrm>
          <a:prstGeom prst="rect">
            <a:avLst/>
          </a:prstGeom>
        </p:spPr>
      </p:pic>
      <p:pic>
        <p:nvPicPr>
          <p:cNvPr id="1026" name="Picture 2">
            <a:extLst>
              <a:ext uri="{FF2B5EF4-FFF2-40B4-BE49-F238E27FC236}">
                <a16:creationId xmlns:a16="http://schemas.microsoft.com/office/drawing/2014/main" id="{C4AF0E10-B294-A4B1-EC0A-8CE5634F68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53088" y="2598964"/>
            <a:ext cx="3314700" cy="3314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98625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Agenda</a:t>
            </a:r>
          </a:p>
        </p:txBody>
      </p:sp>
      <p:sp>
        <p:nvSpPr>
          <p:cNvPr id="3" name="Content Placeholder 2"/>
          <p:cNvSpPr>
            <a:spLocks noGrp="1"/>
          </p:cNvSpPr>
          <p:nvPr>
            <p:ph idx="1"/>
          </p:nvPr>
        </p:nvSpPr>
        <p:spPr/>
        <p:txBody>
          <a:bodyPr>
            <a:normAutofit lnSpcReduction="10000"/>
          </a:bodyPr>
          <a:lstStyle/>
          <a:p>
            <a:r>
              <a:rPr lang="en-US">
                <a:solidFill>
                  <a:srgbClr val="BFBFBF"/>
                </a:solidFill>
              </a:rPr>
              <a:t>Course homepage &amp; support team</a:t>
            </a:r>
          </a:p>
          <a:p>
            <a:r>
              <a:rPr lang="en-US">
                <a:solidFill>
                  <a:srgbClr val="BFBFBF"/>
                </a:solidFill>
              </a:rPr>
              <a:t>Main textbook</a:t>
            </a:r>
          </a:p>
          <a:p>
            <a:r>
              <a:rPr lang="en-US"/>
              <a:t>Why study Operating Systems?</a:t>
            </a:r>
          </a:p>
          <a:p>
            <a:r>
              <a:rPr lang="en-US">
                <a:solidFill>
                  <a:srgbClr val="BFBFBF"/>
                </a:solidFill>
              </a:rPr>
              <a:t>What is this course about?</a:t>
            </a:r>
          </a:p>
          <a:p>
            <a:pPr lvl="1"/>
            <a:r>
              <a:rPr lang="en-US">
                <a:solidFill>
                  <a:srgbClr val="BFBFBF"/>
                </a:solidFill>
              </a:rPr>
              <a:t>What is this course NOT about?</a:t>
            </a:r>
          </a:p>
          <a:p>
            <a:r>
              <a:rPr lang="en-US">
                <a:solidFill>
                  <a:srgbClr val="BFBFBF"/>
                </a:solidFill>
              </a:rPr>
              <a:t>Course organization</a:t>
            </a:r>
          </a:p>
          <a:p>
            <a:r>
              <a:rPr lang="en-US">
                <a:solidFill>
                  <a:schemeClr val="bg1">
                    <a:lumMod val="75000"/>
                  </a:schemeClr>
                </a:solidFill>
              </a:rPr>
              <a:t>Best practices</a:t>
            </a:r>
            <a:endParaRPr lang="en-US">
              <a:solidFill>
                <a:schemeClr val="bg1">
                  <a:lumMod val="75000"/>
                </a:schemeClr>
              </a:solidFill>
              <a:sym typeface="Wingdings"/>
            </a:endParaRPr>
          </a:p>
          <a:p>
            <a:r>
              <a:rPr lang="en-US">
                <a:solidFill>
                  <a:srgbClr val="BFBFBF"/>
                </a:solidFill>
                <a:sym typeface="Wingdings"/>
              </a:rPr>
              <a:t>Student representatives</a:t>
            </a:r>
            <a:endParaRPr lang="en-US">
              <a:solidFill>
                <a:srgbClr val="BFBFBF"/>
              </a:solidFill>
            </a:endParaRPr>
          </a:p>
        </p:txBody>
      </p:sp>
      <p:sp>
        <p:nvSpPr>
          <p:cNvPr id="4" name="Date Placeholder 3"/>
          <p:cNvSpPr>
            <a:spLocks noGrp="1"/>
          </p:cNvSpPr>
          <p:nvPr>
            <p:ph type="dt" sz="half" idx="10"/>
          </p:nvPr>
        </p:nvSpPr>
        <p:spPr/>
        <p:txBody>
          <a:bodyPr/>
          <a:lstStyle/>
          <a:p>
            <a:r>
              <a:rPr lang="x-none"/>
              <a:t>Vincenzo Gulisano</a:t>
            </a:r>
            <a:endParaRPr lang="en-US"/>
          </a:p>
        </p:txBody>
      </p:sp>
      <p:sp>
        <p:nvSpPr>
          <p:cNvPr id="5" name="Footer Placeholder 4"/>
          <p:cNvSpPr>
            <a:spLocks noGrp="1"/>
          </p:cNvSpPr>
          <p:nvPr>
            <p:ph type="ftr" sz="quarter" idx="11"/>
          </p:nvPr>
        </p:nvSpPr>
        <p:spPr/>
        <p:txBody>
          <a:bodyPr/>
          <a:lstStyle/>
          <a:p>
            <a:r>
              <a:rPr lang="en-US"/>
              <a:t>Operating Systems - Course Introduction</a:t>
            </a:r>
          </a:p>
        </p:txBody>
      </p:sp>
      <p:sp>
        <p:nvSpPr>
          <p:cNvPr id="6" name="Slide Number Placeholder 5"/>
          <p:cNvSpPr>
            <a:spLocks noGrp="1"/>
          </p:cNvSpPr>
          <p:nvPr>
            <p:ph type="sldNum" sz="quarter" idx="12"/>
          </p:nvPr>
        </p:nvSpPr>
        <p:spPr/>
        <p:txBody>
          <a:bodyPr/>
          <a:lstStyle/>
          <a:p>
            <a:fld id="{3961F404-6CD8-4E2D-B082-239AD8D30C83}" type="slidenum">
              <a:rPr lang="en-US" smtClean="0"/>
              <a:t>6</a:t>
            </a:fld>
            <a:endParaRPr lang="en-US"/>
          </a:p>
        </p:txBody>
      </p:sp>
    </p:spTree>
    <p:extLst>
      <p:ext uri="{BB962C8B-B14F-4D97-AF65-F5344CB8AC3E}">
        <p14:creationId xmlns:p14="http://schemas.microsoft.com/office/powerpoint/2010/main" val="1114677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5" name="Rectangle 1034">
            <a:extLst>
              <a:ext uri="{FF2B5EF4-FFF2-40B4-BE49-F238E27FC236}">
                <a16:creationId xmlns:a16="http://schemas.microsoft.com/office/drawing/2014/main" id="{398F3DEE-0E56-499F-AFAE-C2DA7C2C81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RoboCop | Rotten Tomatoes">
            <a:extLst>
              <a:ext uri="{FF2B5EF4-FFF2-40B4-BE49-F238E27FC236}">
                <a16:creationId xmlns:a16="http://schemas.microsoft.com/office/drawing/2014/main" id="{D8525F06-A26B-A2F4-C284-D4015661F33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 b="17376"/>
          <a:stretch>
            <a:fillRect/>
          </a:stretch>
        </p:blipFill>
        <p:spPr bwMode="auto">
          <a:xfrm>
            <a:off x="-2" y="10"/>
            <a:ext cx="4056982" cy="4469306"/>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descr="A person holding an object&#10;&#10;AI-generated content may be incorrect.">
            <a:extLst>
              <a:ext uri="{FF2B5EF4-FFF2-40B4-BE49-F238E27FC236}">
                <a16:creationId xmlns:a16="http://schemas.microsoft.com/office/drawing/2014/main" id="{5A123EA4-E7C6-C047-84CC-59DCA220ABD3}"/>
              </a:ext>
            </a:extLst>
          </p:cNvPr>
          <p:cNvPicPr>
            <a:picLocks noChangeAspect="1"/>
          </p:cNvPicPr>
          <p:nvPr/>
        </p:nvPicPr>
        <p:blipFill>
          <a:blip r:embed="rId4"/>
          <a:srcRect l="4382" r="-2" b="-2"/>
          <a:stretch>
            <a:fillRect/>
          </a:stretch>
        </p:blipFill>
        <p:spPr>
          <a:xfrm>
            <a:off x="8115283" y="4462444"/>
            <a:ext cx="4076715" cy="2395556"/>
          </a:xfrm>
          <a:prstGeom prst="rect">
            <a:avLst/>
          </a:prstGeom>
        </p:spPr>
      </p:pic>
      <p:pic>
        <p:nvPicPr>
          <p:cNvPr id="1028" name="Picture 4" descr="The Terminator (1984): The computer code as seen through the Terminator's  optics is a mixture of machine language (numeric operation codes) and  assembler (mnemonic sequences), both considered &quot;low level&quot; computer  programming languages. :">
            <a:extLst>
              <a:ext uri="{FF2B5EF4-FFF2-40B4-BE49-F238E27FC236}">
                <a16:creationId xmlns:a16="http://schemas.microsoft.com/office/drawing/2014/main" id="{4DC719E2-C0C7-E6BD-FA79-0ADF7062FAF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10174" r="38062" b="2"/>
          <a:stretch>
            <a:fillRect/>
          </a:stretch>
        </p:blipFill>
        <p:spPr bwMode="auto">
          <a:xfrm>
            <a:off x="8115283" y="-1"/>
            <a:ext cx="4076717" cy="4469316"/>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RoboCop runs DOS, Terminator runs MacOS &amp; Apple II.">
            <a:extLst>
              <a:ext uri="{FF2B5EF4-FFF2-40B4-BE49-F238E27FC236}">
                <a16:creationId xmlns:a16="http://schemas.microsoft.com/office/drawing/2014/main" id="{9523C586-EBE2-4B4F-C383-2D63D678AD9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005" r="43041" b="2"/>
          <a:stretch>
            <a:fillRect/>
          </a:stretch>
        </p:blipFill>
        <p:spPr bwMode="auto">
          <a:xfrm>
            <a:off x="4056980" y="-1"/>
            <a:ext cx="4063088" cy="4469316"/>
          </a:xfrm>
          <a:prstGeom prst="rect">
            <a:avLst/>
          </a:prstGeom>
          <a:noFill/>
          <a:extLst>
            <a:ext uri="{909E8E84-426E-40DD-AFC4-6F175D3DCCD1}">
              <a14:hiddenFill xmlns:a14="http://schemas.microsoft.com/office/drawing/2010/main">
                <a:solidFill>
                  <a:srgbClr val="FFFFFF"/>
                </a:solidFill>
              </a14:hiddenFill>
            </a:ext>
          </a:extLst>
        </p:spPr>
      </p:pic>
      <p:sp>
        <p:nvSpPr>
          <p:cNvPr id="1037" name="Rectangle 1036">
            <a:extLst>
              <a:ext uri="{FF2B5EF4-FFF2-40B4-BE49-F238E27FC236}">
                <a16:creationId xmlns:a16="http://schemas.microsoft.com/office/drawing/2014/main" id="{D4054751-1972-4218-A5AC-06366AB23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462444"/>
            <a:ext cx="8115290" cy="2395556"/>
          </a:xfrm>
          <a:prstGeom prst="rect">
            <a:avLst/>
          </a:prstGeom>
          <a:gradFill>
            <a:gsLst>
              <a:gs pos="10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9" name="Rectangle 1038">
            <a:extLst>
              <a:ext uri="{FF2B5EF4-FFF2-40B4-BE49-F238E27FC236}">
                <a16:creationId xmlns:a16="http://schemas.microsoft.com/office/drawing/2014/main" id="{53F16F31-4871-4294-AA34-E451DD4CD2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4" y="4462444"/>
            <a:ext cx="8115285" cy="2395556"/>
          </a:xfrm>
          <a:prstGeom prst="rect">
            <a:avLst/>
          </a:prstGeom>
          <a:gradFill>
            <a:gsLst>
              <a:gs pos="7000">
                <a:srgbClr val="000000">
                  <a:alpha val="44000"/>
                </a:srgbClr>
              </a:gs>
              <a:gs pos="67000">
                <a:schemeClr val="accent1">
                  <a:lumMod val="75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1" name="Rectangle 1040">
            <a:extLst>
              <a:ext uri="{FF2B5EF4-FFF2-40B4-BE49-F238E27FC236}">
                <a16:creationId xmlns:a16="http://schemas.microsoft.com/office/drawing/2014/main" id="{ABD3FB0A-8C48-462D-82B4-C52CDB3F07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5280991"/>
            <a:ext cx="8115283" cy="1575508"/>
          </a:xfrm>
          <a:prstGeom prst="rect">
            <a:avLst/>
          </a:prstGeom>
          <a:gradFill>
            <a:gsLst>
              <a:gs pos="40000">
                <a:srgbClr val="000000">
                  <a:alpha val="0"/>
                </a:srgbClr>
              </a:gs>
              <a:gs pos="100000">
                <a:schemeClr val="accent1">
                  <a:alpha val="23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699608" y="4777524"/>
            <a:ext cx="6863410" cy="1113911"/>
          </a:xfrm>
        </p:spPr>
        <p:txBody>
          <a:bodyPr vert="horz" lIns="91440" tIns="45720" rIns="91440" bIns="45720" rtlCol="0" anchor="b">
            <a:normAutofit/>
          </a:bodyPr>
          <a:lstStyle/>
          <a:p>
            <a:pPr algn="l" defTabSz="914400">
              <a:lnSpc>
                <a:spcPct val="90000"/>
              </a:lnSpc>
            </a:pPr>
            <a:r>
              <a:rPr lang="en-US" sz="4000" kern="1200">
                <a:solidFill>
                  <a:srgbClr val="FFFFFF"/>
                </a:solidFill>
                <a:latin typeface="+mj-lt"/>
                <a:ea typeface="+mj-ea"/>
                <a:cs typeface="+mj-cs"/>
              </a:rPr>
              <a:t>Why study Operating Systems?</a:t>
            </a:r>
          </a:p>
        </p:txBody>
      </p:sp>
      <p:sp>
        <p:nvSpPr>
          <p:cNvPr id="3" name="Content Placeholder 2"/>
          <p:cNvSpPr>
            <a:spLocks noGrp="1"/>
          </p:cNvSpPr>
          <p:nvPr>
            <p:ph idx="1"/>
          </p:nvPr>
        </p:nvSpPr>
        <p:spPr>
          <a:xfrm>
            <a:off x="699608" y="5891437"/>
            <a:ext cx="6863409" cy="534998"/>
          </a:xfrm>
        </p:spPr>
        <p:txBody>
          <a:bodyPr vert="horz" lIns="91440" tIns="45720" rIns="91440" bIns="45720" rtlCol="0">
            <a:normAutofit/>
          </a:bodyPr>
          <a:lstStyle/>
          <a:p>
            <a:pPr marL="0" indent="0" defTabSz="914400">
              <a:lnSpc>
                <a:spcPct val="90000"/>
              </a:lnSpc>
              <a:spcBef>
                <a:spcPts val="1000"/>
              </a:spcBef>
              <a:buNone/>
            </a:pPr>
            <a:r>
              <a:rPr lang="en-US" altLang="sv-SE" sz="2000" kern="1200">
                <a:solidFill>
                  <a:srgbClr val="FFFFFF"/>
                </a:solidFill>
                <a:latin typeface="+mn-lt"/>
                <a:ea typeface="+mn-ea"/>
                <a:cs typeface="+mn-cs"/>
              </a:rPr>
              <a:t>Where there are computers, there are operating systems…</a:t>
            </a:r>
          </a:p>
        </p:txBody>
      </p:sp>
      <p:sp>
        <p:nvSpPr>
          <p:cNvPr id="5" name="Footer Placeholder 4"/>
          <p:cNvSpPr>
            <a:spLocks noGrp="1"/>
          </p:cNvSpPr>
          <p:nvPr>
            <p:ph type="ftr" sz="quarter" idx="11"/>
          </p:nvPr>
        </p:nvSpPr>
        <p:spPr>
          <a:xfrm rot="5400000">
            <a:off x="-1828800" y="2002536"/>
            <a:ext cx="4114800" cy="365125"/>
          </a:xfrm>
        </p:spPr>
        <p:txBody>
          <a:bodyPr vert="horz" lIns="91440" tIns="45720" rIns="91440" bIns="45720" rtlCol="0" anchor="ctr">
            <a:normAutofit/>
          </a:bodyPr>
          <a:lstStyle/>
          <a:p>
            <a:pPr algn="l">
              <a:spcAft>
                <a:spcPts val="600"/>
              </a:spcAft>
            </a:pPr>
            <a:r>
              <a:rPr lang="en-US" sz="1100" kern="1200">
                <a:solidFill>
                  <a:srgbClr val="FFFFFF"/>
                </a:solidFill>
                <a:latin typeface="+mn-lt"/>
                <a:ea typeface="+mn-ea"/>
                <a:cs typeface="+mn-cs"/>
              </a:rPr>
              <a:t>Operating Systems - Course Introduction</a:t>
            </a:r>
          </a:p>
        </p:txBody>
      </p:sp>
      <p:sp>
        <p:nvSpPr>
          <p:cNvPr id="4" name="Date Placeholder 3"/>
          <p:cNvSpPr>
            <a:spLocks noGrp="1"/>
          </p:cNvSpPr>
          <p:nvPr>
            <p:ph type="dt" sz="half" idx="10"/>
          </p:nvPr>
        </p:nvSpPr>
        <p:spPr>
          <a:xfrm>
            <a:off x="8970264" y="6455664"/>
            <a:ext cx="2743200" cy="365125"/>
          </a:xfrm>
        </p:spPr>
        <p:txBody>
          <a:bodyPr vert="horz" lIns="91440" tIns="45720" rIns="91440" bIns="45720" rtlCol="0" anchor="ctr">
            <a:normAutofit/>
          </a:bodyPr>
          <a:lstStyle/>
          <a:p>
            <a:pPr algn="r">
              <a:spcAft>
                <a:spcPts val="600"/>
              </a:spcAft>
            </a:pPr>
            <a:r>
              <a:rPr lang="en-US" sz="1100">
                <a:solidFill>
                  <a:srgbClr val="FFFFFF"/>
                </a:solidFill>
              </a:rPr>
              <a:t>Vincenzo Gulisano</a:t>
            </a:r>
          </a:p>
        </p:txBody>
      </p:sp>
      <p:sp>
        <p:nvSpPr>
          <p:cNvPr id="6" name="Slide Number Placeholder 5"/>
          <p:cNvSpPr>
            <a:spLocks noGrp="1"/>
          </p:cNvSpPr>
          <p:nvPr>
            <p:ph type="sldNum" sz="quarter" idx="12"/>
          </p:nvPr>
        </p:nvSpPr>
        <p:spPr>
          <a:xfrm>
            <a:off x="11704320" y="6455664"/>
            <a:ext cx="448056" cy="365125"/>
          </a:xfrm>
        </p:spPr>
        <p:txBody>
          <a:bodyPr vert="horz" lIns="91440" tIns="45720" rIns="91440" bIns="45720" rtlCol="0" anchor="ctr">
            <a:normAutofit/>
          </a:bodyPr>
          <a:lstStyle/>
          <a:p>
            <a:pPr>
              <a:spcAft>
                <a:spcPts val="600"/>
              </a:spcAft>
            </a:pPr>
            <a:fld id="{3961F404-6CD8-4E2D-B082-239AD8D30C83}" type="slidenum">
              <a:rPr lang="en-US" sz="1100">
                <a:solidFill>
                  <a:srgbClr val="FFFFFF"/>
                </a:solidFill>
              </a:rPr>
              <a:pPr>
                <a:spcAft>
                  <a:spcPts val="600"/>
                </a:spcAft>
              </a:pPr>
              <a:t>7</a:t>
            </a:fld>
            <a:endParaRPr lang="en-US" sz="1100">
              <a:solidFill>
                <a:srgbClr val="FFFFFF"/>
              </a:solidFill>
            </a:endParaRPr>
          </a:p>
        </p:txBody>
      </p:sp>
    </p:spTree>
    <p:extLst>
      <p:ext uri="{BB962C8B-B14F-4D97-AF65-F5344CB8AC3E}">
        <p14:creationId xmlns:p14="http://schemas.microsoft.com/office/powerpoint/2010/main" val="2410838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Why study Operating Systems?</a:t>
            </a:r>
          </a:p>
        </p:txBody>
      </p:sp>
      <p:sp>
        <p:nvSpPr>
          <p:cNvPr id="3" name="Content Placeholder 2"/>
          <p:cNvSpPr>
            <a:spLocks noGrp="1"/>
          </p:cNvSpPr>
          <p:nvPr>
            <p:ph idx="1"/>
          </p:nvPr>
        </p:nvSpPr>
        <p:spPr>
          <a:xfrm>
            <a:off x="609601" y="1600203"/>
            <a:ext cx="5812970" cy="4525963"/>
          </a:xfrm>
        </p:spPr>
        <p:txBody>
          <a:bodyPr>
            <a:normAutofit fontScale="92500"/>
          </a:bodyPr>
          <a:lstStyle/>
          <a:p>
            <a:r>
              <a:rPr lang="en-US" altLang="sv-SE" sz="2800">
                <a:solidFill>
                  <a:schemeClr val="accent2"/>
                </a:solidFill>
                <a:latin typeface="Arial" charset="0"/>
                <a:cs typeface="Arial" charset="0"/>
              </a:rPr>
              <a:t>Provides services</a:t>
            </a:r>
            <a:r>
              <a:rPr lang="en-US" altLang="sv-SE" sz="2800">
                <a:latin typeface="Arial" charset="0"/>
                <a:cs typeface="Arial" charset="0"/>
              </a:rPr>
              <a:t> to system users </a:t>
            </a:r>
          </a:p>
          <a:p>
            <a:endParaRPr lang="en-US" altLang="sv-SE" sz="2800">
              <a:solidFill>
                <a:schemeClr val="accent2"/>
              </a:solidFill>
              <a:latin typeface="Arial" charset="0"/>
              <a:cs typeface="Arial" charset="0"/>
            </a:endParaRPr>
          </a:p>
          <a:p>
            <a:r>
              <a:rPr lang="en-US" altLang="sv-SE" sz="2800">
                <a:solidFill>
                  <a:schemeClr val="accent2"/>
                </a:solidFill>
                <a:latin typeface="Arial" charset="0"/>
                <a:cs typeface="Arial" charset="0"/>
              </a:rPr>
              <a:t>“Shields” </a:t>
            </a:r>
            <a:r>
              <a:rPr lang="en-US" altLang="sv-SE" sz="2800">
                <a:latin typeface="Arial" charset="0"/>
                <a:cs typeface="Arial" charset="0"/>
              </a:rPr>
              <a:t>the user from the hardware</a:t>
            </a:r>
          </a:p>
          <a:p>
            <a:endParaRPr lang="en-US" altLang="sv-SE" sz="2800">
              <a:latin typeface="Arial" charset="0"/>
              <a:cs typeface="Arial" charset="0"/>
            </a:endParaRPr>
          </a:p>
          <a:p>
            <a:r>
              <a:rPr lang="en-US" altLang="sv-SE" sz="2800">
                <a:solidFill>
                  <a:schemeClr val="accent2"/>
                </a:solidFill>
                <a:latin typeface="Arial" charset="0"/>
                <a:cs typeface="Arial" charset="0"/>
              </a:rPr>
              <a:t>Resource manager</a:t>
            </a:r>
            <a:r>
              <a:rPr lang="en-US" altLang="sv-SE" sz="2800">
                <a:latin typeface="Arial" charset="0"/>
                <a:cs typeface="Arial" charset="0"/>
              </a:rPr>
              <a:t>:</a:t>
            </a:r>
          </a:p>
          <a:p>
            <a:pPr lvl="1"/>
            <a:r>
              <a:rPr lang="en-US" altLang="sv-SE" sz="2400">
                <a:latin typeface="Arial" charset="0"/>
                <a:cs typeface="Arial" charset="0"/>
              </a:rPr>
              <a:t>CPU(s)</a:t>
            </a:r>
          </a:p>
          <a:p>
            <a:pPr lvl="1"/>
            <a:r>
              <a:rPr lang="en-US" altLang="sv-SE" sz="2400">
                <a:latin typeface="Arial" charset="0"/>
                <a:cs typeface="Arial" charset="0"/>
              </a:rPr>
              <a:t>memory </a:t>
            </a:r>
          </a:p>
          <a:p>
            <a:pPr lvl="1"/>
            <a:r>
              <a:rPr lang="en-US" altLang="sv-SE" sz="2400">
                <a:latin typeface="Arial" charset="0"/>
                <a:cs typeface="Arial" charset="0"/>
              </a:rPr>
              <a:t> I/O devices</a:t>
            </a:r>
          </a:p>
          <a:p>
            <a:pPr lvl="1"/>
            <a:r>
              <a:rPr lang="en-US" altLang="sv-SE" sz="2400">
                <a:latin typeface="Arial" charset="0"/>
                <a:cs typeface="Arial" charset="0"/>
              </a:rPr>
              <a:t>….</a:t>
            </a:r>
            <a:endParaRPr lang="en-US" altLang="sv-SE" sz="2000">
              <a:latin typeface="Arial" charset="0"/>
              <a:cs typeface="Arial" charset="0"/>
            </a:endParaRPr>
          </a:p>
        </p:txBody>
      </p:sp>
      <p:sp>
        <p:nvSpPr>
          <p:cNvPr id="4" name="Date Placeholder 3"/>
          <p:cNvSpPr>
            <a:spLocks noGrp="1"/>
          </p:cNvSpPr>
          <p:nvPr>
            <p:ph type="dt" sz="half" idx="10"/>
          </p:nvPr>
        </p:nvSpPr>
        <p:spPr/>
        <p:txBody>
          <a:bodyPr/>
          <a:lstStyle/>
          <a:p>
            <a:r>
              <a:rPr lang="x-none"/>
              <a:t>Vincenzo Gulisano</a:t>
            </a:r>
            <a:endParaRPr lang="en-US"/>
          </a:p>
        </p:txBody>
      </p:sp>
      <p:sp>
        <p:nvSpPr>
          <p:cNvPr id="5" name="Footer Placeholder 4"/>
          <p:cNvSpPr>
            <a:spLocks noGrp="1"/>
          </p:cNvSpPr>
          <p:nvPr>
            <p:ph type="ftr" sz="quarter" idx="11"/>
          </p:nvPr>
        </p:nvSpPr>
        <p:spPr/>
        <p:txBody>
          <a:bodyPr/>
          <a:lstStyle/>
          <a:p>
            <a:r>
              <a:rPr lang="en-US"/>
              <a:t>Operating Systems - Course Introduction</a:t>
            </a:r>
          </a:p>
        </p:txBody>
      </p:sp>
      <p:sp>
        <p:nvSpPr>
          <p:cNvPr id="6" name="Slide Number Placeholder 5"/>
          <p:cNvSpPr>
            <a:spLocks noGrp="1"/>
          </p:cNvSpPr>
          <p:nvPr>
            <p:ph type="sldNum" sz="quarter" idx="12"/>
          </p:nvPr>
        </p:nvSpPr>
        <p:spPr/>
        <p:txBody>
          <a:bodyPr/>
          <a:lstStyle/>
          <a:p>
            <a:fld id="{3961F404-6CD8-4E2D-B082-239AD8D30C83}" type="slidenum">
              <a:rPr lang="en-US" smtClean="0"/>
              <a:t>8</a:t>
            </a:fld>
            <a:endParaRPr lang="en-US"/>
          </a:p>
        </p:txBody>
      </p:sp>
      <p:grpSp>
        <p:nvGrpSpPr>
          <p:cNvPr id="10" name="Group 9"/>
          <p:cNvGrpSpPr/>
          <p:nvPr/>
        </p:nvGrpSpPr>
        <p:grpSpPr>
          <a:xfrm>
            <a:off x="6059714" y="1988840"/>
            <a:ext cx="6094280" cy="3015862"/>
            <a:chOff x="6059714" y="1988840"/>
            <a:chExt cx="6094280" cy="3015862"/>
          </a:xfrm>
        </p:grpSpPr>
        <p:sp>
          <p:nvSpPr>
            <p:cNvPr id="7" name="TextBox 7"/>
            <p:cNvSpPr txBox="1">
              <a:spLocks noChangeArrowheads="1"/>
            </p:cNvSpPr>
            <p:nvPr/>
          </p:nvSpPr>
          <p:spPr bwMode="auto">
            <a:xfrm>
              <a:off x="6864654" y="4727703"/>
              <a:ext cx="3029251"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r>
                <a:rPr lang="en-GB" altLang="sv-SE" sz="1200"/>
                <a:t>Picture source: Modern OS, by A. </a:t>
              </a:r>
              <a:r>
                <a:rPr lang="en-GB" altLang="sv-SE" sz="1200" err="1"/>
                <a:t>Tanenbaum</a:t>
              </a:r>
              <a:endParaRPr lang="en-GB" altLang="sv-SE" sz="1200"/>
            </a:p>
          </p:txBody>
        </p:sp>
        <p:pic>
          <p:nvPicPr>
            <p:cNvPr id="8" name="Picture 3"/>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6286594" y="1988840"/>
              <a:ext cx="5867400" cy="2781300"/>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9" name="Rectangle 8"/>
            <p:cNvSpPr/>
            <p:nvPr/>
          </p:nvSpPr>
          <p:spPr>
            <a:xfrm>
              <a:off x="6059714" y="3144762"/>
              <a:ext cx="326572" cy="70152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1133538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Why study Operating Systems?</a:t>
            </a:r>
          </a:p>
        </p:txBody>
      </p:sp>
      <p:sp>
        <p:nvSpPr>
          <p:cNvPr id="3" name="Content Placeholder 2"/>
          <p:cNvSpPr>
            <a:spLocks noGrp="1"/>
          </p:cNvSpPr>
          <p:nvPr>
            <p:ph idx="1"/>
          </p:nvPr>
        </p:nvSpPr>
        <p:spPr>
          <a:xfrm>
            <a:off x="609600" y="1600203"/>
            <a:ext cx="7856794" cy="4525963"/>
          </a:xfrm>
        </p:spPr>
        <p:txBody>
          <a:bodyPr>
            <a:normAutofit/>
          </a:bodyPr>
          <a:lstStyle/>
          <a:p>
            <a:pPr>
              <a:defRPr/>
            </a:pPr>
            <a:r>
              <a:rPr lang="en-US" sz="2800">
                <a:latin typeface="Arial" pitchFamily="34" charset="0"/>
                <a:cs typeface="Arial" pitchFamily="34" charset="0"/>
              </a:rPr>
              <a:t>To learn about system functionality and design</a:t>
            </a:r>
          </a:p>
          <a:p>
            <a:pPr lvl="1">
              <a:defRPr/>
            </a:pPr>
            <a:r>
              <a:rPr lang="en-US" sz="2400">
                <a:latin typeface="Arial" pitchFamily="34" charset="0"/>
                <a:cs typeface="Arial" pitchFamily="34" charset="0"/>
              </a:rPr>
              <a:t>performance vs. simplicity, HW vs. SW, etc.</a:t>
            </a:r>
          </a:p>
          <a:p>
            <a:pPr>
              <a:defRPr/>
            </a:pPr>
            <a:endParaRPr lang="en-US" sz="2800">
              <a:latin typeface="Arial" pitchFamily="34" charset="0"/>
              <a:cs typeface="Arial" pitchFamily="34" charset="0"/>
            </a:endParaRPr>
          </a:p>
          <a:p>
            <a:pPr>
              <a:defRPr/>
            </a:pPr>
            <a:r>
              <a:rPr lang="en-US" sz="2800">
                <a:latin typeface="Arial" pitchFamily="34" charset="0"/>
                <a:cs typeface="Arial" pitchFamily="34" charset="0"/>
              </a:rPr>
              <a:t>To learn how to manage complexity through appropriate abstractions</a:t>
            </a:r>
            <a:endParaRPr lang="en-US" sz="2400">
              <a:latin typeface="Arial" pitchFamily="34" charset="0"/>
              <a:cs typeface="Arial" pitchFamily="34" charset="0"/>
            </a:endParaRPr>
          </a:p>
          <a:p>
            <a:pPr lvl="1">
              <a:defRPr/>
            </a:pPr>
            <a:endParaRPr lang="en-US" sz="2400">
              <a:latin typeface="Arial" pitchFamily="34" charset="0"/>
              <a:cs typeface="Arial" pitchFamily="34" charset="0"/>
            </a:endParaRPr>
          </a:p>
          <a:p>
            <a:pPr>
              <a:defRPr/>
            </a:pPr>
            <a:r>
              <a:rPr lang="en-US" sz="2800">
                <a:latin typeface="Arial" pitchFamily="34" charset="0"/>
                <a:cs typeface="Arial" pitchFamily="34" charset="0"/>
              </a:rPr>
              <a:t>again: Because computers and OSs are everywhere!</a:t>
            </a:r>
          </a:p>
        </p:txBody>
      </p:sp>
      <p:sp>
        <p:nvSpPr>
          <p:cNvPr id="4" name="Date Placeholder 3"/>
          <p:cNvSpPr>
            <a:spLocks noGrp="1"/>
          </p:cNvSpPr>
          <p:nvPr>
            <p:ph type="dt" sz="half" idx="10"/>
          </p:nvPr>
        </p:nvSpPr>
        <p:spPr/>
        <p:txBody>
          <a:bodyPr/>
          <a:lstStyle/>
          <a:p>
            <a:r>
              <a:rPr lang="x-none"/>
              <a:t>Vincenzo Gulisano</a:t>
            </a:r>
            <a:endParaRPr lang="en-US"/>
          </a:p>
        </p:txBody>
      </p:sp>
      <p:sp>
        <p:nvSpPr>
          <p:cNvPr id="5" name="Footer Placeholder 4"/>
          <p:cNvSpPr>
            <a:spLocks noGrp="1"/>
          </p:cNvSpPr>
          <p:nvPr>
            <p:ph type="ftr" sz="quarter" idx="11"/>
          </p:nvPr>
        </p:nvSpPr>
        <p:spPr/>
        <p:txBody>
          <a:bodyPr/>
          <a:lstStyle/>
          <a:p>
            <a:r>
              <a:rPr lang="en-US"/>
              <a:t>Operating Systems - Course Introduction</a:t>
            </a:r>
          </a:p>
        </p:txBody>
      </p:sp>
      <p:sp>
        <p:nvSpPr>
          <p:cNvPr id="6" name="Slide Number Placeholder 5"/>
          <p:cNvSpPr>
            <a:spLocks noGrp="1"/>
          </p:cNvSpPr>
          <p:nvPr>
            <p:ph type="sldNum" sz="quarter" idx="12"/>
          </p:nvPr>
        </p:nvSpPr>
        <p:spPr/>
        <p:txBody>
          <a:bodyPr/>
          <a:lstStyle/>
          <a:p>
            <a:fld id="{3961F404-6CD8-4E2D-B082-239AD8D30C83}" type="slidenum">
              <a:rPr lang="en-US" smtClean="0"/>
              <a:t>9</a:t>
            </a:fld>
            <a:endParaRPr lang="en-US"/>
          </a:p>
        </p:txBody>
      </p:sp>
      <p:grpSp>
        <p:nvGrpSpPr>
          <p:cNvPr id="7" name="Group 6"/>
          <p:cNvGrpSpPr/>
          <p:nvPr/>
        </p:nvGrpSpPr>
        <p:grpSpPr>
          <a:xfrm>
            <a:off x="8513431" y="1776067"/>
            <a:ext cx="3104344" cy="4157125"/>
            <a:chOff x="1295399" y="1828800"/>
            <a:chExt cx="3056187" cy="4092635"/>
          </a:xfrm>
        </p:grpSpPr>
        <p:pic>
          <p:nvPicPr>
            <p:cNvPr id="8" name="Picture 2" descr="http://4.bp.blogspot.com/-Kc_jYOMfj-g/UCakbvK3gyI/AAAAAAAAGTo/8Fa5sfZjQkI/s1600/coperta_corta.jpeg"/>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1295399" y="1828800"/>
              <a:ext cx="3056187" cy="4092635"/>
            </a:xfrm>
            <a:prstGeom prst="rect">
              <a:avLst/>
            </a:prstGeom>
            <a:noFill/>
            <a:extLst>
              <a:ext uri="{909E8E84-426E-40dd-AFC4-6F175D3DCCD1}">
                <a14:hiddenFill xmlns:a14="http://schemas.microsoft.com/office/drawing/2010/main" xmlns="">
                  <a:solidFill>
                    <a:srgbClr val="FFFFFF"/>
                  </a:solidFill>
                </a14:hiddenFill>
              </a:ext>
            </a:extLst>
          </p:spPr>
        </p:pic>
        <p:sp>
          <p:nvSpPr>
            <p:cNvPr id="9" name="Up Arrow 8"/>
            <p:cNvSpPr/>
            <p:nvPr/>
          </p:nvSpPr>
          <p:spPr>
            <a:xfrm rot="1459553">
              <a:off x="3380403" y="2723383"/>
              <a:ext cx="484632" cy="97840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0" name="Up Arrow 9"/>
            <p:cNvSpPr/>
            <p:nvPr/>
          </p:nvSpPr>
          <p:spPr>
            <a:xfrm rot="12307406">
              <a:off x="2530992" y="4552399"/>
              <a:ext cx="484632" cy="97840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grpSp>
    </p:spTree>
    <p:extLst>
      <p:ext uri="{BB962C8B-B14F-4D97-AF65-F5344CB8AC3E}">
        <p14:creationId xmlns:p14="http://schemas.microsoft.com/office/powerpoint/2010/main" val="1755051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Agenda</a:t>
            </a:r>
          </a:p>
        </p:txBody>
      </p:sp>
      <p:sp>
        <p:nvSpPr>
          <p:cNvPr id="3" name="Content Placeholder 2"/>
          <p:cNvSpPr>
            <a:spLocks noGrp="1"/>
          </p:cNvSpPr>
          <p:nvPr>
            <p:ph idx="1"/>
          </p:nvPr>
        </p:nvSpPr>
        <p:spPr/>
        <p:txBody>
          <a:bodyPr>
            <a:normAutofit lnSpcReduction="10000"/>
          </a:bodyPr>
          <a:lstStyle/>
          <a:p>
            <a:r>
              <a:rPr lang="en-US">
                <a:solidFill>
                  <a:srgbClr val="BFBFBF"/>
                </a:solidFill>
              </a:rPr>
              <a:t>Course homepage &amp; support team</a:t>
            </a:r>
          </a:p>
          <a:p>
            <a:r>
              <a:rPr lang="en-US">
                <a:solidFill>
                  <a:srgbClr val="BFBFBF"/>
                </a:solidFill>
              </a:rPr>
              <a:t>Main textbook</a:t>
            </a:r>
          </a:p>
          <a:p>
            <a:r>
              <a:rPr lang="en-US">
                <a:solidFill>
                  <a:srgbClr val="BFBFBF"/>
                </a:solidFill>
              </a:rPr>
              <a:t>Why study Operating Systems?</a:t>
            </a:r>
          </a:p>
          <a:p>
            <a:r>
              <a:rPr lang="en-US"/>
              <a:t>What is this course about?</a:t>
            </a:r>
          </a:p>
          <a:p>
            <a:pPr lvl="1"/>
            <a:r>
              <a:rPr lang="en-US"/>
              <a:t>What is this course NOT about?</a:t>
            </a:r>
          </a:p>
          <a:p>
            <a:r>
              <a:rPr lang="en-US">
                <a:solidFill>
                  <a:srgbClr val="BFBFBF"/>
                </a:solidFill>
              </a:rPr>
              <a:t>Course organization</a:t>
            </a:r>
          </a:p>
          <a:p>
            <a:r>
              <a:rPr lang="en-US">
                <a:solidFill>
                  <a:schemeClr val="bg1">
                    <a:lumMod val="75000"/>
                  </a:schemeClr>
                </a:solidFill>
              </a:rPr>
              <a:t>Best practices</a:t>
            </a:r>
            <a:endParaRPr lang="en-US">
              <a:solidFill>
                <a:srgbClr val="BFBFBF"/>
              </a:solidFill>
              <a:sym typeface="Wingdings"/>
            </a:endParaRPr>
          </a:p>
          <a:p>
            <a:r>
              <a:rPr lang="en-US">
                <a:solidFill>
                  <a:srgbClr val="BFBFBF"/>
                </a:solidFill>
                <a:sym typeface="Wingdings"/>
              </a:rPr>
              <a:t>Student representatives</a:t>
            </a:r>
            <a:endParaRPr lang="en-US">
              <a:solidFill>
                <a:srgbClr val="BFBFBF"/>
              </a:solidFill>
            </a:endParaRPr>
          </a:p>
        </p:txBody>
      </p:sp>
      <p:sp>
        <p:nvSpPr>
          <p:cNvPr id="4" name="Date Placeholder 3"/>
          <p:cNvSpPr>
            <a:spLocks noGrp="1"/>
          </p:cNvSpPr>
          <p:nvPr>
            <p:ph type="dt" sz="half" idx="10"/>
          </p:nvPr>
        </p:nvSpPr>
        <p:spPr/>
        <p:txBody>
          <a:bodyPr/>
          <a:lstStyle/>
          <a:p>
            <a:r>
              <a:rPr lang="x-none"/>
              <a:t>Vincenzo Gulisano</a:t>
            </a:r>
            <a:endParaRPr lang="en-US"/>
          </a:p>
        </p:txBody>
      </p:sp>
      <p:sp>
        <p:nvSpPr>
          <p:cNvPr id="5" name="Footer Placeholder 4"/>
          <p:cNvSpPr>
            <a:spLocks noGrp="1"/>
          </p:cNvSpPr>
          <p:nvPr>
            <p:ph type="ftr" sz="quarter" idx="11"/>
          </p:nvPr>
        </p:nvSpPr>
        <p:spPr/>
        <p:txBody>
          <a:bodyPr/>
          <a:lstStyle/>
          <a:p>
            <a:r>
              <a:rPr lang="en-US"/>
              <a:t>Operating Systems - Course Introduction</a:t>
            </a:r>
          </a:p>
        </p:txBody>
      </p:sp>
      <p:sp>
        <p:nvSpPr>
          <p:cNvPr id="6" name="Slide Number Placeholder 5"/>
          <p:cNvSpPr>
            <a:spLocks noGrp="1"/>
          </p:cNvSpPr>
          <p:nvPr>
            <p:ph type="sldNum" sz="quarter" idx="12"/>
          </p:nvPr>
        </p:nvSpPr>
        <p:spPr/>
        <p:txBody>
          <a:bodyPr/>
          <a:lstStyle/>
          <a:p>
            <a:fld id="{3961F404-6CD8-4E2D-B082-239AD8D30C83}" type="slidenum">
              <a:rPr lang="en-US" smtClean="0"/>
              <a:t>10</a:t>
            </a:fld>
            <a:endParaRPr lang="en-US"/>
          </a:p>
        </p:txBody>
      </p:sp>
    </p:spTree>
    <p:extLst>
      <p:ext uri="{BB962C8B-B14F-4D97-AF65-F5344CB8AC3E}">
        <p14:creationId xmlns:p14="http://schemas.microsoft.com/office/powerpoint/2010/main" val="11146775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ctr">
              <a:buNone/>
            </a:pPr>
            <a:r>
              <a:rPr lang="en-US" sz="4800"/>
              <a:t>What is this course not about?</a:t>
            </a:r>
          </a:p>
        </p:txBody>
      </p:sp>
      <p:sp>
        <p:nvSpPr>
          <p:cNvPr id="4" name="Date Placeholder 3"/>
          <p:cNvSpPr>
            <a:spLocks noGrp="1"/>
          </p:cNvSpPr>
          <p:nvPr>
            <p:ph type="dt" sz="half" idx="10"/>
          </p:nvPr>
        </p:nvSpPr>
        <p:spPr/>
        <p:txBody>
          <a:bodyPr/>
          <a:lstStyle/>
          <a:p>
            <a:r>
              <a:rPr lang="x-none"/>
              <a:t>Vincenzo Gulisano</a:t>
            </a:r>
            <a:endParaRPr lang="en-US"/>
          </a:p>
        </p:txBody>
      </p:sp>
      <p:sp>
        <p:nvSpPr>
          <p:cNvPr id="5" name="Footer Placeholder 4"/>
          <p:cNvSpPr>
            <a:spLocks noGrp="1"/>
          </p:cNvSpPr>
          <p:nvPr>
            <p:ph type="ftr" sz="quarter" idx="11"/>
          </p:nvPr>
        </p:nvSpPr>
        <p:spPr/>
        <p:txBody>
          <a:bodyPr/>
          <a:lstStyle/>
          <a:p>
            <a:r>
              <a:rPr lang="en-US"/>
              <a:t>Operating Systems - Course Introduction</a:t>
            </a:r>
          </a:p>
        </p:txBody>
      </p:sp>
      <p:sp>
        <p:nvSpPr>
          <p:cNvPr id="6" name="Slide Number Placeholder 5"/>
          <p:cNvSpPr>
            <a:spLocks noGrp="1"/>
          </p:cNvSpPr>
          <p:nvPr>
            <p:ph type="sldNum" sz="quarter" idx="12"/>
          </p:nvPr>
        </p:nvSpPr>
        <p:spPr/>
        <p:txBody>
          <a:bodyPr/>
          <a:lstStyle/>
          <a:p>
            <a:fld id="{3961F404-6CD8-4E2D-B082-239AD8D30C83}" type="slidenum">
              <a:rPr lang="en-US" smtClean="0"/>
              <a:t>11</a:t>
            </a:fld>
            <a:endParaRPr lang="en-US"/>
          </a:p>
        </p:txBody>
      </p:sp>
    </p:spTree>
    <p:extLst>
      <p:ext uri="{BB962C8B-B14F-4D97-AF65-F5344CB8AC3E}">
        <p14:creationId xmlns:p14="http://schemas.microsoft.com/office/powerpoint/2010/main" val="7481629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What is this course not about?</a:t>
            </a:r>
            <a:endParaRPr lang="en-GB"/>
          </a:p>
        </p:txBody>
      </p:sp>
      <p:sp>
        <p:nvSpPr>
          <p:cNvPr id="3" name="Content Placeholder 2"/>
          <p:cNvSpPr>
            <a:spLocks noGrp="1"/>
          </p:cNvSpPr>
          <p:nvPr>
            <p:ph idx="1"/>
          </p:nvPr>
        </p:nvSpPr>
        <p:spPr/>
        <p:txBody>
          <a:bodyPr/>
          <a:lstStyle/>
          <a:p>
            <a:r>
              <a:rPr lang="en-GB"/>
              <a:t>Learn how to use Windows</a:t>
            </a:r>
          </a:p>
          <a:p>
            <a:r>
              <a:rPr lang="en-GB"/>
              <a:t>Learn how to use Linux</a:t>
            </a:r>
          </a:p>
          <a:p>
            <a:r>
              <a:rPr lang="en-GB"/>
              <a:t>Learn how to use OS X</a:t>
            </a:r>
          </a:p>
          <a:p>
            <a:r>
              <a:rPr lang="en-GB"/>
              <a:t>Learn how to program in C</a:t>
            </a:r>
          </a:p>
        </p:txBody>
      </p:sp>
      <p:sp>
        <p:nvSpPr>
          <p:cNvPr id="4" name="Date Placeholder 3"/>
          <p:cNvSpPr>
            <a:spLocks noGrp="1"/>
          </p:cNvSpPr>
          <p:nvPr>
            <p:ph type="dt" sz="half" idx="10"/>
          </p:nvPr>
        </p:nvSpPr>
        <p:spPr/>
        <p:txBody>
          <a:bodyPr/>
          <a:lstStyle/>
          <a:p>
            <a:r>
              <a:rPr lang="x-none"/>
              <a:t>Vincenzo Gulisano</a:t>
            </a:r>
            <a:endParaRPr lang="en-US"/>
          </a:p>
        </p:txBody>
      </p:sp>
      <p:sp>
        <p:nvSpPr>
          <p:cNvPr id="5" name="Footer Placeholder 4"/>
          <p:cNvSpPr>
            <a:spLocks noGrp="1"/>
          </p:cNvSpPr>
          <p:nvPr>
            <p:ph type="ftr" sz="quarter" idx="11"/>
          </p:nvPr>
        </p:nvSpPr>
        <p:spPr/>
        <p:txBody>
          <a:bodyPr/>
          <a:lstStyle/>
          <a:p>
            <a:r>
              <a:rPr lang="en-US"/>
              <a:t>Operating Systems - Course Introduction</a:t>
            </a:r>
          </a:p>
        </p:txBody>
      </p:sp>
      <p:sp>
        <p:nvSpPr>
          <p:cNvPr id="6" name="Slide Number Placeholder 5"/>
          <p:cNvSpPr>
            <a:spLocks noGrp="1"/>
          </p:cNvSpPr>
          <p:nvPr>
            <p:ph type="sldNum" sz="quarter" idx="12"/>
          </p:nvPr>
        </p:nvSpPr>
        <p:spPr/>
        <p:txBody>
          <a:bodyPr/>
          <a:lstStyle/>
          <a:p>
            <a:fld id="{3961F404-6CD8-4E2D-B082-239AD8D30C83}" type="slidenum">
              <a:rPr lang="en-US" smtClean="0"/>
              <a:t>12</a:t>
            </a:fld>
            <a:endParaRPr lang="en-US"/>
          </a:p>
        </p:txBody>
      </p:sp>
      <p:pic>
        <p:nvPicPr>
          <p:cNvPr id="7" name="Picture 6"/>
          <p:cNvPicPr>
            <a:picLocks noChangeAspect="1"/>
          </p:cNvPicPr>
          <p:nvPr/>
        </p:nvPicPr>
        <p:blipFill>
          <a:blip r:embed="rId2"/>
          <a:stretch>
            <a:fillRect/>
          </a:stretch>
        </p:blipFill>
        <p:spPr>
          <a:xfrm>
            <a:off x="7202713" y="2068285"/>
            <a:ext cx="3650343" cy="2737757"/>
          </a:xfrm>
          <a:prstGeom prst="rect">
            <a:avLst/>
          </a:prstGeom>
        </p:spPr>
      </p:pic>
    </p:spTree>
    <p:extLst>
      <p:ext uri="{BB962C8B-B14F-4D97-AF65-F5344CB8AC3E}">
        <p14:creationId xmlns:p14="http://schemas.microsoft.com/office/powerpoint/2010/main" val="4028406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lgn="ctr">
              <a:buNone/>
            </a:pPr>
            <a:r>
              <a:rPr lang="en-US" sz="4800"/>
              <a:t>What is this course about, then?</a:t>
            </a:r>
          </a:p>
        </p:txBody>
      </p:sp>
      <p:sp>
        <p:nvSpPr>
          <p:cNvPr id="4" name="Date Placeholder 3"/>
          <p:cNvSpPr>
            <a:spLocks noGrp="1"/>
          </p:cNvSpPr>
          <p:nvPr>
            <p:ph type="dt" sz="half" idx="10"/>
          </p:nvPr>
        </p:nvSpPr>
        <p:spPr/>
        <p:txBody>
          <a:bodyPr/>
          <a:lstStyle/>
          <a:p>
            <a:r>
              <a:rPr lang="x-none"/>
              <a:t>Vincenzo Gulisano</a:t>
            </a:r>
            <a:endParaRPr lang="en-US"/>
          </a:p>
        </p:txBody>
      </p:sp>
      <p:sp>
        <p:nvSpPr>
          <p:cNvPr id="5" name="Footer Placeholder 4"/>
          <p:cNvSpPr>
            <a:spLocks noGrp="1"/>
          </p:cNvSpPr>
          <p:nvPr>
            <p:ph type="ftr" sz="quarter" idx="11"/>
          </p:nvPr>
        </p:nvSpPr>
        <p:spPr/>
        <p:txBody>
          <a:bodyPr/>
          <a:lstStyle/>
          <a:p>
            <a:r>
              <a:rPr lang="en-US"/>
              <a:t>Operating Systems - Course Introduction</a:t>
            </a:r>
          </a:p>
        </p:txBody>
      </p:sp>
      <p:sp>
        <p:nvSpPr>
          <p:cNvPr id="6" name="Slide Number Placeholder 5"/>
          <p:cNvSpPr>
            <a:spLocks noGrp="1"/>
          </p:cNvSpPr>
          <p:nvPr>
            <p:ph type="sldNum" sz="quarter" idx="12"/>
          </p:nvPr>
        </p:nvSpPr>
        <p:spPr/>
        <p:txBody>
          <a:bodyPr/>
          <a:lstStyle/>
          <a:p>
            <a:fld id="{3961F404-6CD8-4E2D-B082-239AD8D30C83}" type="slidenum">
              <a:rPr lang="en-US" smtClean="0"/>
              <a:t>13</a:t>
            </a:fld>
            <a:endParaRPr lang="en-US"/>
          </a:p>
        </p:txBody>
      </p:sp>
    </p:spTree>
    <p:extLst>
      <p:ext uri="{BB962C8B-B14F-4D97-AF65-F5344CB8AC3E}">
        <p14:creationId xmlns:p14="http://schemas.microsoft.com/office/powerpoint/2010/main" val="20537781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73989" y="345536"/>
            <a:ext cx="10790359" cy="5670951"/>
          </a:xfrm>
        </p:spPr>
        <p:txBody>
          <a:bodyPr numCol="2">
            <a:noAutofit/>
          </a:bodyPr>
          <a:lstStyle/>
          <a:p>
            <a:pPr marL="0" indent="0">
              <a:buNone/>
            </a:pPr>
            <a:r>
              <a:rPr lang="en-US" sz="3600" dirty="0"/>
              <a:t>Content of the course:</a:t>
            </a:r>
          </a:p>
          <a:p>
            <a:r>
              <a:rPr lang="en-US" sz="3600" dirty="0"/>
              <a:t>Introduction / System Structures</a:t>
            </a:r>
          </a:p>
          <a:p>
            <a:r>
              <a:rPr lang="en-US" sz="3600" dirty="0"/>
              <a:t>Processes / Threads</a:t>
            </a:r>
          </a:p>
          <a:p>
            <a:r>
              <a:rPr lang="en-US" sz="3600" dirty="0"/>
              <a:t>Multithreaded Programming</a:t>
            </a:r>
          </a:p>
          <a:p>
            <a:r>
              <a:rPr lang="en-US" sz="3600" dirty="0"/>
              <a:t>Process scheduling</a:t>
            </a:r>
          </a:p>
          <a:p>
            <a:r>
              <a:rPr lang="en-US" sz="3600" dirty="0"/>
              <a:t>Synchronization</a:t>
            </a:r>
          </a:p>
          <a:p>
            <a:endParaRPr lang="en-US" sz="3600" dirty="0"/>
          </a:p>
          <a:p>
            <a:r>
              <a:rPr lang="en-US" sz="3600" dirty="0"/>
              <a:t>Deadlocks</a:t>
            </a:r>
          </a:p>
          <a:p>
            <a:r>
              <a:rPr lang="en-US" sz="3600" dirty="0"/>
              <a:t>Memory Management</a:t>
            </a:r>
          </a:p>
          <a:p>
            <a:r>
              <a:rPr lang="en-US" sz="3600" dirty="0"/>
              <a:t>Virtual Memory</a:t>
            </a:r>
          </a:p>
          <a:p>
            <a:r>
              <a:rPr lang="en-US" sz="3600" dirty="0"/>
              <a:t>File Systems</a:t>
            </a:r>
          </a:p>
          <a:p>
            <a:r>
              <a:rPr lang="en-US" sz="3600" dirty="0"/>
              <a:t>I/O Systems</a:t>
            </a:r>
          </a:p>
          <a:p>
            <a:r>
              <a:rPr lang="en-US" sz="3600" dirty="0"/>
              <a:t>Security / Protection</a:t>
            </a:r>
          </a:p>
          <a:p>
            <a:r>
              <a:rPr lang="en-US" sz="3600" dirty="0"/>
              <a:t>Virtualization</a:t>
            </a:r>
          </a:p>
        </p:txBody>
      </p:sp>
      <p:sp>
        <p:nvSpPr>
          <p:cNvPr id="4" name="Date Placeholder 3"/>
          <p:cNvSpPr>
            <a:spLocks noGrp="1"/>
          </p:cNvSpPr>
          <p:nvPr>
            <p:ph type="dt" sz="half" idx="10"/>
          </p:nvPr>
        </p:nvSpPr>
        <p:spPr/>
        <p:txBody>
          <a:bodyPr/>
          <a:lstStyle/>
          <a:p>
            <a:r>
              <a:rPr lang="x-none"/>
              <a:t>Vincenzo Gulisano</a:t>
            </a:r>
            <a:endParaRPr lang="en-US"/>
          </a:p>
        </p:txBody>
      </p:sp>
      <p:sp>
        <p:nvSpPr>
          <p:cNvPr id="5" name="Footer Placeholder 4"/>
          <p:cNvSpPr>
            <a:spLocks noGrp="1"/>
          </p:cNvSpPr>
          <p:nvPr>
            <p:ph type="ftr" sz="quarter" idx="11"/>
          </p:nvPr>
        </p:nvSpPr>
        <p:spPr/>
        <p:txBody>
          <a:bodyPr/>
          <a:lstStyle/>
          <a:p>
            <a:r>
              <a:rPr lang="en-US"/>
              <a:t>Operating Systems - Course Introduction</a:t>
            </a:r>
          </a:p>
        </p:txBody>
      </p:sp>
      <p:sp>
        <p:nvSpPr>
          <p:cNvPr id="6" name="Slide Number Placeholder 5"/>
          <p:cNvSpPr>
            <a:spLocks noGrp="1"/>
          </p:cNvSpPr>
          <p:nvPr>
            <p:ph type="sldNum" sz="quarter" idx="12"/>
          </p:nvPr>
        </p:nvSpPr>
        <p:spPr/>
        <p:txBody>
          <a:bodyPr/>
          <a:lstStyle/>
          <a:p>
            <a:fld id="{3961F404-6CD8-4E2D-B082-239AD8D30C83}" type="slidenum">
              <a:rPr lang="en-US" smtClean="0"/>
              <a:t>14</a:t>
            </a:fld>
            <a:endParaRPr lang="en-US"/>
          </a:p>
        </p:txBody>
      </p:sp>
    </p:spTree>
    <p:extLst>
      <p:ext uri="{BB962C8B-B14F-4D97-AF65-F5344CB8AC3E}">
        <p14:creationId xmlns:p14="http://schemas.microsoft.com/office/powerpoint/2010/main" val="40166317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Agenda</a:t>
            </a:r>
          </a:p>
        </p:txBody>
      </p:sp>
      <p:sp>
        <p:nvSpPr>
          <p:cNvPr id="3" name="Content Placeholder 2"/>
          <p:cNvSpPr>
            <a:spLocks noGrp="1"/>
          </p:cNvSpPr>
          <p:nvPr>
            <p:ph idx="1"/>
          </p:nvPr>
        </p:nvSpPr>
        <p:spPr/>
        <p:txBody>
          <a:bodyPr>
            <a:normAutofit lnSpcReduction="10000"/>
          </a:bodyPr>
          <a:lstStyle/>
          <a:p>
            <a:r>
              <a:rPr lang="en-US">
                <a:solidFill>
                  <a:srgbClr val="BFBFBF"/>
                </a:solidFill>
              </a:rPr>
              <a:t>Course homepage &amp; support team</a:t>
            </a:r>
          </a:p>
          <a:p>
            <a:r>
              <a:rPr lang="en-US">
                <a:solidFill>
                  <a:srgbClr val="BFBFBF"/>
                </a:solidFill>
              </a:rPr>
              <a:t>Main textbook</a:t>
            </a:r>
          </a:p>
          <a:p>
            <a:r>
              <a:rPr lang="en-US">
                <a:solidFill>
                  <a:srgbClr val="BFBFBF"/>
                </a:solidFill>
              </a:rPr>
              <a:t>Why study Operating Systems?</a:t>
            </a:r>
          </a:p>
          <a:p>
            <a:r>
              <a:rPr lang="en-US">
                <a:solidFill>
                  <a:srgbClr val="BFBFBF"/>
                </a:solidFill>
              </a:rPr>
              <a:t>What is this course about?</a:t>
            </a:r>
          </a:p>
          <a:p>
            <a:pPr lvl="1"/>
            <a:r>
              <a:rPr lang="en-US">
                <a:solidFill>
                  <a:srgbClr val="BFBFBF"/>
                </a:solidFill>
              </a:rPr>
              <a:t>What is this course NOT about?</a:t>
            </a:r>
          </a:p>
          <a:p>
            <a:r>
              <a:rPr lang="en-US"/>
              <a:t>Course organization</a:t>
            </a:r>
          </a:p>
          <a:p>
            <a:r>
              <a:rPr lang="en-US">
                <a:solidFill>
                  <a:schemeClr val="bg1">
                    <a:lumMod val="75000"/>
                  </a:schemeClr>
                </a:solidFill>
              </a:rPr>
              <a:t>Best practices</a:t>
            </a:r>
            <a:endParaRPr lang="en-US">
              <a:solidFill>
                <a:srgbClr val="BFBFBF"/>
              </a:solidFill>
              <a:sym typeface="Wingdings"/>
            </a:endParaRPr>
          </a:p>
          <a:p>
            <a:r>
              <a:rPr lang="en-US">
                <a:solidFill>
                  <a:srgbClr val="BFBFBF"/>
                </a:solidFill>
                <a:sym typeface="Wingdings"/>
              </a:rPr>
              <a:t>Student representatives</a:t>
            </a:r>
            <a:endParaRPr lang="en-US">
              <a:solidFill>
                <a:srgbClr val="BFBFBF"/>
              </a:solidFill>
            </a:endParaRPr>
          </a:p>
        </p:txBody>
      </p:sp>
      <p:sp>
        <p:nvSpPr>
          <p:cNvPr id="4" name="Date Placeholder 3"/>
          <p:cNvSpPr>
            <a:spLocks noGrp="1"/>
          </p:cNvSpPr>
          <p:nvPr>
            <p:ph type="dt" sz="half" idx="10"/>
          </p:nvPr>
        </p:nvSpPr>
        <p:spPr/>
        <p:txBody>
          <a:bodyPr/>
          <a:lstStyle/>
          <a:p>
            <a:r>
              <a:rPr lang="x-none"/>
              <a:t>Vincenzo Gulisano</a:t>
            </a:r>
            <a:endParaRPr lang="en-US"/>
          </a:p>
        </p:txBody>
      </p:sp>
      <p:sp>
        <p:nvSpPr>
          <p:cNvPr id="5" name="Footer Placeholder 4"/>
          <p:cNvSpPr>
            <a:spLocks noGrp="1"/>
          </p:cNvSpPr>
          <p:nvPr>
            <p:ph type="ftr" sz="quarter" idx="11"/>
          </p:nvPr>
        </p:nvSpPr>
        <p:spPr/>
        <p:txBody>
          <a:bodyPr/>
          <a:lstStyle/>
          <a:p>
            <a:r>
              <a:rPr lang="en-US"/>
              <a:t>Operating Systems - Course Introduction</a:t>
            </a:r>
          </a:p>
        </p:txBody>
      </p:sp>
      <p:sp>
        <p:nvSpPr>
          <p:cNvPr id="6" name="Slide Number Placeholder 5"/>
          <p:cNvSpPr>
            <a:spLocks noGrp="1"/>
          </p:cNvSpPr>
          <p:nvPr>
            <p:ph type="sldNum" sz="quarter" idx="12"/>
          </p:nvPr>
        </p:nvSpPr>
        <p:spPr/>
        <p:txBody>
          <a:bodyPr/>
          <a:lstStyle/>
          <a:p>
            <a:fld id="{3961F404-6CD8-4E2D-B082-239AD8D30C83}" type="slidenum">
              <a:rPr lang="en-US" smtClean="0"/>
              <a:t>15</a:t>
            </a:fld>
            <a:endParaRPr lang="en-US"/>
          </a:p>
        </p:txBody>
      </p:sp>
    </p:spTree>
    <p:extLst>
      <p:ext uri="{BB962C8B-B14F-4D97-AF65-F5344CB8AC3E}">
        <p14:creationId xmlns:p14="http://schemas.microsoft.com/office/powerpoint/2010/main" val="11146775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Course organization</a:t>
            </a:r>
          </a:p>
        </p:txBody>
      </p:sp>
      <p:sp>
        <p:nvSpPr>
          <p:cNvPr id="3" name="Content Placeholder 2"/>
          <p:cNvSpPr>
            <a:spLocks noGrp="1"/>
          </p:cNvSpPr>
          <p:nvPr>
            <p:ph idx="1"/>
          </p:nvPr>
        </p:nvSpPr>
        <p:spPr>
          <a:xfrm>
            <a:off x="590943" y="1346346"/>
            <a:ext cx="10972800" cy="3354648"/>
          </a:xfrm>
        </p:spPr>
        <p:txBody>
          <a:bodyPr>
            <a:normAutofit/>
          </a:bodyPr>
          <a:lstStyle/>
          <a:p>
            <a:r>
              <a:rPr lang="en-US" sz="2000" dirty="0"/>
              <a:t>Lectures, Tutorials, Exercises sessions</a:t>
            </a:r>
          </a:p>
          <a:p>
            <a:pPr lvl="1"/>
            <a:r>
              <a:rPr lang="en-US" sz="2000" dirty="0"/>
              <a:t> ”Lectures and Schedule” @ web page</a:t>
            </a:r>
          </a:p>
          <a:p>
            <a:pPr lvl="1"/>
            <a:r>
              <a:rPr lang="en-US" sz="2000" dirty="0"/>
              <a:t>Programming assignments</a:t>
            </a:r>
          </a:p>
          <a:p>
            <a:pPr lvl="1"/>
            <a:r>
              <a:rPr lang="en-US" sz="2000" dirty="0"/>
              <a:t>“Lab1, Lab2, Lab3” @ web page; </a:t>
            </a:r>
            <a:r>
              <a:rPr lang="en-US" sz="1800" b="1" dirty="0"/>
              <a:t>(more about this in the following)</a:t>
            </a:r>
            <a:endParaRPr lang="en-US" sz="1800" dirty="0"/>
          </a:p>
          <a:p>
            <a:r>
              <a:rPr lang="en-US" sz="2000" dirty="0"/>
              <a:t>Exam</a:t>
            </a:r>
          </a:p>
          <a:p>
            <a:pPr lvl="1"/>
            <a:r>
              <a:rPr lang="en-US" sz="2000" dirty="0"/>
              <a:t>28</a:t>
            </a:r>
            <a:r>
              <a:rPr lang="en-US" sz="2000" baseline="30000" dirty="0"/>
              <a:t>th</a:t>
            </a:r>
            <a:r>
              <a:rPr lang="en-US" sz="2000" dirty="0"/>
              <a:t> October 2025, 5</a:t>
            </a:r>
            <a:r>
              <a:rPr lang="en-US" sz="2000" baseline="30000" dirty="0"/>
              <a:t>th</a:t>
            </a:r>
            <a:r>
              <a:rPr lang="en-US" sz="2000" dirty="0"/>
              <a:t> January 2026, 17</a:t>
            </a:r>
            <a:r>
              <a:rPr lang="en-US" sz="2000" baseline="30000" dirty="0"/>
              <a:t>th</a:t>
            </a:r>
            <a:r>
              <a:rPr lang="en-US" sz="2000" dirty="0"/>
              <a:t> August 2026.</a:t>
            </a:r>
            <a:endParaRPr lang="en-US" dirty="0"/>
          </a:p>
        </p:txBody>
      </p:sp>
      <p:sp>
        <p:nvSpPr>
          <p:cNvPr id="4" name="Date Placeholder 3"/>
          <p:cNvSpPr>
            <a:spLocks noGrp="1"/>
          </p:cNvSpPr>
          <p:nvPr>
            <p:ph type="dt" sz="half" idx="10"/>
          </p:nvPr>
        </p:nvSpPr>
        <p:spPr/>
        <p:txBody>
          <a:bodyPr/>
          <a:lstStyle/>
          <a:p>
            <a:r>
              <a:rPr lang="x-none"/>
              <a:t>Vincenzo Gulisano</a:t>
            </a:r>
            <a:endParaRPr lang="en-US"/>
          </a:p>
        </p:txBody>
      </p:sp>
      <p:sp>
        <p:nvSpPr>
          <p:cNvPr id="5" name="Footer Placeholder 4"/>
          <p:cNvSpPr>
            <a:spLocks noGrp="1"/>
          </p:cNvSpPr>
          <p:nvPr>
            <p:ph type="ftr" sz="quarter" idx="11"/>
          </p:nvPr>
        </p:nvSpPr>
        <p:spPr/>
        <p:txBody>
          <a:bodyPr/>
          <a:lstStyle/>
          <a:p>
            <a:r>
              <a:rPr lang="en-US"/>
              <a:t>Operating Systems - Course Introduction</a:t>
            </a:r>
          </a:p>
        </p:txBody>
      </p:sp>
      <p:sp>
        <p:nvSpPr>
          <p:cNvPr id="6" name="Slide Number Placeholder 5"/>
          <p:cNvSpPr>
            <a:spLocks noGrp="1"/>
          </p:cNvSpPr>
          <p:nvPr>
            <p:ph type="sldNum" sz="quarter" idx="12"/>
          </p:nvPr>
        </p:nvSpPr>
        <p:spPr/>
        <p:txBody>
          <a:bodyPr/>
          <a:lstStyle/>
          <a:p>
            <a:fld id="{3961F404-6CD8-4E2D-B082-239AD8D30C83}" type="slidenum">
              <a:rPr lang="en-US" smtClean="0"/>
              <a:t>16</a:t>
            </a:fld>
            <a:endParaRPr lang="en-US"/>
          </a:p>
        </p:txBody>
      </p:sp>
      <p:sp>
        <p:nvSpPr>
          <p:cNvPr id="7" name="TextBox 6">
            <a:extLst>
              <a:ext uri="{FF2B5EF4-FFF2-40B4-BE49-F238E27FC236}">
                <a16:creationId xmlns:a16="http://schemas.microsoft.com/office/drawing/2014/main" id="{38DFD49A-F07A-6F46-A701-DEA6B9CB8518}"/>
              </a:ext>
            </a:extLst>
          </p:cNvPr>
          <p:cNvSpPr txBox="1"/>
          <p:nvPr/>
        </p:nvSpPr>
        <p:spPr>
          <a:xfrm>
            <a:off x="1262532" y="4176850"/>
            <a:ext cx="9467815" cy="646331"/>
          </a:xfrm>
          <a:prstGeom prst="rect">
            <a:avLst/>
          </a:prstGeom>
          <a:noFill/>
        </p:spPr>
        <p:txBody>
          <a:bodyPr wrap="square" rtlCol="0">
            <a:spAutoFit/>
          </a:bodyPr>
          <a:lstStyle/>
          <a:p>
            <a:pPr algn="ctr"/>
            <a:r>
              <a:rPr lang="en-US" sz="3600" b="1" u="sng" dirty="0"/>
              <a:t>Let’s check the Canvas page...</a:t>
            </a:r>
          </a:p>
        </p:txBody>
      </p:sp>
    </p:spTree>
    <p:extLst>
      <p:ext uri="{BB962C8B-B14F-4D97-AF65-F5344CB8AC3E}">
        <p14:creationId xmlns:p14="http://schemas.microsoft.com/office/powerpoint/2010/main" val="24779571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801938"/>
            <a:ext cx="10972800" cy="1143000"/>
          </a:xfrm>
        </p:spPr>
        <p:txBody>
          <a:bodyPr>
            <a:noAutofit/>
          </a:bodyPr>
          <a:lstStyle/>
          <a:p>
            <a:r>
              <a:rPr lang="en-US" sz="7200"/>
              <a:t>About the labs</a:t>
            </a:r>
            <a:br>
              <a:rPr lang="en-US" sz="7200"/>
            </a:br>
            <a:endParaRPr lang="en-US" sz="7200"/>
          </a:p>
        </p:txBody>
      </p:sp>
      <p:sp>
        <p:nvSpPr>
          <p:cNvPr id="4" name="Date Placeholder 3"/>
          <p:cNvSpPr>
            <a:spLocks noGrp="1"/>
          </p:cNvSpPr>
          <p:nvPr>
            <p:ph type="dt" sz="half" idx="10"/>
          </p:nvPr>
        </p:nvSpPr>
        <p:spPr/>
        <p:txBody>
          <a:bodyPr/>
          <a:lstStyle/>
          <a:p>
            <a:r>
              <a:rPr lang="x-none"/>
              <a:t>Vincenzo Gulisano</a:t>
            </a:r>
            <a:endParaRPr lang="en-US"/>
          </a:p>
        </p:txBody>
      </p:sp>
      <p:sp>
        <p:nvSpPr>
          <p:cNvPr id="5" name="Footer Placeholder 4"/>
          <p:cNvSpPr>
            <a:spLocks noGrp="1"/>
          </p:cNvSpPr>
          <p:nvPr>
            <p:ph type="ftr" sz="quarter" idx="11"/>
          </p:nvPr>
        </p:nvSpPr>
        <p:spPr/>
        <p:txBody>
          <a:bodyPr/>
          <a:lstStyle/>
          <a:p>
            <a:r>
              <a:rPr lang="en-US"/>
              <a:t>Operating Systems - Course Introduction</a:t>
            </a:r>
          </a:p>
        </p:txBody>
      </p:sp>
      <p:sp>
        <p:nvSpPr>
          <p:cNvPr id="6" name="Slide Number Placeholder 5"/>
          <p:cNvSpPr>
            <a:spLocks noGrp="1"/>
          </p:cNvSpPr>
          <p:nvPr>
            <p:ph type="sldNum" sz="quarter" idx="12"/>
          </p:nvPr>
        </p:nvSpPr>
        <p:spPr/>
        <p:txBody>
          <a:bodyPr/>
          <a:lstStyle/>
          <a:p>
            <a:fld id="{3961F404-6CD8-4E2D-B082-239AD8D30C83}" type="slidenum">
              <a:rPr lang="en-US" smtClean="0"/>
              <a:t>17</a:t>
            </a:fld>
            <a:endParaRPr lang="en-US"/>
          </a:p>
        </p:txBody>
      </p:sp>
      <p:sp>
        <p:nvSpPr>
          <p:cNvPr id="3" name="TextBox 2">
            <a:extLst>
              <a:ext uri="{FF2B5EF4-FFF2-40B4-BE49-F238E27FC236}">
                <a16:creationId xmlns:a16="http://schemas.microsoft.com/office/drawing/2014/main" id="{4FCAFA26-4244-51AD-EAA7-5BADBBE7FA18}"/>
              </a:ext>
            </a:extLst>
          </p:cNvPr>
          <p:cNvSpPr txBox="1"/>
          <p:nvPr/>
        </p:nvSpPr>
        <p:spPr>
          <a:xfrm>
            <a:off x="1262532" y="4176850"/>
            <a:ext cx="9467815" cy="646331"/>
          </a:xfrm>
          <a:prstGeom prst="rect">
            <a:avLst/>
          </a:prstGeom>
          <a:noFill/>
        </p:spPr>
        <p:txBody>
          <a:bodyPr wrap="square" rtlCol="0">
            <a:spAutoFit/>
          </a:bodyPr>
          <a:lstStyle/>
          <a:p>
            <a:pPr algn="ctr"/>
            <a:r>
              <a:rPr lang="en-US" sz="3600" b="1" u="sng" dirty="0"/>
              <a:t>Let’s check the Canvas page again...</a:t>
            </a:r>
          </a:p>
        </p:txBody>
      </p:sp>
    </p:spTree>
    <p:extLst>
      <p:ext uri="{BB962C8B-B14F-4D97-AF65-F5344CB8AC3E}">
        <p14:creationId xmlns:p14="http://schemas.microsoft.com/office/powerpoint/2010/main" val="14722987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About the labs</a:t>
            </a:r>
          </a:p>
        </p:txBody>
      </p:sp>
      <p:sp>
        <p:nvSpPr>
          <p:cNvPr id="3" name="Content Placeholder 2"/>
          <p:cNvSpPr>
            <a:spLocks noGrp="1"/>
          </p:cNvSpPr>
          <p:nvPr>
            <p:ph idx="1"/>
          </p:nvPr>
        </p:nvSpPr>
        <p:spPr/>
        <p:txBody>
          <a:bodyPr>
            <a:noAutofit/>
          </a:bodyPr>
          <a:lstStyle/>
          <a:p>
            <a:r>
              <a:rPr lang="en-US" sz="2100" dirty="0"/>
              <a:t>There will be 3 labs. For each lab:</a:t>
            </a:r>
          </a:p>
          <a:p>
            <a:pPr lvl="1"/>
            <a:r>
              <a:rPr lang="en-US" sz="2100" dirty="0"/>
              <a:t>The material is made available in Canvas and presented in dedicated pages. For each lab, each group needs to pass a preparation test.</a:t>
            </a:r>
          </a:p>
          <a:p>
            <a:pPr lvl="1"/>
            <a:r>
              <a:rPr lang="en-US" sz="2100" dirty="0"/>
              <a:t>Groups must complete each lab using the distans.cdal.chalmers.se:33899 servers (links will be given). Groups can practice of course with other computers, but the TAs’ final evaluation is carried out only for code that is compiled / run at those servers</a:t>
            </a:r>
          </a:p>
          <a:p>
            <a:pPr lvl="1"/>
            <a:r>
              <a:rPr lang="en-US" sz="2100" dirty="0"/>
              <a:t>a script will be provided for each lab to check (@ </a:t>
            </a:r>
            <a:r>
              <a:rPr lang="en-US" sz="2100" dirty="0" err="1"/>
              <a:t>distans.cdal.chalmers.se</a:t>
            </a:r>
            <a:r>
              <a:rPr lang="en-US" sz="2100" dirty="0"/>
              <a:t>) whether the lab compiles / runs / passes a certain set of tests</a:t>
            </a:r>
          </a:p>
          <a:p>
            <a:pPr lvl="1"/>
            <a:r>
              <a:rPr lang="en-US" sz="2100" dirty="0"/>
              <a:t>Successfully running the script does not imply the group has passed the lab. </a:t>
            </a:r>
          </a:p>
          <a:p>
            <a:pPr lvl="1"/>
            <a:r>
              <a:rPr lang="en-US" sz="2100" dirty="0"/>
              <a:t>There can be manual inspection and groups need to explain some of the decisions they took and/or modify their code to pass the lab. Passing the script is only an indication that the group can be further inspected by a TA. At the presentation, we decide who explains</a:t>
            </a:r>
          </a:p>
        </p:txBody>
      </p:sp>
      <p:sp>
        <p:nvSpPr>
          <p:cNvPr id="4" name="Date Placeholder 3"/>
          <p:cNvSpPr>
            <a:spLocks noGrp="1"/>
          </p:cNvSpPr>
          <p:nvPr>
            <p:ph type="dt" sz="half" idx="10"/>
          </p:nvPr>
        </p:nvSpPr>
        <p:spPr/>
        <p:txBody>
          <a:bodyPr/>
          <a:lstStyle/>
          <a:p>
            <a:r>
              <a:rPr lang="x-none"/>
              <a:t>Vincenzo Gulisano</a:t>
            </a:r>
            <a:endParaRPr lang="en-US"/>
          </a:p>
        </p:txBody>
      </p:sp>
      <p:sp>
        <p:nvSpPr>
          <p:cNvPr id="5" name="Footer Placeholder 4"/>
          <p:cNvSpPr>
            <a:spLocks noGrp="1"/>
          </p:cNvSpPr>
          <p:nvPr>
            <p:ph type="ftr" sz="quarter" idx="11"/>
          </p:nvPr>
        </p:nvSpPr>
        <p:spPr/>
        <p:txBody>
          <a:bodyPr/>
          <a:lstStyle/>
          <a:p>
            <a:r>
              <a:rPr lang="en-US"/>
              <a:t>Operating Systems - Course Introduction</a:t>
            </a:r>
          </a:p>
        </p:txBody>
      </p:sp>
      <p:sp>
        <p:nvSpPr>
          <p:cNvPr id="6" name="Slide Number Placeholder 5"/>
          <p:cNvSpPr>
            <a:spLocks noGrp="1"/>
          </p:cNvSpPr>
          <p:nvPr>
            <p:ph type="sldNum" sz="quarter" idx="12"/>
          </p:nvPr>
        </p:nvSpPr>
        <p:spPr/>
        <p:txBody>
          <a:bodyPr/>
          <a:lstStyle/>
          <a:p>
            <a:fld id="{3961F404-6CD8-4E2D-B082-239AD8D30C83}" type="slidenum">
              <a:rPr lang="en-US" smtClean="0"/>
              <a:t>18</a:t>
            </a:fld>
            <a:endParaRPr lang="en-US"/>
          </a:p>
        </p:txBody>
      </p:sp>
    </p:spTree>
    <p:extLst>
      <p:ext uri="{BB962C8B-B14F-4D97-AF65-F5344CB8AC3E}">
        <p14:creationId xmlns:p14="http://schemas.microsoft.com/office/powerpoint/2010/main" val="6564325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About the labs</a:t>
            </a:r>
          </a:p>
        </p:txBody>
      </p:sp>
      <p:sp>
        <p:nvSpPr>
          <p:cNvPr id="3" name="Content Placeholder 2"/>
          <p:cNvSpPr>
            <a:spLocks noGrp="1"/>
          </p:cNvSpPr>
          <p:nvPr>
            <p:ph idx="1"/>
          </p:nvPr>
        </p:nvSpPr>
        <p:spPr/>
        <p:txBody>
          <a:bodyPr>
            <a:noAutofit/>
          </a:bodyPr>
          <a:lstStyle/>
          <a:p>
            <a:pPr marL="0" indent="0">
              <a:buNone/>
            </a:pPr>
            <a:r>
              <a:rPr lang="en-US" sz="2200"/>
              <a:t>... There will be 3 labs. For each lab:</a:t>
            </a:r>
          </a:p>
          <a:p>
            <a:pPr lvl="1"/>
            <a:r>
              <a:rPr lang="en-US" sz="2200"/>
              <a:t>Once the script runs successfully, groups are expected to upload to Canvas their source files, the message generated by the script </a:t>
            </a:r>
            <a:r>
              <a:rPr lang="en-US" sz="2200" b="1" u="sng"/>
              <a:t>and a report</a:t>
            </a:r>
            <a:r>
              <a:rPr lang="en-US" sz="2200"/>
              <a:t>.</a:t>
            </a:r>
          </a:p>
          <a:p>
            <a:pPr lvl="1"/>
            <a:r>
              <a:rPr lang="en-GB" sz="2200"/>
              <a:t>Each lab has an internal deadline (2 weeks after the lab introduction, approximately).</a:t>
            </a:r>
          </a:p>
          <a:p>
            <a:pPr lvl="1"/>
            <a:r>
              <a:rPr lang="en-GB" sz="2200">
                <a:solidFill>
                  <a:srgbClr val="FF0000"/>
                </a:solidFill>
              </a:rPr>
              <a:t>Each group is strongly recommended to book at least one slot during the lab sessions, slots are available in Canvas</a:t>
            </a:r>
            <a:r>
              <a:rPr lang="en-US" sz="2200">
                <a:solidFill>
                  <a:srgbClr val="FF0000"/>
                </a:solidFill>
              </a:rPr>
              <a:t>.</a:t>
            </a:r>
          </a:p>
          <a:p>
            <a:pPr lvl="1"/>
            <a:r>
              <a:rPr lang="en-US" sz="2200"/>
              <a:t>Each group books its slot using the group id</a:t>
            </a:r>
          </a:p>
          <a:p>
            <a:pPr lvl="1"/>
            <a:r>
              <a:rPr lang="en-US" sz="2200">
                <a:sym typeface="Wingdings"/>
              </a:rPr>
              <a:t>You can ask stuff to the TAs even if you do not book, but only if they are not booked when you want to ask, priority is given to booked ones</a:t>
            </a:r>
          </a:p>
          <a:p>
            <a:pPr lvl="1"/>
            <a:r>
              <a:rPr lang="en-US" sz="2200">
                <a:sym typeface="Wingdings"/>
              </a:rPr>
              <a:t>If you have questions about previous labs, do not use booking, only enter and wait for a TA (priority is always given to the current lab)</a:t>
            </a:r>
            <a:endParaRPr lang="en-GB" sz="2200"/>
          </a:p>
          <a:p>
            <a:pPr lvl="1"/>
            <a:r>
              <a:rPr lang="en-GB" sz="2200"/>
              <a:t>If a group fails the lab, the resubmission will be at the next re-exam (for that specific lab)</a:t>
            </a:r>
            <a:endParaRPr lang="en-US" sz="2200"/>
          </a:p>
        </p:txBody>
      </p:sp>
      <p:sp>
        <p:nvSpPr>
          <p:cNvPr id="4" name="Date Placeholder 3"/>
          <p:cNvSpPr>
            <a:spLocks noGrp="1"/>
          </p:cNvSpPr>
          <p:nvPr>
            <p:ph type="dt" sz="half" idx="10"/>
          </p:nvPr>
        </p:nvSpPr>
        <p:spPr/>
        <p:txBody>
          <a:bodyPr/>
          <a:lstStyle/>
          <a:p>
            <a:r>
              <a:rPr lang="x-none"/>
              <a:t>Vincenzo Gulisano</a:t>
            </a:r>
            <a:endParaRPr lang="en-US"/>
          </a:p>
        </p:txBody>
      </p:sp>
      <p:sp>
        <p:nvSpPr>
          <p:cNvPr id="5" name="Footer Placeholder 4"/>
          <p:cNvSpPr>
            <a:spLocks noGrp="1"/>
          </p:cNvSpPr>
          <p:nvPr>
            <p:ph type="ftr" sz="quarter" idx="11"/>
          </p:nvPr>
        </p:nvSpPr>
        <p:spPr/>
        <p:txBody>
          <a:bodyPr/>
          <a:lstStyle/>
          <a:p>
            <a:r>
              <a:rPr lang="en-US"/>
              <a:t>Operating Systems - Course Introduction</a:t>
            </a:r>
          </a:p>
        </p:txBody>
      </p:sp>
      <p:sp>
        <p:nvSpPr>
          <p:cNvPr id="6" name="Slide Number Placeholder 5"/>
          <p:cNvSpPr>
            <a:spLocks noGrp="1"/>
          </p:cNvSpPr>
          <p:nvPr>
            <p:ph type="sldNum" sz="quarter" idx="12"/>
          </p:nvPr>
        </p:nvSpPr>
        <p:spPr/>
        <p:txBody>
          <a:bodyPr/>
          <a:lstStyle/>
          <a:p>
            <a:fld id="{3961F404-6CD8-4E2D-B082-239AD8D30C83}" type="slidenum">
              <a:rPr lang="en-US" smtClean="0"/>
              <a:t>19</a:t>
            </a:fld>
            <a:endParaRPr lang="en-US"/>
          </a:p>
        </p:txBody>
      </p:sp>
    </p:spTree>
    <p:extLst>
      <p:ext uri="{BB962C8B-B14F-4D97-AF65-F5344CB8AC3E}">
        <p14:creationId xmlns:p14="http://schemas.microsoft.com/office/powerpoint/2010/main" val="16404540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Agenda</a:t>
            </a:r>
          </a:p>
        </p:txBody>
      </p:sp>
      <p:sp>
        <p:nvSpPr>
          <p:cNvPr id="3" name="Content Placeholder 2"/>
          <p:cNvSpPr>
            <a:spLocks noGrp="1"/>
          </p:cNvSpPr>
          <p:nvPr>
            <p:ph idx="1"/>
          </p:nvPr>
        </p:nvSpPr>
        <p:spPr/>
        <p:txBody>
          <a:bodyPr>
            <a:normAutofit lnSpcReduction="10000"/>
          </a:bodyPr>
          <a:lstStyle/>
          <a:p>
            <a:r>
              <a:rPr lang="en-US">
                <a:solidFill>
                  <a:srgbClr val="BFBFBF"/>
                </a:solidFill>
              </a:rPr>
              <a:t>Course homepage &amp; support team</a:t>
            </a:r>
          </a:p>
          <a:p>
            <a:r>
              <a:rPr lang="en-US">
                <a:solidFill>
                  <a:srgbClr val="BFBFBF"/>
                </a:solidFill>
              </a:rPr>
              <a:t>Main textbook</a:t>
            </a:r>
          </a:p>
          <a:p>
            <a:r>
              <a:rPr lang="en-US">
                <a:solidFill>
                  <a:srgbClr val="BFBFBF"/>
                </a:solidFill>
              </a:rPr>
              <a:t>Why study Operating Systems?</a:t>
            </a:r>
          </a:p>
          <a:p>
            <a:r>
              <a:rPr lang="en-US">
                <a:solidFill>
                  <a:srgbClr val="BFBFBF"/>
                </a:solidFill>
              </a:rPr>
              <a:t>What is this course about?</a:t>
            </a:r>
          </a:p>
          <a:p>
            <a:pPr lvl="1"/>
            <a:r>
              <a:rPr lang="en-US">
                <a:solidFill>
                  <a:srgbClr val="BFBFBF"/>
                </a:solidFill>
              </a:rPr>
              <a:t>What is this course NOT about?</a:t>
            </a:r>
          </a:p>
          <a:p>
            <a:r>
              <a:rPr lang="en-US">
                <a:solidFill>
                  <a:srgbClr val="BFBFBF"/>
                </a:solidFill>
              </a:rPr>
              <a:t>Course organization</a:t>
            </a:r>
          </a:p>
          <a:p>
            <a:r>
              <a:rPr lang="en-US"/>
              <a:t>Best practices</a:t>
            </a:r>
            <a:endParaRPr lang="en-US">
              <a:sym typeface="Wingdings"/>
            </a:endParaRPr>
          </a:p>
          <a:p>
            <a:r>
              <a:rPr lang="en-US">
                <a:solidFill>
                  <a:srgbClr val="BFBFBF"/>
                </a:solidFill>
                <a:sym typeface="Wingdings"/>
              </a:rPr>
              <a:t>Student representatives</a:t>
            </a:r>
            <a:endParaRPr lang="en-US">
              <a:solidFill>
                <a:srgbClr val="BFBFBF"/>
              </a:solidFill>
            </a:endParaRPr>
          </a:p>
        </p:txBody>
      </p:sp>
      <p:sp>
        <p:nvSpPr>
          <p:cNvPr id="4" name="Date Placeholder 3"/>
          <p:cNvSpPr>
            <a:spLocks noGrp="1"/>
          </p:cNvSpPr>
          <p:nvPr>
            <p:ph type="dt" sz="half" idx="10"/>
          </p:nvPr>
        </p:nvSpPr>
        <p:spPr/>
        <p:txBody>
          <a:bodyPr/>
          <a:lstStyle/>
          <a:p>
            <a:r>
              <a:rPr lang="x-none"/>
              <a:t>Vincenzo Gulisano</a:t>
            </a:r>
            <a:endParaRPr lang="en-US"/>
          </a:p>
        </p:txBody>
      </p:sp>
      <p:sp>
        <p:nvSpPr>
          <p:cNvPr id="5" name="Footer Placeholder 4"/>
          <p:cNvSpPr>
            <a:spLocks noGrp="1"/>
          </p:cNvSpPr>
          <p:nvPr>
            <p:ph type="ftr" sz="quarter" idx="11"/>
          </p:nvPr>
        </p:nvSpPr>
        <p:spPr/>
        <p:txBody>
          <a:bodyPr/>
          <a:lstStyle/>
          <a:p>
            <a:r>
              <a:rPr lang="en-US"/>
              <a:t>Operating Systems - Course Introduction</a:t>
            </a:r>
          </a:p>
        </p:txBody>
      </p:sp>
      <p:sp>
        <p:nvSpPr>
          <p:cNvPr id="6" name="Slide Number Placeholder 5"/>
          <p:cNvSpPr>
            <a:spLocks noGrp="1"/>
          </p:cNvSpPr>
          <p:nvPr>
            <p:ph type="sldNum" sz="quarter" idx="12"/>
          </p:nvPr>
        </p:nvSpPr>
        <p:spPr/>
        <p:txBody>
          <a:bodyPr/>
          <a:lstStyle/>
          <a:p>
            <a:fld id="{3961F404-6CD8-4E2D-B082-239AD8D30C83}" type="slidenum">
              <a:rPr lang="en-US" smtClean="0"/>
              <a:t>20</a:t>
            </a:fld>
            <a:endParaRPr lang="en-US"/>
          </a:p>
        </p:txBody>
      </p:sp>
    </p:spTree>
    <p:extLst>
      <p:ext uri="{BB962C8B-B14F-4D97-AF65-F5344CB8AC3E}">
        <p14:creationId xmlns:p14="http://schemas.microsoft.com/office/powerpoint/2010/main" val="11146775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Best Practices</a:t>
            </a:r>
          </a:p>
        </p:txBody>
      </p:sp>
      <p:sp>
        <p:nvSpPr>
          <p:cNvPr id="3" name="Content Placeholder 2"/>
          <p:cNvSpPr>
            <a:spLocks noGrp="1"/>
          </p:cNvSpPr>
          <p:nvPr>
            <p:ph idx="1"/>
          </p:nvPr>
        </p:nvSpPr>
        <p:spPr/>
        <p:txBody>
          <a:bodyPr>
            <a:normAutofit fontScale="70000" lnSpcReduction="20000"/>
          </a:bodyPr>
          <a:lstStyle/>
          <a:p>
            <a:pPr marL="514350" indent="-514350">
              <a:buFont typeface="+mj-lt"/>
              <a:buAutoNum type="arabicPeriod"/>
            </a:pPr>
            <a:r>
              <a:rPr lang="en-GB" dirty="0"/>
              <a:t>Participate to lectures, exercise sessions and labs</a:t>
            </a:r>
          </a:p>
          <a:p>
            <a:pPr marL="914400" lvl="1" indent="-514350">
              <a:buFont typeface="+mj-lt"/>
              <a:buAutoNum type="arabicPeriod"/>
            </a:pPr>
            <a:r>
              <a:rPr lang="en-GB" dirty="0"/>
              <a:t>Ask when something is not clear</a:t>
            </a:r>
          </a:p>
          <a:p>
            <a:pPr marL="914400" lvl="1" indent="-514350">
              <a:buFont typeface="+mj-lt"/>
              <a:buAutoNum type="arabicPeriod"/>
            </a:pPr>
            <a:r>
              <a:rPr lang="en-GB" dirty="0"/>
              <a:t>Ask when you have some doubt about what is being discussed</a:t>
            </a:r>
          </a:p>
          <a:p>
            <a:pPr marL="514350" indent="-514350">
              <a:buFont typeface="+mj-lt"/>
              <a:buAutoNum type="arabicPeriod"/>
            </a:pPr>
            <a:r>
              <a:rPr lang="en-GB" dirty="0"/>
              <a:t>Study at pace with classes, do the labs in time</a:t>
            </a:r>
          </a:p>
          <a:p>
            <a:pPr marL="514350" indent="-514350">
              <a:buFont typeface="+mj-lt"/>
              <a:buAutoNum type="arabicPeriod"/>
            </a:pPr>
            <a:r>
              <a:rPr lang="en-GB" dirty="0"/>
              <a:t>Use the book and other material</a:t>
            </a:r>
          </a:p>
          <a:p>
            <a:pPr marL="914400" lvl="1" indent="-514350">
              <a:buFont typeface="+mj-lt"/>
              <a:buAutoNum type="arabicPeriod"/>
            </a:pPr>
            <a:r>
              <a:rPr lang="en-GB" dirty="0"/>
              <a:t>Read the book</a:t>
            </a:r>
          </a:p>
          <a:p>
            <a:pPr marL="914400" lvl="1" indent="-514350">
              <a:buFont typeface="+mj-lt"/>
              <a:buAutoNum type="arabicPeriod"/>
            </a:pPr>
            <a:r>
              <a:rPr lang="en-GB" dirty="0"/>
              <a:t>Try the exercises in the book</a:t>
            </a:r>
          </a:p>
          <a:p>
            <a:pPr marL="514350" indent="-514350">
              <a:buFont typeface="+mj-lt"/>
              <a:buAutoNum type="arabicPeriod"/>
            </a:pPr>
            <a:r>
              <a:rPr lang="en-GB" dirty="0"/>
              <a:t>Be nice to future generations</a:t>
            </a:r>
          </a:p>
          <a:p>
            <a:pPr marL="914400" lvl="1" indent="-514350">
              <a:buFont typeface="+mj-lt"/>
              <a:buAutoNum type="arabicPeriod"/>
            </a:pPr>
            <a:r>
              <a:rPr lang="en-GB" dirty="0"/>
              <a:t>Provide feedback</a:t>
            </a:r>
          </a:p>
          <a:p>
            <a:pPr marL="914400" lvl="1" indent="-514350">
              <a:buFont typeface="+mj-lt"/>
              <a:buAutoNum type="arabicPeriod"/>
            </a:pPr>
            <a:r>
              <a:rPr lang="en-GB" dirty="0"/>
              <a:t>Evaluate the course!!!</a:t>
            </a:r>
          </a:p>
          <a:p>
            <a:pPr marL="514350" indent="-514350">
              <a:buFont typeface="+mj-lt"/>
              <a:buAutoNum type="arabicPeriod"/>
            </a:pPr>
            <a:r>
              <a:rPr lang="en-GB" dirty="0"/>
              <a:t>Check the updates in the Canvas page</a:t>
            </a:r>
          </a:p>
          <a:p>
            <a:pPr marL="514350" indent="-514350">
              <a:buFont typeface="+mj-lt"/>
              <a:buAutoNum type="arabicPeriod"/>
            </a:pPr>
            <a:r>
              <a:rPr lang="en-GB" dirty="0"/>
              <a:t>Look at messages in Canvas</a:t>
            </a:r>
          </a:p>
          <a:p>
            <a:pPr marL="514350" indent="-514350">
              <a:buFont typeface="+mj-lt"/>
              <a:buAutoNum type="arabicPeriod"/>
            </a:pPr>
            <a:r>
              <a:rPr lang="en-GB" b="1" i="1" u="sng" dirty="0"/>
              <a:t>PLAY WITH UNIX – PLAY WITH GIT – PLAY WITH GITHUB</a:t>
            </a:r>
          </a:p>
          <a:p>
            <a:pPr marL="514350" indent="-514350">
              <a:buFont typeface="+mj-lt"/>
              <a:buAutoNum type="arabicPeriod"/>
            </a:pPr>
            <a:endParaRPr lang="en-GB" dirty="0"/>
          </a:p>
        </p:txBody>
      </p:sp>
      <p:sp>
        <p:nvSpPr>
          <p:cNvPr id="4" name="Date Placeholder 3"/>
          <p:cNvSpPr>
            <a:spLocks noGrp="1"/>
          </p:cNvSpPr>
          <p:nvPr>
            <p:ph type="dt" sz="half" idx="10"/>
          </p:nvPr>
        </p:nvSpPr>
        <p:spPr/>
        <p:txBody>
          <a:bodyPr/>
          <a:lstStyle/>
          <a:p>
            <a:r>
              <a:rPr lang="x-none"/>
              <a:t>Vincenzo Gulisano</a:t>
            </a:r>
            <a:endParaRPr lang="en-US"/>
          </a:p>
        </p:txBody>
      </p:sp>
      <p:sp>
        <p:nvSpPr>
          <p:cNvPr id="5" name="Footer Placeholder 4"/>
          <p:cNvSpPr>
            <a:spLocks noGrp="1"/>
          </p:cNvSpPr>
          <p:nvPr>
            <p:ph type="ftr" sz="quarter" idx="11"/>
          </p:nvPr>
        </p:nvSpPr>
        <p:spPr/>
        <p:txBody>
          <a:bodyPr/>
          <a:lstStyle/>
          <a:p>
            <a:r>
              <a:rPr lang="en-US"/>
              <a:t>Operating Systems - Course Introduction</a:t>
            </a:r>
          </a:p>
        </p:txBody>
      </p:sp>
      <p:sp>
        <p:nvSpPr>
          <p:cNvPr id="6" name="Slide Number Placeholder 5"/>
          <p:cNvSpPr>
            <a:spLocks noGrp="1"/>
          </p:cNvSpPr>
          <p:nvPr>
            <p:ph type="sldNum" sz="quarter" idx="12"/>
          </p:nvPr>
        </p:nvSpPr>
        <p:spPr/>
        <p:txBody>
          <a:bodyPr/>
          <a:lstStyle/>
          <a:p>
            <a:fld id="{3961F404-6CD8-4E2D-B082-239AD8D30C83}" type="slidenum">
              <a:rPr lang="en-US" smtClean="0"/>
              <a:t>21</a:t>
            </a:fld>
            <a:endParaRPr lang="en-US"/>
          </a:p>
        </p:txBody>
      </p:sp>
    </p:spTree>
    <p:extLst>
      <p:ext uri="{BB962C8B-B14F-4D97-AF65-F5344CB8AC3E}">
        <p14:creationId xmlns:p14="http://schemas.microsoft.com/office/powerpoint/2010/main" val="591518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Best Practices</a:t>
            </a:r>
            <a:endParaRPr lang="en-US"/>
          </a:p>
        </p:txBody>
      </p:sp>
      <p:sp>
        <p:nvSpPr>
          <p:cNvPr id="3" name="Content Placeholder 2"/>
          <p:cNvSpPr>
            <a:spLocks noGrp="1"/>
          </p:cNvSpPr>
          <p:nvPr>
            <p:ph idx="1"/>
          </p:nvPr>
        </p:nvSpPr>
        <p:spPr/>
        <p:txBody>
          <a:bodyPr/>
          <a:lstStyle/>
          <a:p>
            <a:r>
              <a:rPr lang="en-US"/>
              <a:t>Do you know what this is?</a:t>
            </a:r>
          </a:p>
          <a:p>
            <a:pPr lvl="1"/>
            <a:r>
              <a:rPr lang="en-US" err="1"/>
              <a:t>ls</a:t>
            </a:r>
            <a:endParaRPr lang="en-US"/>
          </a:p>
          <a:p>
            <a:pPr lvl="1"/>
            <a:r>
              <a:rPr lang="en-US"/>
              <a:t>mv </a:t>
            </a:r>
            <a:r>
              <a:rPr lang="en-US" i="1"/>
              <a:t>filename1 filename2</a:t>
            </a:r>
          </a:p>
          <a:p>
            <a:pPr lvl="1"/>
            <a:r>
              <a:rPr lang="en-US" err="1"/>
              <a:t>chmod</a:t>
            </a:r>
            <a:r>
              <a:rPr lang="en-US"/>
              <a:t> </a:t>
            </a:r>
            <a:r>
              <a:rPr lang="en-US" i="1"/>
              <a:t>options filename</a:t>
            </a:r>
          </a:p>
          <a:p>
            <a:pPr lvl="1"/>
            <a:r>
              <a:rPr lang="en-US"/>
              <a:t>man </a:t>
            </a:r>
            <a:r>
              <a:rPr lang="en-US" i="1" err="1"/>
              <a:t>commandname</a:t>
            </a:r>
            <a:endParaRPr lang="en-US" i="1"/>
          </a:p>
          <a:p>
            <a:pPr lvl="1"/>
            <a:r>
              <a:rPr lang="en-US"/>
              <a:t>ls -l | grep "Aug" | sort -n</a:t>
            </a:r>
          </a:p>
          <a:p>
            <a:r>
              <a:rPr lang="en-US"/>
              <a:t>Install a virtual machine (e.g., Virtual Box) </a:t>
            </a:r>
            <a:r>
              <a:rPr lang="en-US">
                <a:sym typeface="Wingdings"/>
              </a:rPr>
              <a:t> Install Unix OS (e.g., Ubuntu)  start playing with commands and system calls</a:t>
            </a:r>
            <a:endParaRPr lang="en-US"/>
          </a:p>
        </p:txBody>
      </p:sp>
      <p:sp>
        <p:nvSpPr>
          <p:cNvPr id="4" name="Date Placeholder 3"/>
          <p:cNvSpPr>
            <a:spLocks noGrp="1"/>
          </p:cNvSpPr>
          <p:nvPr>
            <p:ph type="dt" sz="half" idx="10"/>
          </p:nvPr>
        </p:nvSpPr>
        <p:spPr/>
        <p:txBody>
          <a:bodyPr/>
          <a:lstStyle/>
          <a:p>
            <a:r>
              <a:rPr lang="x-none"/>
              <a:t>Vincenzo Gulisano</a:t>
            </a:r>
            <a:endParaRPr lang="en-US"/>
          </a:p>
        </p:txBody>
      </p:sp>
      <p:sp>
        <p:nvSpPr>
          <p:cNvPr id="5" name="Footer Placeholder 4"/>
          <p:cNvSpPr>
            <a:spLocks noGrp="1"/>
          </p:cNvSpPr>
          <p:nvPr>
            <p:ph type="ftr" sz="quarter" idx="11"/>
          </p:nvPr>
        </p:nvSpPr>
        <p:spPr/>
        <p:txBody>
          <a:bodyPr/>
          <a:lstStyle/>
          <a:p>
            <a:r>
              <a:rPr lang="en-US"/>
              <a:t>Operating Systems - Course Introduction</a:t>
            </a:r>
          </a:p>
        </p:txBody>
      </p:sp>
      <p:sp>
        <p:nvSpPr>
          <p:cNvPr id="6" name="Slide Number Placeholder 5"/>
          <p:cNvSpPr>
            <a:spLocks noGrp="1"/>
          </p:cNvSpPr>
          <p:nvPr>
            <p:ph type="sldNum" sz="quarter" idx="12"/>
          </p:nvPr>
        </p:nvSpPr>
        <p:spPr/>
        <p:txBody>
          <a:bodyPr/>
          <a:lstStyle/>
          <a:p>
            <a:fld id="{3961F404-6CD8-4E2D-B082-239AD8D30C83}" type="slidenum">
              <a:rPr lang="en-US" smtClean="0"/>
              <a:t>22</a:t>
            </a:fld>
            <a:endParaRPr lang="en-US"/>
          </a:p>
        </p:txBody>
      </p:sp>
    </p:spTree>
    <p:extLst>
      <p:ext uri="{BB962C8B-B14F-4D97-AF65-F5344CB8AC3E}">
        <p14:creationId xmlns:p14="http://schemas.microsoft.com/office/powerpoint/2010/main" val="2043772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Agenda</a:t>
            </a:r>
          </a:p>
        </p:txBody>
      </p:sp>
      <p:sp>
        <p:nvSpPr>
          <p:cNvPr id="3" name="Content Placeholder 2"/>
          <p:cNvSpPr>
            <a:spLocks noGrp="1"/>
          </p:cNvSpPr>
          <p:nvPr>
            <p:ph idx="1"/>
          </p:nvPr>
        </p:nvSpPr>
        <p:spPr/>
        <p:txBody>
          <a:bodyPr>
            <a:normAutofit lnSpcReduction="10000"/>
          </a:bodyPr>
          <a:lstStyle/>
          <a:p>
            <a:r>
              <a:rPr lang="en-US">
                <a:solidFill>
                  <a:srgbClr val="BFBFBF"/>
                </a:solidFill>
              </a:rPr>
              <a:t>Course homepage &amp; support team</a:t>
            </a:r>
          </a:p>
          <a:p>
            <a:r>
              <a:rPr lang="en-US">
                <a:solidFill>
                  <a:srgbClr val="BFBFBF"/>
                </a:solidFill>
              </a:rPr>
              <a:t>Main textbook</a:t>
            </a:r>
          </a:p>
          <a:p>
            <a:r>
              <a:rPr lang="en-US">
                <a:solidFill>
                  <a:srgbClr val="BFBFBF"/>
                </a:solidFill>
              </a:rPr>
              <a:t>Why study Operating Systems?</a:t>
            </a:r>
          </a:p>
          <a:p>
            <a:r>
              <a:rPr lang="en-US">
                <a:solidFill>
                  <a:srgbClr val="BFBFBF"/>
                </a:solidFill>
              </a:rPr>
              <a:t>What is this course about?</a:t>
            </a:r>
          </a:p>
          <a:p>
            <a:pPr lvl="1"/>
            <a:r>
              <a:rPr lang="en-US">
                <a:solidFill>
                  <a:srgbClr val="BFBFBF"/>
                </a:solidFill>
              </a:rPr>
              <a:t>What is this course NOT about?</a:t>
            </a:r>
          </a:p>
          <a:p>
            <a:r>
              <a:rPr lang="en-US">
                <a:solidFill>
                  <a:srgbClr val="BFBFBF"/>
                </a:solidFill>
              </a:rPr>
              <a:t>Course organization</a:t>
            </a:r>
          </a:p>
          <a:p>
            <a:r>
              <a:rPr lang="en-US">
                <a:solidFill>
                  <a:srgbClr val="BFBFBF"/>
                </a:solidFill>
              </a:rPr>
              <a:t>Best practices</a:t>
            </a:r>
            <a:endParaRPr lang="en-US">
              <a:solidFill>
                <a:srgbClr val="BFBFBF"/>
              </a:solidFill>
              <a:sym typeface="Wingdings"/>
            </a:endParaRPr>
          </a:p>
          <a:p>
            <a:r>
              <a:rPr lang="en-US">
                <a:sym typeface="Wingdings"/>
              </a:rPr>
              <a:t>Student representatives</a:t>
            </a:r>
            <a:endParaRPr lang="en-US"/>
          </a:p>
        </p:txBody>
      </p:sp>
      <p:sp>
        <p:nvSpPr>
          <p:cNvPr id="4" name="Date Placeholder 3"/>
          <p:cNvSpPr>
            <a:spLocks noGrp="1"/>
          </p:cNvSpPr>
          <p:nvPr>
            <p:ph type="dt" sz="half" idx="10"/>
          </p:nvPr>
        </p:nvSpPr>
        <p:spPr/>
        <p:txBody>
          <a:bodyPr/>
          <a:lstStyle/>
          <a:p>
            <a:r>
              <a:rPr lang="x-none"/>
              <a:t>Vincenzo Gulisano</a:t>
            </a:r>
            <a:endParaRPr lang="en-US"/>
          </a:p>
        </p:txBody>
      </p:sp>
      <p:sp>
        <p:nvSpPr>
          <p:cNvPr id="5" name="Footer Placeholder 4"/>
          <p:cNvSpPr>
            <a:spLocks noGrp="1"/>
          </p:cNvSpPr>
          <p:nvPr>
            <p:ph type="ftr" sz="quarter" idx="11"/>
          </p:nvPr>
        </p:nvSpPr>
        <p:spPr/>
        <p:txBody>
          <a:bodyPr/>
          <a:lstStyle/>
          <a:p>
            <a:r>
              <a:rPr lang="en-US"/>
              <a:t>Operating Systems - Course Introduction</a:t>
            </a:r>
          </a:p>
        </p:txBody>
      </p:sp>
      <p:sp>
        <p:nvSpPr>
          <p:cNvPr id="6" name="Slide Number Placeholder 5"/>
          <p:cNvSpPr>
            <a:spLocks noGrp="1"/>
          </p:cNvSpPr>
          <p:nvPr>
            <p:ph type="sldNum" sz="quarter" idx="12"/>
          </p:nvPr>
        </p:nvSpPr>
        <p:spPr/>
        <p:txBody>
          <a:bodyPr/>
          <a:lstStyle/>
          <a:p>
            <a:fld id="{3961F404-6CD8-4E2D-B082-239AD8D30C83}" type="slidenum">
              <a:rPr lang="en-US" smtClean="0"/>
              <a:t>23</a:t>
            </a:fld>
            <a:endParaRPr lang="en-US"/>
          </a:p>
        </p:txBody>
      </p:sp>
    </p:spTree>
    <p:extLst>
      <p:ext uri="{BB962C8B-B14F-4D97-AF65-F5344CB8AC3E}">
        <p14:creationId xmlns:p14="http://schemas.microsoft.com/office/powerpoint/2010/main" val="11146775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4B8E3-BD33-F457-9B44-9E62E9CDA045}"/>
              </a:ext>
            </a:extLst>
          </p:cNvPr>
          <p:cNvSpPr>
            <a:spLocks noGrp="1"/>
          </p:cNvSpPr>
          <p:nvPr>
            <p:ph type="title"/>
          </p:nvPr>
        </p:nvSpPr>
        <p:spPr/>
        <p:txBody>
          <a:bodyPr/>
          <a:lstStyle/>
          <a:p>
            <a:r>
              <a:rPr lang="en-SE"/>
              <a:t>Student representatives</a:t>
            </a:r>
          </a:p>
        </p:txBody>
      </p:sp>
      <p:sp>
        <p:nvSpPr>
          <p:cNvPr id="3" name="Content Placeholder 2">
            <a:extLst>
              <a:ext uri="{FF2B5EF4-FFF2-40B4-BE49-F238E27FC236}">
                <a16:creationId xmlns:a16="http://schemas.microsoft.com/office/drawing/2014/main" id="{B9475E94-20AE-1F18-EE4B-14C4484DB86C}"/>
              </a:ext>
            </a:extLst>
          </p:cNvPr>
          <p:cNvSpPr>
            <a:spLocks noGrp="1"/>
          </p:cNvSpPr>
          <p:nvPr>
            <p:ph idx="1"/>
          </p:nvPr>
        </p:nvSpPr>
        <p:spPr/>
        <p:txBody>
          <a:bodyPr/>
          <a:lstStyle/>
          <a:p>
            <a:r>
              <a:rPr lang="en-GB" dirty="0"/>
              <a:t>Student representatives:</a:t>
            </a:r>
          </a:p>
          <a:p>
            <a:pPr lvl="1"/>
            <a:r>
              <a:rPr lang="en-SE"/>
              <a:t>Pengfei Li </a:t>
            </a:r>
            <a:r>
              <a:rPr lang="en-SE">
                <a:hlinkClick r:id="rId2"/>
              </a:rPr>
              <a:t>pengfeil@student.chalmers.se</a:t>
            </a:r>
            <a:endParaRPr lang="en-GB" dirty="0"/>
          </a:p>
          <a:p>
            <a:pPr lvl="1"/>
            <a:r>
              <a:rPr lang="en-US" dirty="0"/>
              <a:t>Shuo Zhang </a:t>
            </a:r>
            <a:r>
              <a:rPr lang="en-US" dirty="0">
                <a:hlinkClick r:id="rId3"/>
              </a:rPr>
              <a:t>shuozha@student.chalmers.se</a:t>
            </a:r>
            <a:endParaRPr lang="en-US" dirty="0"/>
          </a:p>
          <a:p>
            <a:pPr lvl="1"/>
            <a:r>
              <a:rPr lang="en-US" dirty="0"/>
              <a:t>Fredrik </a:t>
            </a:r>
            <a:r>
              <a:rPr lang="en-US" dirty="0" err="1"/>
              <a:t>Österström</a:t>
            </a:r>
            <a:r>
              <a:rPr lang="en-US" dirty="0"/>
              <a:t> </a:t>
            </a:r>
            <a:r>
              <a:rPr lang="en-US" u="sng" dirty="0">
                <a:hlinkClick r:id="rId4"/>
              </a:rPr>
              <a:t>freoster@student.chalmers.se</a:t>
            </a:r>
            <a:endParaRPr lang="en-US" u="sng" dirty="0"/>
          </a:p>
          <a:p>
            <a:pPr lvl="1"/>
            <a:r>
              <a:rPr lang="en-US" dirty="0"/>
              <a:t>Reza Amani </a:t>
            </a:r>
            <a:r>
              <a:rPr lang="en-US" dirty="0">
                <a:hlinkClick r:id="rId5"/>
              </a:rPr>
              <a:t>rezaam@student.chalmers.se</a:t>
            </a:r>
            <a:r>
              <a:rPr lang="en-US" dirty="0"/>
              <a:t>  </a:t>
            </a:r>
            <a:endParaRPr lang="en-SE"/>
          </a:p>
          <a:p>
            <a:pPr lvl="1"/>
            <a:endParaRPr lang="en-GB" dirty="0"/>
          </a:p>
        </p:txBody>
      </p:sp>
      <p:sp>
        <p:nvSpPr>
          <p:cNvPr id="4" name="Date Placeholder 3">
            <a:extLst>
              <a:ext uri="{FF2B5EF4-FFF2-40B4-BE49-F238E27FC236}">
                <a16:creationId xmlns:a16="http://schemas.microsoft.com/office/drawing/2014/main" id="{02AA6476-20DA-8694-613A-2E9F1A456998}"/>
              </a:ext>
            </a:extLst>
          </p:cNvPr>
          <p:cNvSpPr>
            <a:spLocks noGrp="1"/>
          </p:cNvSpPr>
          <p:nvPr>
            <p:ph type="dt" sz="half" idx="10"/>
          </p:nvPr>
        </p:nvSpPr>
        <p:spPr/>
        <p:txBody>
          <a:bodyPr/>
          <a:lstStyle/>
          <a:p>
            <a:r>
              <a:rPr lang="x-none"/>
              <a:t>Vincenzo Gulisano</a:t>
            </a:r>
            <a:endParaRPr lang="en-US"/>
          </a:p>
        </p:txBody>
      </p:sp>
      <p:sp>
        <p:nvSpPr>
          <p:cNvPr id="5" name="Footer Placeholder 4">
            <a:extLst>
              <a:ext uri="{FF2B5EF4-FFF2-40B4-BE49-F238E27FC236}">
                <a16:creationId xmlns:a16="http://schemas.microsoft.com/office/drawing/2014/main" id="{F0A7D0F0-6A82-BEFF-82D2-D9DF2FC5A718}"/>
              </a:ext>
            </a:extLst>
          </p:cNvPr>
          <p:cNvSpPr>
            <a:spLocks noGrp="1"/>
          </p:cNvSpPr>
          <p:nvPr>
            <p:ph type="ftr" sz="quarter" idx="11"/>
          </p:nvPr>
        </p:nvSpPr>
        <p:spPr/>
        <p:txBody>
          <a:bodyPr/>
          <a:lstStyle/>
          <a:p>
            <a:r>
              <a:rPr lang="en-US"/>
              <a:t>Operating Systems - Course Introduction</a:t>
            </a:r>
          </a:p>
        </p:txBody>
      </p:sp>
      <p:sp>
        <p:nvSpPr>
          <p:cNvPr id="6" name="Slide Number Placeholder 5">
            <a:extLst>
              <a:ext uri="{FF2B5EF4-FFF2-40B4-BE49-F238E27FC236}">
                <a16:creationId xmlns:a16="http://schemas.microsoft.com/office/drawing/2014/main" id="{5DE684FA-65EF-16CF-6369-71F279C0113A}"/>
              </a:ext>
            </a:extLst>
          </p:cNvPr>
          <p:cNvSpPr>
            <a:spLocks noGrp="1"/>
          </p:cNvSpPr>
          <p:nvPr>
            <p:ph type="sldNum" sz="quarter" idx="12"/>
          </p:nvPr>
        </p:nvSpPr>
        <p:spPr/>
        <p:txBody>
          <a:bodyPr/>
          <a:lstStyle/>
          <a:p>
            <a:fld id="{3961F404-6CD8-4E2D-B082-239AD8D30C83}" type="slidenum">
              <a:rPr lang="en-US" smtClean="0"/>
              <a:t>24</a:t>
            </a:fld>
            <a:endParaRPr lang="en-US"/>
          </a:p>
        </p:txBody>
      </p:sp>
    </p:spTree>
    <p:extLst>
      <p:ext uri="{BB962C8B-B14F-4D97-AF65-F5344CB8AC3E}">
        <p14:creationId xmlns:p14="http://schemas.microsoft.com/office/powerpoint/2010/main" val="41343517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Student representatives</a:t>
            </a:r>
          </a:p>
        </p:txBody>
      </p:sp>
      <p:sp>
        <p:nvSpPr>
          <p:cNvPr id="4" name="Date Placeholder 3"/>
          <p:cNvSpPr>
            <a:spLocks noGrp="1"/>
          </p:cNvSpPr>
          <p:nvPr>
            <p:ph type="dt" sz="half" idx="10"/>
          </p:nvPr>
        </p:nvSpPr>
        <p:spPr/>
        <p:txBody>
          <a:bodyPr/>
          <a:lstStyle/>
          <a:p>
            <a:r>
              <a:rPr lang="x-none"/>
              <a:t>Vincenzo Gulisano</a:t>
            </a:r>
            <a:endParaRPr lang="en-US"/>
          </a:p>
        </p:txBody>
      </p:sp>
      <p:sp>
        <p:nvSpPr>
          <p:cNvPr id="5" name="Footer Placeholder 4"/>
          <p:cNvSpPr>
            <a:spLocks noGrp="1"/>
          </p:cNvSpPr>
          <p:nvPr>
            <p:ph type="ftr" sz="quarter" idx="11"/>
          </p:nvPr>
        </p:nvSpPr>
        <p:spPr/>
        <p:txBody>
          <a:bodyPr/>
          <a:lstStyle/>
          <a:p>
            <a:r>
              <a:rPr lang="en-US"/>
              <a:t>Operating Systems - Course Introduction</a:t>
            </a:r>
          </a:p>
        </p:txBody>
      </p:sp>
      <p:sp>
        <p:nvSpPr>
          <p:cNvPr id="6" name="Slide Number Placeholder 5"/>
          <p:cNvSpPr>
            <a:spLocks noGrp="1"/>
          </p:cNvSpPr>
          <p:nvPr>
            <p:ph type="sldNum" sz="quarter" idx="12"/>
          </p:nvPr>
        </p:nvSpPr>
        <p:spPr/>
        <p:txBody>
          <a:bodyPr/>
          <a:lstStyle/>
          <a:p>
            <a:fld id="{3961F404-6CD8-4E2D-B082-239AD8D30C83}" type="slidenum">
              <a:rPr lang="en-US" smtClean="0"/>
              <a:t>25</a:t>
            </a:fld>
            <a:endParaRPr lang="en-US"/>
          </a:p>
        </p:txBody>
      </p:sp>
      <p:sp>
        <p:nvSpPr>
          <p:cNvPr id="7" name="Rectangle 1"/>
          <p:cNvSpPr>
            <a:spLocks noChangeArrowheads="1"/>
          </p:cNvSpPr>
          <p:nvPr/>
        </p:nvSpPr>
        <p:spPr bwMode="auto">
          <a:xfrm>
            <a:off x="1811524" y="2838084"/>
            <a:ext cx="8568952" cy="281615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sv-SE" sz="1400" b="1">
                <a:latin typeface="Arial" pitchFamily="34" charset="0"/>
                <a:ea typeface="Calibri" pitchFamily="34" charset="0"/>
                <a:cs typeface="Times New Roman" pitchFamily="18" charset="0"/>
              </a:rPr>
              <a:t>TASK: </a:t>
            </a:r>
            <a:r>
              <a:rPr kumimoji="0" lang="en-US" altLang="sv-SE" sz="1400" b="1" i="0" u="none" strike="noStrike" cap="none" normalizeH="0" baseline="0">
                <a:ln>
                  <a:noFill/>
                </a:ln>
                <a:solidFill>
                  <a:schemeClr val="tx1"/>
                </a:solidFill>
                <a:effectLst/>
                <a:latin typeface="Arial" pitchFamily="34" charset="0"/>
                <a:ea typeface="Calibri" pitchFamily="34" charset="0"/>
                <a:cs typeface="Times New Roman" pitchFamily="18" charset="0"/>
              </a:rPr>
              <a:t>responsible for discussing</a:t>
            </a:r>
            <a:r>
              <a:rPr kumimoji="0" lang="en-US" altLang="sv-SE" sz="1400" b="1" i="0" u="none" strike="noStrike" cap="none" normalizeH="0">
                <a:ln>
                  <a:noFill/>
                </a:ln>
                <a:solidFill>
                  <a:schemeClr val="tx1"/>
                </a:solidFill>
                <a:effectLst/>
                <a:latin typeface="Arial" pitchFamily="34" charset="0"/>
                <a:ea typeface="Calibri" pitchFamily="34" charset="0"/>
                <a:cs typeface="Times New Roman" pitchFamily="18" charset="0"/>
              </a:rPr>
              <a:t> about </a:t>
            </a:r>
            <a:r>
              <a:rPr kumimoji="0" lang="en-US" altLang="sv-SE" sz="1400" b="1" i="0" u="none" strike="noStrike" cap="none" normalizeH="0" baseline="0">
                <a:ln>
                  <a:noFill/>
                </a:ln>
                <a:solidFill>
                  <a:schemeClr val="tx1"/>
                </a:solidFill>
                <a:effectLst/>
                <a:latin typeface="Arial" pitchFamily="34" charset="0"/>
                <a:ea typeface="Calibri" pitchFamily="34" charset="0"/>
                <a:cs typeface="Times New Roman" pitchFamily="18" charset="0"/>
              </a:rPr>
              <a:t>the course together with the examiner/course responsible and the program board </a:t>
            </a:r>
            <a:r>
              <a:rPr kumimoji="0" lang="en-US" altLang="sv-SE" sz="1400" b="0" i="0" u="none" strike="noStrike" cap="none" normalizeH="0" baseline="0">
                <a:ln>
                  <a:noFill/>
                </a:ln>
                <a:solidFill>
                  <a:schemeClr val="tx1"/>
                </a:solidFill>
                <a:effectLst/>
                <a:latin typeface="Arial" pitchFamily="34" charset="0"/>
                <a:ea typeface="Calibri" pitchFamily="34" charset="0"/>
                <a:cs typeface="Times New Roman" pitchFamily="18" charset="0"/>
              </a:rPr>
              <a:t>of the program that gives the course</a:t>
            </a:r>
            <a:r>
              <a:rPr lang="en-US" altLang="sv-SE" sz="1400">
                <a:latin typeface="Arial" pitchFamily="34" charset="0"/>
                <a:ea typeface="Calibri" pitchFamily="34" charset="0"/>
                <a:cs typeface="Times New Roman" pitchFamily="18" charset="0"/>
              </a:rPr>
              <a:t>, as follows:</a:t>
            </a:r>
            <a:endParaRPr kumimoji="0" lang="en-US" altLang="sv-SE" sz="1400" b="0" i="0" u="none" strike="noStrike" cap="none" normalizeH="0" baseline="0">
              <a:ln>
                <a:noFill/>
              </a:ln>
              <a:solidFill>
                <a:schemeClr val="tx1"/>
              </a:solidFill>
              <a:effectLst/>
              <a:latin typeface="Arial" pitchFamily="34" charset="0"/>
              <a:ea typeface="Calibri" pitchFamily="34" charset="0"/>
              <a:cs typeface="Times New Roman" pitchFamily="18" charset="0"/>
            </a:endParaRPr>
          </a:p>
          <a:p>
            <a:pPr lvl="0" eaLnBrk="0" fontAlgn="base" hangingPunct="0">
              <a:spcBef>
                <a:spcPct val="0"/>
              </a:spcBef>
              <a:spcAft>
                <a:spcPct val="0"/>
              </a:spcAft>
            </a:pPr>
            <a:endParaRPr kumimoji="0" lang="en-US" altLang="sv-SE" sz="1400" b="0" i="0" u="none" strike="noStrike" cap="none" normalizeH="0" baseline="0">
              <a:ln>
                <a:noFill/>
              </a:ln>
              <a:solidFill>
                <a:schemeClr val="tx1"/>
              </a:solidFill>
              <a:effectLst/>
              <a:latin typeface="Arial" pitchFamily="34" charset="0"/>
              <a:ea typeface="Calibri" pitchFamily="34" charset="0"/>
              <a:cs typeface="Times New Roman" pitchFamily="18" charset="0"/>
            </a:endParaRPr>
          </a:p>
          <a:p>
            <a:pPr lvl="1" eaLnBrk="0" fontAlgn="base" hangingPunct="0">
              <a:spcBef>
                <a:spcPct val="0"/>
              </a:spcBef>
              <a:spcAft>
                <a:spcPct val="0"/>
              </a:spcAft>
            </a:pPr>
            <a:r>
              <a:rPr kumimoji="0" lang="en-US" altLang="sv-SE" sz="1400" b="0" i="0" u="none" strike="noStrike" cap="none" normalizeH="0" baseline="0">
                <a:ln>
                  <a:noFill/>
                </a:ln>
                <a:solidFill>
                  <a:schemeClr val="tx1"/>
                </a:solidFill>
                <a:effectLst/>
                <a:latin typeface="Arial" pitchFamily="34" charset="0"/>
                <a:ea typeface="Calibri" pitchFamily="34" charset="0"/>
                <a:cs typeface="Times New Roman" pitchFamily="18" charset="0"/>
              </a:rPr>
              <a:t>1. The student representatives and the course responsible have </a:t>
            </a:r>
            <a:r>
              <a:rPr kumimoji="0" lang="en-US" altLang="sv-SE" sz="1400" b="1" i="0" u="none" strike="noStrike" cap="none" normalizeH="0" baseline="0">
                <a:ln>
                  <a:noFill/>
                </a:ln>
                <a:solidFill>
                  <a:srgbClr val="C00000"/>
                </a:solidFill>
                <a:effectLst/>
                <a:latin typeface="Arial" pitchFamily="34" charset="0"/>
                <a:ea typeface="Calibri" pitchFamily="34" charset="0"/>
                <a:cs typeface="Times New Roman" pitchFamily="18" charset="0"/>
              </a:rPr>
              <a:t>two informal meetings during the course</a:t>
            </a:r>
            <a:r>
              <a:rPr kumimoji="0" lang="en-US" altLang="sv-SE" sz="1400" b="0" i="0" u="none" strike="noStrike" cap="none" normalizeH="0" baseline="0">
                <a:ln>
                  <a:noFill/>
                </a:ln>
                <a:solidFill>
                  <a:schemeClr val="tx1"/>
                </a:solidFill>
                <a:effectLst/>
                <a:latin typeface="Arial" pitchFamily="34" charset="0"/>
                <a:ea typeface="Calibri" pitchFamily="34" charset="0"/>
                <a:cs typeface="Times New Roman" pitchFamily="18" charset="0"/>
              </a:rPr>
              <a:t>:</a:t>
            </a:r>
            <a:r>
              <a:rPr kumimoji="0" lang="en-US" altLang="sv-SE" sz="1400" b="0" i="0" u="none" strike="noStrike" cap="none" normalizeH="0">
                <a:ln>
                  <a:noFill/>
                </a:ln>
                <a:solidFill>
                  <a:schemeClr val="tx1"/>
                </a:solidFill>
                <a:effectLst/>
                <a:latin typeface="Arial" pitchFamily="34" charset="0"/>
                <a:ea typeface="Calibri" pitchFamily="34" charset="0"/>
                <a:cs typeface="Times New Roman" pitchFamily="18" charset="0"/>
              </a:rPr>
              <a:t> </a:t>
            </a:r>
            <a:r>
              <a:rPr kumimoji="0" lang="en-US" altLang="sv-SE" sz="1400" b="0" i="0" u="none" strike="noStrike" cap="none" normalizeH="0" baseline="0">
                <a:ln>
                  <a:noFill/>
                </a:ln>
                <a:solidFill>
                  <a:schemeClr val="tx1"/>
                </a:solidFill>
                <a:effectLst/>
                <a:latin typeface="Arial" pitchFamily="34" charset="0"/>
                <a:ea typeface="Calibri" pitchFamily="34" charset="0"/>
                <a:cs typeface="Times New Roman" pitchFamily="18" charset="0"/>
              </a:rPr>
              <a:t>one</a:t>
            </a:r>
            <a:r>
              <a:rPr kumimoji="0" lang="en-US" altLang="sv-SE" sz="1400" b="0" i="0" u="none" strike="noStrike" cap="none" normalizeH="0">
                <a:ln>
                  <a:noFill/>
                </a:ln>
                <a:solidFill>
                  <a:schemeClr val="tx1"/>
                </a:solidFill>
                <a:effectLst/>
                <a:latin typeface="Arial" pitchFamily="34" charset="0"/>
                <a:ea typeface="Calibri" pitchFamily="34" charset="0"/>
                <a:cs typeface="Times New Roman" pitchFamily="18" charset="0"/>
              </a:rPr>
              <a:t> </a:t>
            </a:r>
            <a:r>
              <a:rPr kumimoji="0" lang="en-US" altLang="sv-SE" sz="1400" b="0" i="0" u="none" strike="noStrike" cap="none" normalizeH="0" baseline="0">
                <a:ln>
                  <a:noFill/>
                </a:ln>
                <a:solidFill>
                  <a:schemeClr val="tx1"/>
                </a:solidFill>
                <a:effectLst/>
                <a:latin typeface="Arial" pitchFamily="34" charset="0"/>
                <a:ea typeface="Calibri" pitchFamily="34" charset="0"/>
                <a:cs typeface="Times New Roman" pitchFamily="18" charset="0"/>
              </a:rPr>
              <a:t>in the second study week</a:t>
            </a:r>
            <a:r>
              <a:rPr lang="en-US" altLang="sv-SE" sz="1400">
                <a:latin typeface="Arial" pitchFamily="34" charset="0"/>
                <a:ea typeface="Calibri" pitchFamily="34" charset="0"/>
                <a:cs typeface="Times New Roman" pitchFamily="18" charset="0"/>
              </a:rPr>
              <a:t> (get acquainted) and </a:t>
            </a:r>
            <a:r>
              <a:rPr kumimoji="0" lang="en-US" altLang="sv-SE" sz="1400" b="0" i="0" u="none" strike="noStrike" cap="none" normalizeH="0" baseline="0">
                <a:ln>
                  <a:noFill/>
                </a:ln>
                <a:solidFill>
                  <a:schemeClr val="tx1"/>
                </a:solidFill>
                <a:effectLst/>
                <a:latin typeface="Arial" pitchFamily="34" charset="0"/>
                <a:ea typeface="Calibri" pitchFamily="34" charset="0"/>
                <a:cs typeface="Times New Roman" pitchFamily="18" charset="0"/>
              </a:rPr>
              <a:t>one after approximately half the course</a:t>
            </a:r>
            <a:r>
              <a:rPr kumimoji="0" lang="en-US" altLang="sv-SE" sz="1400" b="0" i="0" u="none" strike="noStrike" cap="none" normalizeH="0">
                <a:ln>
                  <a:noFill/>
                </a:ln>
                <a:solidFill>
                  <a:schemeClr val="tx1"/>
                </a:solidFill>
                <a:effectLst/>
                <a:latin typeface="Arial" pitchFamily="34" charset="0"/>
                <a:ea typeface="Calibri" pitchFamily="34" charset="0"/>
                <a:cs typeface="Times New Roman" pitchFamily="18" charset="0"/>
              </a:rPr>
              <a:t> (</a:t>
            </a:r>
            <a:r>
              <a:rPr kumimoji="0" lang="en-US" altLang="sv-SE" sz="1400" b="0" i="0" u="none" strike="noStrike" cap="none" normalizeH="0" baseline="0">
                <a:ln>
                  <a:noFill/>
                </a:ln>
                <a:solidFill>
                  <a:schemeClr val="tx1"/>
                </a:solidFill>
                <a:effectLst/>
                <a:latin typeface="Arial" pitchFamily="34" charset="0"/>
                <a:ea typeface="Calibri" pitchFamily="34" charset="0"/>
                <a:cs typeface="Times New Roman" pitchFamily="18" charset="0"/>
              </a:rPr>
              <a:t>give feedback to the teacher on the progress of the course).</a:t>
            </a:r>
            <a:endParaRPr kumimoji="0" lang="sv-SE" altLang="sv-SE" sz="900" b="0" i="0" u="none" strike="noStrike" cap="none" normalizeH="0" baseline="0">
              <a:ln>
                <a:noFill/>
              </a:ln>
              <a:solidFill>
                <a:schemeClr val="tx1"/>
              </a:solidFill>
              <a:effectLst/>
              <a:latin typeface="Arial" pitchFamily="34" charset="0"/>
              <a:cs typeface="Arial" pitchFamily="34" charset="0"/>
            </a:endParaRPr>
          </a:p>
          <a:p>
            <a:pPr lvl="1" eaLnBrk="0" fontAlgn="base" hangingPunct="0">
              <a:spcBef>
                <a:spcPct val="0"/>
              </a:spcBef>
              <a:spcAft>
                <a:spcPct val="0"/>
              </a:spcAft>
            </a:pPr>
            <a:r>
              <a:rPr kumimoji="0" lang="en-US" altLang="sv-SE" sz="1400" b="0" i="0" u="none" strike="noStrike" cap="none" normalizeH="0" baseline="0">
                <a:ln>
                  <a:noFill/>
                </a:ln>
                <a:solidFill>
                  <a:schemeClr val="tx1"/>
                </a:solidFill>
                <a:effectLst/>
                <a:latin typeface="Arial" pitchFamily="34" charset="0"/>
                <a:ea typeface="Calibri" pitchFamily="34" charset="0"/>
                <a:cs typeface="Times New Roman" pitchFamily="18" charset="0"/>
              </a:rPr>
              <a:t>2. After the course, an evaluation questionnaire is sent out. The examiner will get an opportunity to add extra questions to the standard questionnaire.</a:t>
            </a:r>
            <a:endParaRPr kumimoji="0" lang="sv-SE" altLang="sv-SE" sz="900" b="0" i="0" u="none" strike="noStrike" cap="none" normalizeH="0" baseline="0">
              <a:ln>
                <a:noFill/>
              </a:ln>
              <a:solidFill>
                <a:schemeClr val="tx1"/>
              </a:solidFill>
              <a:effectLst/>
              <a:latin typeface="Arial" pitchFamily="34" charset="0"/>
              <a:cs typeface="Arial" pitchFamily="34" charset="0"/>
            </a:endParaRPr>
          </a:p>
          <a:p>
            <a:pPr lvl="1" eaLnBrk="0" fontAlgn="base" hangingPunct="0">
              <a:spcBef>
                <a:spcPct val="0"/>
              </a:spcBef>
              <a:spcAft>
                <a:spcPct val="0"/>
              </a:spcAft>
            </a:pPr>
            <a:r>
              <a:rPr kumimoji="0" lang="en-US" altLang="sv-SE" sz="1400" b="0" i="0" u="none" strike="noStrike" cap="none" normalizeH="0" baseline="0">
                <a:ln>
                  <a:noFill/>
                </a:ln>
                <a:solidFill>
                  <a:schemeClr val="tx1"/>
                </a:solidFill>
                <a:effectLst/>
                <a:latin typeface="Arial" pitchFamily="34" charset="0"/>
                <a:ea typeface="Calibri" pitchFamily="34" charset="0"/>
                <a:cs typeface="Times New Roman" pitchFamily="18" charset="0"/>
              </a:rPr>
              <a:t>3. </a:t>
            </a:r>
            <a:r>
              <a:rPr lang="en-US" altLang="sv-SE" sz="1400">
                <a:latin typeface="Arial" pitchFamily="34" charset="0"/>
                <a:ea typeface="Calibri" pitchFamily="34" charset="0"/>
                <a:cs typeface="Times New Roman" pitchFamily="18" charset="0"/>
              </a:rPr>
              <a:t>I</a:t>
            </a:r>
            <a:r>
              <a:rPr kumimoji="0" lang="en-US" altLang="sv-SE" sz="1400" b="0" i="0" u="none" strike="noStrike" cap="none" normalizeH="0" baseline="0">
                <a:ln>
                  <a:noFill/>
                </a:ln>
                <a:solidFill>
                  <a:schemeClr val="tx1"/>
                </a:solidFill>
                <a:effectLst/>
                <a:latin typeface="Arial" pitchFamily="34" charset="0"/>
                <a:ea typeface="Calibri" pitchFamily="34" charset="0"/>
                <a:cs typeface="Times New Roman" pitchFamily="18" charset="0"/>
              </a:rPr>
              <a:t>n the middle of the next study period, there will be an </a:t>
            </a:r>
            <a:r>
              <a:rPr kumimoji="0" lang="en-US" altLang="sv-SE" sz="1400" b="1" i="0" u="none" strike="noStrike" cap="none" normalizeH="0" baseline="0">
                <a:ln>
                  <a:noFill/>
                </a:ln>
                <a:solidFill>
                  <a:srgbClr val="C00000"/>
                </a:solidFill>
                <a:effectLst/>
                <a:latin typeface="Arial" pitchFamily="34" charset="0"/>
                <a:ea typeface="Calibri" pitchFamily="34" charset="0"/>
                <a:cs typeface="Times New Roman" pitchFamily="18" charset="0"/>
              </a:rPr>
              <a:t>evaluation meeting</a:t>
            </a:r>
            <a:r>
              <a:rPr kumimoji="0" lang="en-US" altLang="sv-SE" sz="1400" b="0" i="0" u="none" strike="noStrike" cap="none" normalizeH="0" baseline="0">
                <a:ln>
                  <a:noFill/>
                </a:ln>
                <a:solidFill>
                  <a:schemeClr val="tx1"/>
                </a:solidFill>
                <a:effectLst/>
                <a:latin typeface="Arial" pitchFamily="34" charset="0"/>
                <a:ea typeface="Calibri" pitchFamily="34" charset="0"/>
                <a:cs typeface="Times New Roman" pitchFamily="18" charset="0"/>
              </a:rPr>
              <a:t>: the student representatives and the examiner/course responsible meet the board of the program who gives the course, discussing the course’s advantages and potential for improvement.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sv-SE" altLang="sv-SE" sz="900" b="0" i="0" u="none" strike="noStrike" cap="none" normalizeH="0" baseline="0">
              <a:ln>
                <a:noFill/>
              </a:ln>
              <a:solidFill>
                <a:schemeClr val="tx1"/>
              </a:solidFill>
              <a:effectLst/>
              <a:latin typeface="Arial" pitchFamily="34" charset="0"/>
              <a:cs typeface="Arial" pitchFamily="34" charset="0"/>
            </a:endParaRPr>
          </a:p>
          <a:p>
            <a:pPr lvl="0" eaLnBrk="0" fontAlgn="base" hangingPunct="0">
              <a:spcBef>
                <a:spcPct val="0"/>
              </a:spcBef>
              <a:spcAft>
                <a:spcPct val="0"/>
              </a:spcAft>
            </a:pPr>
            <a:r>
              <a:rPr lang="en-US" altLang="sv-SE" sz="1400" i="1">
                <a:solidFill>
                  <a:srgbClr val="C00000"/>
                </a:solidFill>
                <a:latin typeface="Arial" pitchFamily="34" charset="0"/>
                <a:ea typeface="Calibri" pitchFamily="34" charset="0"/>
                <a:cs typeface="Times New Roman" pitchFamily="18" charset="0"/>
              </a:rPr>
              <a:t>T</a:t>
            </a:r>
            <a:r>
              <a:rPr kumimoji="0" lang="en-US" altLang="sv-SE" sz="1400" b="0" i="1" u="none" strike="noStrike" cap="none" normalizeH="0" baseline="0">
                <a:ln>
                  <a:noFill/>
                </a:ln>
                <a:solidFill>
                  <a:srgbClr val="C00000"/>
                </a:solidFill>
                <a:effectLst/>
                <a:latin typeface="Arial" pitchFamily="34" charset="0"/>
                <a:ea typeface="Calibri" pitchFamily="34" charset="0"/>
                <a:cs typeface="Times New Roman" pitchFamily="18" charset="0"/>
              </a:rPr>
              <a:t>he student representatives </a:t>
            </a:r>
            <a:r>
              <a:rPr lang="en-US" altLang="sv-SE" sz="1400" i="1">
                <a:solidFill>
                  <a:srgbClr val="C00000"/>
                </a:solidFill>
                <a:latin typeface="Arial" pitchFamily="34" charset="0"/>
                <a:ea typeface="Calibri" pitchFamily="34" charset="0"/>
                <a:cs typeface="Times New Roman" pitchFamily="18" charset="0"/>
              </a:rPr>
              <a:t>participating in the final meeting get </a:t>
            </a:r>
            <a:r>
              <a:rPr kumimoji="0" lang="en-US" altLang="sv-SE" sz="1400" b="0" i="1" u="none" strike="noStrike" cap="none" normalizeH="0" baseline="0">
                <a:ln>
                  <a:noFill/>
                </a:ln>
                <a:solidFill>
                  <a:srgbClr val="C00000"/>
                </a:solidFill>
                <a:effectLst/>
                <a:latin typeface="Arial" pitchFamily="34" charset="0"/>
                <a:ea typeface="Calibri" pitchFamily="34" charset="0"/>
                <a:cs typeface="Times New Roman" pitchFamily="18" charset="0"/>
              </a:rPr>
              <a:t>a gift certificate valid at Cremona.</a:t>
            </a:r>
            <a:endParaRPr kumimoji="0" lang="en-US" altLang="sv-SE" sz="2400" b="0" i="1" u="none" strike="noStrike" cap="none" normalizeH="0" baseline="0">
              <a:ln>
                <a:noFill/>
              </a:ln>
              <a:solidFill>
                <a:srgbClr val="C00000"/>
              </a:solidFill>
              <a:effectLst/>
              <a:latin typeface="Arial" pitchFamily="34" charset="0"/>
              <a:cs typeface="Arial" pitchFamily="34" charset="0"/>
            </a:endParaRPr>
          </a:p>
        </p:txBody>
      </p:sp>
    </p:spTree>
    <p:extLst>
      <p:ext uri="{BB962C8B-B14F-4D97-AF65-F5344CB8AC3E}">
        <p14:creationId xmlns:p14="http://schemas.microsoft.com/office/powerpoint/2010/main" val="31488971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ubrik 1"/>
          <p:cNvSpPr>
            <a:spLocks noGrp="1"/>
          </p:cNvSpPr>
          <p:nvPr>
            <p:ph type="ctrTitle"/>
          </p:nvPr>
        </p:nvSpPr>
        <p:spPr/>
        <p:txBody>
          <a:bodyPr>
            <a:normAutofit fontScale="90000"/>
          </a:bodyPr>
          <a:lstStyle/>
          <a:p>
            <a:br>
              <a:rPr lang="sv-SE" altLang="sv-SE"/>
            </a:br>
            <a:br>
              <a:rPr lang="sv-SE" altLang="sv-SE"/>
            </a:br>
            <a:r>
              <a:rPr lang="sv-SE" altLang="sv-SE" err="1"/>
              <a:t>Academic</a:t>
            </a:r>
            <a:r>
              <a:rPr lang="sv-SE" altLang="sv-SE"/>
              <a:t> </a:t>
            </a:r>
            <a:r>
              <a:rPr lang="sv-SE" altLang="sv-SE" err="1"/>
              <a:t>integrity</a:t>
            </a:r>
            <a:r>
              <a:rPr lang="sv-SE" altLang="sv-SE"/>
              <a:t> and </a:t>
            </a:r>
            <a:r>
              <a:rPr lang="sv-SE" altLang="sv-SE" err="1"/>
              <a:t>honesty</a:t>
            </a:r>
            <a:r>
              <a:rPr lang="sv-SE" altLang="sv-SE"/>
              <a:t> </a:t>
            </a:r>
            <a:br>
              <a:rPr lang="sv-SE" altLang="sv-SE"/>
            </a:br>
            <a:br>
              <a:rPr lang="sv-SE" altLang="sv-SE"/>
            </a:br>
            <a:endParaRPr lang="sv-SE" altLang="sv-SE"/>
          </a:p>
        </p:txBody>
      </p:sp>
      <p:pic>
        <p:nvPicPr>
          <p:cNvPr id="2" name="Picture 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2209801" y="3789040"/>
            <a:ext cx="2054657" cy="2519782"/>
          </a:xfrm>
          <a:prstGeom prst="rect">
            <a:avLst/>
          </a:prstGeom>
        </p:spPr>
      </p:pic>
      <p:sp>
        <p:nvSpPr>
          <p:cNvPr id="3" name="TextBox 2"/>
          <p:cNvSpPr txBox="1"/>
          <p:nvPr/>
        </p:nvSpPr>
        <p:spPr>
          <a:xfrm>
            <a:off x="4345179" y="5805264"/>
            <a:ext cx="4160178" cy="707886"/>
          </a:xfrm>
          <a:prstGeom prst="rect">
            <a:avLst/>
          </a:prstGeom>
          <a:noFill/>
        </p:spPr>
        <p:txBody>
          <a:bodyPr wrap="none" rtlCol="0">
            <a:spAutoFit/>
          </a:bodyPr>
          <a:lstStyle/>
          <a:p>
            <a:r>
              <a:rPr lang="en-US" sz="2000"/>
              <a:t>Hans Hjelmgren, Head of program EE, </a:t>
            </a:r>
          </a:p>
          <a:p>
            <a:r>
              <a:rPr lang="en-US" sz="2000"/>
              <a:t>Associate Prof at MC2</a:t>
            </a:r>
          </a:p>
        </p:txBody>
      </p:sp>
    </p:spTree>
    <p:extLst>
      <p:ext uri="{BB962C8B-B14F-4D97-AF65-F5344CB8AC3E}">
        <p14:creationId xmlns:p14="http://schemas.microsoft.com/office/powerpoint/2010/main" val="21976968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487488" y="0"/>
            <a:ext cx="9217024" cy="6858000"/>
          </a:xfrm>
          <a:prstGeom prst="rect">
            <a:avLst/>
          </a:prstGeom>
        </p:spPr>
      </p:pic>
      <p:cxnSp>
        <p:nvCxnSpPr>
          <p:cNvPr id="3" name="Rak pil 2"/>
          <p:cNvCxnSpPr>
            <a:cxnSpLocks noChangeShapeType="1"/>
          </p:cNvCxnSpPr>
          <p:nvPr/>
        </p:nvCxnSpPr>
        <p:spPr bwMode="auto">
          <a:xfrm flipV="1">
            <a:off x="2135561" y="3429001"/>
            <a:ext cx="654423" cy="504529"/>
          </a:xfrm>
          <a:prstGeom prst="straightConnector1">
            <a:avLst/>
          </a:prstGeom>
          <a:noFill/>
          <a:ln w="19050"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5" name="Rak pil 2"/>
          <p:cNvCxnSpPr>
            <a:cxnSpLocks noChangeShapeType="1"/>
          </p:cNvCxnSpPr>
          <p:nvPr/>
        </p:nvCxnSpPr>
        <p:spPr bwMode="auto">
          <a:xfrm flipH="1">
            <a:off x="6744073" y="4077073"/>
            <a:ext cx="857745" cy="1"/>
          </a:xfrm>
          <a:prstGeom prst="straightConnector1">
            <a:avLst/>
          </a:prstGeom>
          <a:noFill/>
          <a:ln w="19050" algn="ctr">
            <a:solidFill>
              <a:srgbClr val="FF0000"/>
            </a:solidFill>
            <a:round/>
            <a:headEn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1406462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487488" y="1"/>
            <a:ext cx="9180512" cy="6936043"/>
          </a:xfrm>
          <a:prstGeom prst="rect">
            <a:avLst/>
          </a:prstGeom>
        </p:spPr>
      </p:pic>
    </p:spTree>
    <p:extLst>
      <p:ext uri="{BB962C8B-B14F-4D97-AF65-F5344CB8AC3E}">
        <p14:creationId xmlns:p14="http://schemas.microsoft.com/office/powerpoint/2010/main" val="25329367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ubrik 2"/>
          <p:cNvSpPr>
            <a:spLocks noGrp="1"/>
          </p:cNvSpPr>
          <p:nvPr>
            <p:ph type="title"/>
          </p:nvPr>
        </p:nvSpPr>
        <p:spPr/>
        <p:txBody>
          <a:bodyPr/>
          <a:lstStyle/>
          <a:p>
            <a:r>
              <a:rPr lang="sv-SE" altLang="sv-SE" b="1" err="1"/>
              <a:t>Academic</a:t>
            </a:r>
            <a:r>
              <a:rPr lang="sv-SE" altLang="sv-SE" b="1"/>
              <a:t> </a:t>
            </a:r>
            <a:r>
              <a:rPr lang="sv-SE" altLang="sv-SE" b="1" err="1"/>
              <a:t>integrity</a:t>
            </a:r>
            <a:r>
              <a:rPr lang="sv-SE" altLang="sv-SE" b="1"/>
              <a:t> and </a:t>
            </a:r>
            <a:r>
              <a:rPr lang="sv-SE" altLang="sv-SE" b="1" err="1"/>
              <a:t>honesty</a:t>
            </a:r>
            <a:r>
              <a:rPr lang="sv-SE" altLang="sv-SE" b="1"/>
              <a:t> </a:t>
            </a:r>
          </a:p>
        </p:txBody>
      </p:sp>
      <p:sp>
        <p:nvSpPr>
          <p:cNvPr id="38915" name="Platshållare för innehåll 3"/>
          <p:cNvSpPr>
            <a:spLocks noGrp="1"/>
          </p:cNvSpPr>
          <p:nvPr>
            <p:ph idx="1"/>
          </p:nvPr>
        </p:nvSpPr>
        <p:spPr/>
        <p:txBody>
          <a:bodyPr/>
          <a:lstStyle/>
          <a:p>
            <a:endParaRPr lang="en-US" altLang="sv-SE"/>
          </a:p>
          <a:p>
            <a:r>
              <a:rPr lang="en-US" altLang="sv-SE" sz="2400"/>
              <a:t>The document in the previous slide will give you examples of how to use and refer to the knowledge of others. </a:t>
            </a:r>
          </a:p>
          <a:p>
            <a:endParaRPr lang="sv-SE" altLang="sv-SE" sz="2400"/>
          </a:p>
          <a:p>
            <a:r>
              <a:rPr lang="sv-SE" altLang="sv-SE" sz="2400" err="1"/>
              <a:t>We</a:t>
            </a:r>
            <a:r>
              <a:rPr lang="sv-SE" altLang="sv-SE" sz="2400"/>
              <a:t> </a:t>
            </a:r>
            <a:r>
              <a:rPr lang="sv-SE" altLang="sv-SE" sz="2400" err="1"/>
              <a:t>expect</a:t>
            </a:r>
            <a:r>
              <a:rPr lang="sv-SE" altLang="sv-SE" sz="2400"/>
              <a:t> </a:t>
            </a:r>
            <a:r>
              <a:rPr lang="sv-SE" altLang="sv-SE" sz="2400" err="1"/>
              <a:t>you</a:t>
            </a:r>
            <a:r>
              <a:rPr lang="sv-SE" altLang="sv-SE" sz="2400"/>
              <a:t> to read the </a:t>
            </a:r>
            <a:r>
              <a:rPr lang="sv-SE" altLang="sv-SE" sz="2400" err="1"/>
              <a:t>document</a:t>
            </a:r>
            <a:r>
              <a:rPr lang="sv-SE" altLang="sv-SE" sz="2400"/>
              <a:t> on </a:t>
            </a:r>
            <a:r>
              <a:rPr lang="sv-SE" altLang="sv-SE" sz="2400" i="1" err="1"/>
              <a:t>Academic</a:t>
            </a:r>
            <a:r>
              <a:rPr lang="sv-SE" altLang="sv-SE" sz="2400" i="1"/>
              <a:t> </a:t>
            </a:r>
            <a:r>
              <a:rPr lang="sv-SE" altLang="sv-SE" sz="2400" i="1" err="1"/>
              <a:t>integrity</a:t>
            </a:r>
            <a:r>
              <a:rPr lang="sv-SE" altLang="sv-SE" sz="2400" i="1"/>
              <a:t> and </a:t>
            </a:r>
            <a:r>
              <a:rPr lang="sv-SE" altLang="sv-SE" sz="2400" i="1" err="1"/>
              <a:t>honesty</a:t>
            </a:r>
            <a:r>
              <a:rPr lang="sv-SE" altLang="sv-SE" sz="2400"/>
              <a:t> and hand it </a:t>
            </a:r>
            <a:r>
              <a:rPr lang="sv-SE" altLang="sv-SE" sz="2400" err="1"/>
              <a:t>out</a:t>
            </a:r>
            <a:r>
              <a:rPr lang="sv-SE" altLang="sv-SE" sz="2400"/>
              <a:t> </a:t>
            </a:r>
            <a:r>
              <a:rPr lang="sv-SE" altLang="sv-SE" sz="2400" err="1"/>
              <a:t>today</a:t>
            </a:r>
            <a:r>
              <a:rPr lang="sv-SE" altLang="sv-SE" sz="2400"/>
              <a:t>!</a:t>
            </a:r>
          </a:p>
          <a:p>
            <a:endParaRPr lang="sv-SE" altLang="sv-SE" sz="2400" u="sng"/>
          </a:p>
          <a:p>
            <a:r>
              <a:rPr lang="sv-SE" altLang="sv-SE" sz="2400"/>
              <a:t>In addition to </a:t>
            </a:r>
            <a:r>
              <a:rPr lang="sv-SE" altLang="sv-SE" sz="2400" err="1"/>
              <a:t>this</a:t>
            </a:r>
            <a:r>
              <a:rPr lang="sv-SE" altLang="sv-SE" sz="2400"/>
              <a:t>, </a:t>
            </a:r>
            <a:r>
              <a:rPr lang="sv-SE" altLang="sv-SE" sz="2400" err="1"/>
              <a:t>we</a:t>
            </a:r>
            <a:r>
              <a:rPr lang="sv-SE" altLang="sv-SE" sz="2400"/>
              <a:t> </a:t>
            </a:r>
            <a:r>
              <a:rPr lang="sv-SE" altLang="sv-SE" sz="2400" err="1"/>
              <a:t>will</a:t>
            </a:r>
            <a:r>
              <a:rPr lang="sv-SE" altLang="sv-SE" sz="2400"/>
              <a:t> </a:t>
            </a:r>
            <a:r>
              <a:rPr lang="sv-SE" altLang="sv-SE" sz="2400" err="1"/>
              <a:t>give</a:t>
            </a:r>
            <a:r>
              <a:rPr lang="sv-SE" altLang="sv-SE" sz="2400"/>
              <a:t> </a:t>
            </a:r>
            <a:r>
              <a:rPr lang="sv-SE" altLang="sv-SE" sz="2400" err="1"/>
              <a:t>you</a:t>
            </a:r>
            <a:r>
              <a:rPr lang="sv-SE" altLang="sv-SE" sz="2400"/>
              <a:t> </a:t>
            </a:r>
            <a:r>
              <a:rPr lang="sv-SE" altLang="sv-SE" sz="2400" err="1"/>
              <a:t>some</a:t>
            </a:r>
            <a:r>
              <a:rPr lang="sv-SE" altLang="sv-SE" sz="2400"/>
              <a:t> </a:t>
            </a:r>
            <a:r>
              <a:rPr lang="sv-SE" altLang="sv-SE" sz="2400" err="1"/>
              <a:t>examples</a:t>
            </a:r>
            <a:r>
              <a:rPr lang="sv-SE" altLang="sv-SE" sz="2400"/>
              <a:t> from the </a:t>
            </a:r>
            <a:r>
              <a:rPr lang="sv-SE" altLang="sv-SE" sz="2400" err="1"/>
              <a:t>document</a:t>
            </a:r>
            <a:r>
              <a:rPr lang="sv-SE" altLang="sv-SE" sz="2400"/>
              <a:t> in the </a:t>
            </a:r>
            <a:r>
              <a:rPr lang="sv-SE" altLang="sv-SE" sz="2400" err="1"/>
              <a:t>following</a:t>
            </a:r>
            <a:r>
              <a:rPr lang="sv-SE" altLang="sv-SE" sz="2400"/>
              <a:t> </a:t>
            </a:r>
            <a:r>
              <a:rPr lang="sv-SE" altLang="sv-SE" sz="2400" err="1"/>
              <a:t>slides</a:t>
            </a:r>
            <a:endParaRPr lang="sv-SE" altLang="sv-SE" sz="2400"/>
          </a:p>
        </p:txBody>
      </p:sp>
    </p:spTree>
    <p:extLst>
      <p:ext uri="{BB962C8B-B14F-4D97-AF65-F5344CB8AC3E}">
        <p14:creationId xmlns:p14="http://schemas.microsoft.com/office/powerpoint/2010/main" val="18607608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idx="4294967295"/>
          </p:nvPr>
        </p:nvSpPr>
        <p:spPr/>
        <p:txBody>
          <a:bodyPr>
            <a:normAutofit fontScale="90000"/>
          </a:bodyPr>
          <a:lstStyle/>
          <a:p>
            <a:br>
              <a:rPr lang="sv-SE" altLang="sv-SE"/>
            </a:br>
            <a:r>
              <a:rPr lang="sv-SE" altLang="sv-SE" err="1"/>
              <a:t>Academic</a:t>
            </a:r>
            <a:r>
              <a:rPr lang="sv-SE" altLang="sv-SE"/>
              <a:t> </a:t>
            </a:r>
            <a:r>
              <a:rPr lang="sv-SE" altLang="sv-SE" err="1"/>
              <a:t>integrity</a:t>
            </a:r>
            <a:r>
              <a:rPr lang="sv-SE" altLang="sv-SE"/>
              <a:t> and </a:t>
            </a:r>
            <a:r>
              <a:rPr lang="sv-SE" altLang="sv-SE" err="1"/>
              <a:t>honesty</a:t>
            </a:r>
            <a:r>
              <a:rPr lang="sv-SE" altLang="sv-SE"/>
              <a:t> </a:t>
            </a:r>
            <a:br>
              <a:rPr lang="sv-SE" altLang="sv-SE"/>
            </a:br>
            <a:endParaRPr lang="en-US" altLang="sv-SE"/>
          </a:p>
        </p:txBody>
      </p:sp>
      <p:sp>
        <p:nvSpPr>
          <p:cNvPr id="5123" name="Rectangle 3"/>
          <p:cNvSpPr>
            <a:spLocks noGrp="1" noChangeArrowheads="1"/>
          </p:cNvSpPr>
          <p:nvPr>
            <p:ph type="body" idx="4294967295"/>
          </p:nvPr>
        </p:nvSpPr>
        <p:spPr>
          <a:xfrm>
            <a:off x="1991544" y="1988840"/>
            <a:ext cx="8136904" cy="4495800"/>
          </a:xfrm>
        </p:spPr>
        <p:txBody>
          <a:bodyPr>
            <a:normAutofit fontScale="85000" lnSpcReduction="20000"/>
          </a:bodyPr>
          <a:lstStyle/>
          <a:p>
            <a:pPr>
              <a:buSzPct val="171000"/>
              <a:buNone/>
            </a:pPr>
            <a:r>
              <a:rPr lang="en-US"/>
              <a:t>To study is to turn the knowledge of others into one’s own knowledge. </a:t>
            </a:r>
            <a:endParaRPr lang="en-US" altLang="sv-SE"/>
          </a:p>
          <a:p>
            <a:pPr>
              <a:buSzPct val="171000"/>
              <a:buNone/>
            </a:pPr>
            <a:endParaRPr lang="en-US" altLang="sv-SE"/>
          </a:p>
          <a:p>
            <a:pPr lvl="1">
              <a:buSzPct val="171000"/>
              <a:buFont typeface="Arial" panose="020B0604020202020204" pitchFamily="34" charset="0"/>
              <a:buChar char="•"/>
            </a:pPr>
            <a:r>
              <a:rPr lang="en-US"/>
              <a:t>An important motivating force behind academic work is “getting the credit” for one’s advances </a:t>
            </a:r>
          </a:p>
          <a:p>
            <a:pPr marL="457200" lvl="1" indent="0">
              <a:buSzPct val="171000"/>
              <a:buNone/>
            </a:pPr>
            <a:endParaRPr lang="en-US"/>
          </a:p>
          <a:p>
            <a:pPr lvl="1">
              <a:buSzPct val="171000"/>
              <a:buFont typeface="Arial" panose="020B0604020202020204" pitchFamily="34" charset="0"/>
              <a:buChar char="•"/>
            </a:pPr>
            <a:r>
              <a:rPr lang="en-US"/>
              <a:t>There are rules for how recognition is paid to the contributions of colleagues and predecessors </a:t>
            </a:r>
          </a:p>
          <a:p>
            <a:pPr marL="457200" lvl="1" indent="0">
              <a:buSzPct val="171000"/>
              <a:buNone/>
            </a:pPr>
            <a:endParaRPr lang="en-US"/>
          </a:p>
          <a:p>
            <a:pPr lvl="1">
              <a:buSzPct val="171000"/>
              <a:buFont typeface="Arial" panose="020B0604020202020204" pitchFamily="34" charset="0"/>
              <a:buChar char="•"/>
            </a:pPr>
            <a:r>
              <a:rPr lang="en-US" altLang="sv-SE"/>
              <a:t>Cheating can be </a:t>
            </a:r>
            <a:r>
              <a:rPr lang="en-US"/>
              <a:t>collaborating on a certain assignment beyond the rules of the game</a:t>
            </a:r>
            <a:r>
              <a:rPr lang="en-US" altLang="sv-SE"/>
              <a:t>, </a:t>
            </a:r>
            <a:r>
              <a:rPr lang="en-US"/>
              <a:t>omitting trial experiments that do not “fit in”,</a:t>
            </a:r>
            <a:r>
              <a:rPr lang="en-US" altLang="sv-SE"/>
              <a:t> </a:t>
            </a:r>
            <a:r>
              <a:rPr lang="en-US"/>
              <a:t>using aids for an examination assignment that have not been approved, plagiarism</a:t>
            </a:r>
            <a:endParaRPr lang="en-US" altLang="sv-SE"/>
          </a:p>
        </p:txBody>
      </p:sp>
    </p:spTree>
    <p:extLst>
      <p:ext uri="{BB962C8B-B14F-4D97-AF65-F5344CB8AC3E}">
        <p14:creationId xmlns:p14="http://schemas.microsoft.com/office/powerpoint/2010/main" val="1813015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2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12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a:t>Definition </a:t>
            </a:r>
            <a:r>
              <a:rPr lang="sv-SE" err="1"/>
              <a:t>of</a:t>
            </a:r>
            <a:r>
              <a:rPr lang="sv-SE"/>
              <a:t> </a:t>
            </a:r>
            <a:r>
              <a:rPr lang="sv-SE" err="1"/>
              <a:t>Plagiarism</a:t>
            </a:r>
            <a:endParaRPr lang="sv-SE"/>
          </a:p>
        </p:txBody>
      </p:sp>
      <p:grpSp>
        <p:nvGrpSpPr>
          <p:cNvPr id="9" name="Group 8"/>
          <p:cNvGrpSpPr/>
          <p:nvPr/>
        </p:nvGrpSpPr>
        <p:grpSpPr>
          <a:xfrm>
            <a:off x="2423593" y="2780928"/>
            <a:ext cx="6503319" cy="3096780"/>
            <a:chOff x="899592" y="2780928"/>
            <a:chExt cx="6503319" cy="3096780"/>
          </a:xfrm>
        </p:grpSpPr>
        <p:sp>
          <p:nvSpPr>
            <p:cNvPr id="4" name="TextBox 3"/>
            <p:cNvSpPr txBox="1"/>
            <p:nvPr/>
          </p:nvSpPr>
          <p:spPr>
            <a:xfrm>
              <a:off x="899592" y="4954378"/>
              <a:ext cx="4980851" cy="923330"/>
            </a:xfrm>
            <a:prstGeom prst="rect">
              <a:avLst/>
            </a:prstGeom>
            <a:noFill/>
          </p:spPr>
          <p:txBody>
            <a:bodyPr wrap="none" rtlCol="0">
              <a:spAutoFit/>
            </a:bodyPr>
            <a:lstStyle/>
            <a:p>
              <a:r>
                <a:rPr lang="en-US"/>
                <a:t>J.</a:t>
              </a:r>
              <a:r>
                <a:rPr lang="en-US" altLang="en-US"/>
                <a:t> Carroll and C.-M. </a:t>
              </a:r>
              <a:r>
                <a:rPr lang="en-US" altLang="en-US" err="1"/>
                <a:t>Zetterling</a:t>
              </a:r>
              <a:r>
                <a:rPr lang="en-US" altLang="en-US"/>
                <a:t>, </a:t>
              </a:r>
            </a:p>
            <a:p>
              <a:r>
                <a:rPr lang="en-US" altLang="en-US" i="1"/>
                <a:t>Guiding students away from plagiarism</a:t>
              </a:r>
              <a:r>
                <a:rPr lang="en-US" altLang="en-US"/>
                <a:t>, KTH, 2009.</a:t>
              </a:r>
            </a:p>
            <a:p>
              <a:r>
                <a:rPr lang="en-US"/>
                <a:t> </a:t>
              </a:r>
            </a:p>
          </p:txBody>
        </p:sp>
        <p:sp>
          <p:nvSpPr>
            <p:cNvPr id="6" name="TextBox 5"/>
            <p:cNvSpPr txBox="1"/>
            <p:nvPr/>
          </p:nvSpPr>
          <p:spPr>
            <a:xfrm>
              <a:off x="899592" y="2780928"/>
              <a:ext cx="6503319" cy="1200329"/>
            </a:xfrm>
            <a:prstGeom prst="rect">
              <a:avLst/>
            </a:prstGeom>
            <a:solidFill>
              <a:schemeClr val="accent1"/>
            </a:solidFill>
          </p:spPr>
          <p:txBody>
            <a:bodyPr wrap="none" rtlCol="0">
              <a:spAutoFit/>
            </a:bodyPr>
            <a:lstStyle/>
            <a:p>
              <a:r>
                <a:rPr lang="en-US" sz="3600"/>
                <a:t>“Claiming someone else’s work as</a:t>
              </a:r>
            </a:p>
            <a:p>
              <a:r>
                <a:rPr lang="en-US" sz="3600"/>
                <a:t> your own work”</a:t>
              </a:r>
            </a:p>
          </p:txBody>
        </p:sp>
      </p:grpSp>
    </p:spTree>
    <p:extLst>
      <p:ext uri="{BB962C8B-B14F-4D97-AF65-F5344CB8AC3E}">
        <p14:creationId xmlns:p14="http://schemas.microsoft.com/office/powerpoint/2010/main" val="1790683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err="1"/>
              <a:t>Examples</a:t>
            </a:r>
            <a:r>
              <a:rPr lang="sv-SE"/>
              <a:t> </a:t>
            </a:r>
            <a:r>
              <a:rPr lang="sv-SE" err="1"/>
              <a:t>of</a:t>
            </a:r>
            <a:r>
              <a:rPr lang="sv-SE"/>
              <a:t> </a:t>
            </a:r>
            <a:r>
              <a:rPr lang="sv-SE" err="1"/>
              <a:t>plagiarism</a:t>
            </a:r>
            <a:endParaRPr lang="sv-SE"/>
          </a:p>
        </p:txBody>
      </p:sp>
      <p:sp>
        <p:nvSpPr>
          <p:cNvPr id="3" name="Content Placeholder 2"/>
          <p:cNvSpPr>
            <a:spLocks noGrp="1"/>
          </p:cNvSpPr>
          <p:nvPr>
            <p:ph idx="1"/>
          </p:nvPr>
        </p:nvSpPr>
        <p:spPr/>
        <p:txBody>
          <a:bodyPr>
            <a:normAutofit fontScale="92500" lnSpcReduction="20000"/>
          </a:bodyPr>
          <a:lstStyle/>
          <a:p>
            <a:pPr>
              <a:buSzPct val="171000"/>
            </a:pPr>
            <a:r>
              <a:rPr lang="en-US" altLang="sv-SE"/>
              <a:t>Hand in someone else’s work as your own</a:t>
            </a:r>
          </a:p>
          <a:p>
            <a:pPr marL="0" indent="0">
              <a:buSzPct val="171000"/>
              <a:buNone/>
            </a:pPr>
            <a:endParaRPr lang="en-US" altLang="sv-SE"/>
          </a:p>
          <a:p>
            <a:pPr>
              <a:buSzPct val="171000"/>
            </a:pPr>
            <a:r>
              <a:rPr lang="en-US" altLang="sv-SE"/>
              <a:t>Copy words or ideas from someone else without referring to the source</a:t>
            </a:r>
          </a:p>
          <a:p>
            <a:pPr marL="0" indent="0">
              <a:buSzPct val="171000"/>
              <a:buNone/>
            </a:pPr>
            <a:endParaRPr lang="en-US" altLang="sv-SE"/>
          </a:p>
          <a:p>
            <a:pPr>
              <a:buSzPct val="171000"/>
            </a:pPr>
            <a:r>
              <a:rPr lang="en-US" altLang="sv-SE"/>
              <a:t>Not use quotation marks for words that are cited.</a:t>
            </a:r>
          </a:p>
          <a:p>
            <a:pPr marL="0" indent="0">
              <a:buSzPct val="171000"/>
              <a:buNone/>
            </a:pPr>
            <a:endParaRPr lang="en-US" altLang="sv-SE"/>
          </a:p>
          <a:p>
            <a:pPr>
              <a:buSzPct val="171000"/>
            </a:pPr>
            <a:r>
              <a:rPr lang="en-US"/>
              <a:t>Excessive borrowing of the structure of a text may also result in plagiarism. Even if you cite your source, do not produce a text that is identical to </a:t>
            </a:r>
            <a:r>
              <a:rPr lang="sv-SE"/>
              <a:t>the original text. 	</a:t>
            </a:r>
          </a:p>
          <a:p>
            <a:pPr marL="0" indent="0">
              <a:buNone/>
            </a:pPr>
            <a:endParaRPr lang="sv-SE"/>
          </a:p>
        </p:txBody>
      </p:sp>
    </p:spTree>
    <p:extLst>
      <p:ext uri="{BB962C8B-B14F-4D97-AF65-F5344CB8AC3E}">
        <p14:creationId xmlns:p14="http://schemas.microsoft.com/office/powerpoint/2010/main" val="558259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p:cNvGrpSpPr/>
          <p:nvPr/>
        </p:nvGrpSpPr>
        <p:grpSpPr>
          <a:xfrm>
            <a:off x="2495600" y="5589240"/>
            <a:ext cx="6984776" cy="756084"/>
            <a:chOff x="971600" y="5589240"/>
            <a:chExt cx="6984776" cy="756084"/>
          </a:xfrm>
        </p:grpSpPr>
        <p:sp>
          <p:nvSpPr>
            <p:cNvPr id="2" name="Rounded Rectangle 1"/>
            <p:cNvSpPr/>
            <p:nvPr/>
          </p:nvSpPr>
          <p:spPr bwMode="auto">
            <a:xfrm>
              <a:off x="2339752" y="5589240"/>
              <a:ext cx="5616624" cy="360040"/>
            </a:xfrm>
            <a:prstGeom prst="roundRect">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a:latin typeface="Times" pitchFamily="68" charset="0"/>
              </a:endParaRPr>
            </a:p>
          </p:txBody>
        </p:sp>
        <p:sp>
          <p:nvSpPr>
            <p:cNvPr id="5" name="Rounded Rectangle 4"/>
            <p:cNvSpPr/>
            <p:nvPr/>
          </p:nvSpPr>
          <p:spPr bwMode="auto">
            <a:xfrm>
              <a:off x="971600" y="5985284"/>
              <a:ext cx="864096" cy="360040"/>
            </a:xfrm>
            <a:prstGeom prst="roundRect">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endParaRPr lang="en-US" sz="2400">
                <a:latin typeface="Times" pitchFamily="68" charset="0"/>
              </a:endParaRPr>
            </a:p>
          </p:txBody>
        </p:sp>
      </p:grpSp>
      <p:sp>
        <p:nvSpPr>
          <p:cNvPr id="9219" name="Rectangle 3"/>
          <p:cNvSpPr>
            <a:spLocks noGrp="1" noChangeArrowheads="1"/>
          </p:cNvSpPr>
          <p:nvPr>
            <p:ph type="body" idx="4294967295"/>
          </p:nvPr>
        </p:nvSpPr>
        <p:spPr>
          <a:xfrm>
            <a:off x="2111574" y="1600200"/>
            <a:ext cx="7993260" cy="5141168"/>
          </a:xfrm>
        </p:spPr>
        <p:txBody>
          <a:bodyPr/>
          <a:lstStyle/>
          <a:p>
            <a:pPr>
              <a:buSzPct val="171000"/>
            </a:pPr>
            <a:r>
              <a:rPr lang="en-US" sz="2400"/>
              <a:t>As the writer you are responsible that your papers do not plagiarize the works of others</a:t>
            </a:r>
          </a:p>
          <a:p>
            <a:pPr marL="0" indent="0">
              <a:buSzPct val="171000"/>
              <a:buNone/>
            </a:pPr>
            <a:r>
              <a:rPr lang="en-US" sz="2400"/>
              <a:t> </a:t>
            </a:r>
          </a:p>
          <a:p>
            <a:pPr>
              <a:buSzPct val="171000"/>
            </a:pPr>
            <a:r>
              <a:rPr lang="en-US" sz="2400"/>
              <a:t>It is customary to be able to discuss an assignment with one’s classmates; however, every student must submit his or her answers individually</a:t>
            </a:r>
          </a:p>
          <a:p>
            <a:pPr marL="0" indent="0">
              <a:buSzPct val="171000"/>
              <a:buNone/>
            </a:pPr>
            <a:r>
              <a:rPr lang="en-US" sz="2400"/>
              <a:t> </a:t>
            </a:r>
            <a:endParaRPr lang="en-US" altLang="sv-SE" sz="2400"/>
          </a:p>
          <a:p>
            <a:pPr>
              <a:buSzPct val="171000"/>
            </a:pPr>
            <a:r>
              <a:rPr lang="en-US" sz="2400"/>
              <a:t>For larger project assignments, it is customary that students divide the tasks and then assemble their separately written sections into one larger team report. However, every author is responsible for the </a:t>
            </a:r>
            <a:r>
              <a:rPr lang="en-US" sz="2400" i="1"/>
              <a:t>entire </a:t>
            </a:r>
            <a:r>
              <a:rPr lang="en-US" sz="2400"/>
              <a:t>report, i.e. the mistake of one of the authors affects everyone on the team. </a:t>
            </a:r>
            <a:endParaRPr lang="en-US" altLang="sv-SE" sz="2400"/>
          </a:p>
        </p:txBody>
      </p:sp>
      <p:sp>
        <p:nvSpPr>
          <p:cNvPr id="9218" name="Rectangle 2"/>
          <p:cNvSpPr>
            <a:spLocks noGrp="1" noChangeArrowheads="1"/>
          </p:cNvSpPr>
          <p:nvPr>
            <p:ph type="title" idx="4294967295"/>
          </p:nvPr>
        </p:nvSpPr>
        <p:spPr/>
        <p:txBody>
          <a:bodyPr/>
          <a:lstStyle/>
          <a:p>
            <a:pPr eaLnBrk="1" hangingPunct="1"/>
            <a:r>
              <a:rPr lang="sv-SE" altLang="sv-SE" err="1"/>
              <a:t>Important</a:t>
            </a:r>
            <a:endParaRPr lang="en-US" altLang="sv-SE"/>
          </a:p>
        </p:txBody>
      </p:sp>
    </p:spTree>
    <p:extLst>
      <p:ext uri="{BB962C8B-B14F-4D97-AF65-F5344CB8AC3E}">
        <p14:creationId xmlns:p14="http://schemas.microsoft.com/office/powerpoint/2010/main" val="36987380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21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21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ubrik 1"/>
          <p:cNvSpPr>
            <a:spLocks noGrp="1"/>
          </p:cNvSpPr>
          <p:nvPr>
            <p:ph type="title"/>
          </p:nvPr>
        </p:nvSpPr>
        <p:spPr/>
        <p:txBody>
          <a:bodyPr/>
          <a:lstStyle/>
          <a:p>
            <a:r>
              <a:rPr lang="sv-SE" altLang="sv-SE" err="1"/>
              <a:t>You</a:t>
            </a:r>
            <a:r>
              <a:rPr lang="sv-SE" altLang="sv-SE"/>
              <a:t> </a:t>
            </a:r>
            <a:r>
              <a:rPr lang="sv-SE" altLang="sv-SE" err="1"/>
              <a:t>are</a:t>
            </a:r>
            <a:r>
              <a:rPr lang="sv-SE" altLang="sv-SE"/>
              <a:t> </a:t>
            </a:r>
            <a:r>
              <a:rPr lang="sv-SE" altLang="sv-SE" err="1"/>
              <a:t>here</a:t>
            </a:r>
            <a:r>
              <a:rPr lang="sv-SE" altLang="sv-SE"/>
              <a:t> to </a:t>
            </a:r>
            <a:r>
              <a:rPr lang="sv-SE" altLang="sv-SE" err="1"/>
              <a:t>learn</a:t>
            </a:r>
            <a:r>
              <a:rPr lang="sv-SE" altLang="sv-SE"/>
              <a:t>!</a:t>
            </a:r>
          </a:p>
        </p:txBody>
      </p:sp>
      <p:sp>
        <p:nvSpPr>
          <p:cNvPr id="12291" name="Platshållare för innehåll 2"/>
          <p:cNvSpPr>
            <a:spLocks noGrp="1"/>
          </p:cNvSpPr>
          <p:nvPr>
            <p:ph idx="1"/>
          </p:nvPr>
        </p:nvSpPr>
        <p:spPr/>
        <p:txBody>
          <a:bodyPr/>
          <a:lstStyle/>
          <a:p>
            <a:r>
              <a:rPr lang="sv-SE" altLang="sv-SE" sz="2400" err="1"/>
              <a:t>You</a:t>
            </a:r>
            <a:r>
              <a:rPr lang="sv-SE" altLang="sv-SE" sz="2400"/>
              <a:t> </a:t>
            </a:r>
            <a:r>
              <a:rPr lang="sv-SE" altLang="sv-SE" sz="2400" err="1"/>
              <a:t>don’t</a:t>
            </a:r>
            <a:r>
              <a:rPr lang="sv-SE" altLang="sv-SE" sz="2400"/>
              <a:t> </a:t>
            </a:r>
            <a:r>
              <a:rPr lang="sv-SE" altLang="sv-SE" sz="2400" err="1"/>
              <a:t>need</a:t>
            </a:r>
            <a:r>
              <a:rPr lang="sv-SE" altLang="sv-SE" sz="2400"/>
              <a:t> to </a:t>
            </a:r>
            <a:r>
              <a:rPr lang="sv-SE" altLang="sv-SE" sz="2400" err="1"/>
              <a:t>know</a:t>
            </a:r>
            <a:r>
              <a:rPr lang="sv-SE" altLang="sv-SE" sz="2400"/>
              <a:t> </a:t>
            </a:r>
            <a:r>
              <a:rPr lang="sv-SE" altLang="sv-SE" sz="2400" err="1"/>
              <a:t>everything</a:t>
            </a:r>
            <a:r>
              <a:rPr lang="sv-SE" altLang="sv-SE" sz="2400"/>
              <a:t> from the start</a:t>
            </a:r>
          </a:p>
          <a:p>
            <a:endParaRPr lang="sv-SE" altLang="sv-SE" sz="2400"/>
          </a:p>
          <a:p>
            <a:r>
              <a:rPr lang="sv-SE" altLang="sv-SE" sz="2400"/>
              <a:t>Always ask </a:t>
            </a:r>
            <a:r>
              <a:rPr lang="sv-SE" altLang="sv-SE" sz="2400" err="1"/>
              <a:t>your</a:t>
            </a:r>
            <a:r>
              <a:rPr lang="sv-SE" altLang="sv-SE" sz="2400"/>
              <a:t> </a:t>
            </a:r>
            <a:r>
              <a:rPr lang="sv-SE" altLang="sv-SE" sz="2400" err="1"/>
              <a:t>teacher</a:t>
            </a:r>
            <a:r>
              <a:rPr lang="sv-SE" altLang="sv-SE" sz="2400"/>
              <a:t> </a:t>
            </a:r>
            <a:r>
              <a:rPr lang="sv-SE" altLang="sv-SE" sz="2400" err="1"/>
              <a:t>if</a:t>
            </a:r>
            <a:r>
              <a:rPr lang="sv-SE" altLang="sv-SE" sz="2400"/>
              <a:t> </a:t>
            </a:r>
            <a:r>
              <a:rPr lang="sv-SE" altLang="sv-SE" sz="2400" err="1"/>
              <a:t>you</a:t>
            </a:r>
            <a:r>
              <a:rPr lang="sv-SE" altLang="sv-SE" sz="2400"/>
              <a:t> </a:t>
            </a:r>
            <a:r>
              <a:rPr lang="sv-SE" altLang="sv-SE" sz="2400" err="1"/>
              <a:t>are</a:t>
            </a:r>
            <a:r>
              <a:rPr lang="sv-SE" altLang="sv-SE" sz="2400"/>
              <a:t> not </a:t>
            </a:r>
            <a:r>
              <a:rPr lang="sv-SE" altLang="sv-SE" sz="2400" err="1"/>
              <a:t>certain</a:t>
            </a:r>
            <a:endParaRPr lang="sv-SE" altLang="sv-SE" sz="2400"/>
          </a:p>
          <a:p>
            <a:endParaRPr lang="sv-SE" altLang="sv-SE" sz="2400"/>
          </a:p>
          <a:p>
            <a:r>
              <a:rPr lang="en-US" sz="2400"/>
              <a:t>You must be able to discuss your </a:t>
            </a:r>
            <a:r>
              <a:rPr lang="en-US" sz="2400" i="1"/>
              <a:t>draft </a:t>
            </a:r>
            <a:r>
              <a:rPr lang="en-US" sz="2400"/>
              <a:t>reports and hand-ins without running the risk of being accused of plagiarism and cheating. </a:t>
            </a:r>
            <a:endParaRPr lang="sv-SE" altLang="sv-SE" sz="2400"/>
          </a:p>
        </p:txBody>
      </p:sp>
    </p:spTree>
    <p:extLst>
      <p:ext uri="{BB962C8B-B14F-4D97-AF65-F5344CB8AC3E}">
        <p14:creationId xmlns:p14="http://schemas.microsoft.com/office/powerpoint/2010/main" val="3927930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29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29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ubrik 1"/>
          <p:cNvSpPr>
            <a:spLocks noGrp="1"/>
          </p:cNvSpPr>
          <p:nvPr>
            <p:ph type="ctrTitle"/>
          </p:nvPr>
        </p:nvSpPr>
        <p:spPr/>
        <p:txBody>
          <a:bodyPr>
            <a:normAutofit fontScale="90000"/>
          </a:bodyPr>
          <a:lstStyle/>
          <a:p>
            <a:br>
              <a:rPr lang="sv-SE" altLang="sv-SE"/>
            </a:br>
            <a:br>
              <a:rPr lang="sv-SE" altLang="sv-SE"/>
            </a:br>
            <a:r>
              <a:rPr lang="sv-SE" altLang="sv-SE" err="1"/>
              <a:t>Rules</a:t>
            </a:r>
            <a:r>
              <a:rPr lang="sv-SE" altLang="sv-SE"/>
              <a:t> </a:t>
            </a:r>
            <a:r>
              <a:rPr lang="sv-SE" altLang="sv-SE" err="1"/>
              <a:t>of</a:t>
            </a:r>
            <a:r>
              <a:rPr lang="sv-SE" altLang="sv-SE"/>
              <a:t> </a:t>
            </a:r>
            <a:r>
              <a:rPr lang="sv-SE" altLang="sv-SE" err="1"/>
              <a:t>Discipline</a:t>
            </a:r>
            <a:br>
              <a:rPr lang="sv-SE" altLang="sv-SE"/>
            </a:br>
            <a:br>
              <a:rPr lang="sv-SE" altLang="sv-SE"/>
            </a:br>
            <a:endParaRPr lang="sv-SE" altLang="sv-SE"/>
          </a:p>
        </p:txBody>
      </p:sp>
    </p:spTree>
    <p:extLst>
      <p:ext uri="{BB962C8B-B14F-4D97-AF65-F5344CB8AC3E}">
        <p14:creationId xmlns:p14="http://schemas.microsoft.com/office/powerpoint/2010/main" val="22795460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ubrik 1"/>
          <p:cNvSpPr>
            <a:spLocks noGrp="1"/>
          </p:cNvSpPr>
          <p:nvPr>
            <p:ph type="title"/>
          </p:nvPr>
        </p:nvSpPr>
        <p:spPr/>
        <p:txBody>
          <a:bodyPr/>
          <a:lstStyle/>
          <a:p>
            <a:r>
              <a:rPr lang="sv-SE" altLang="sv-SE" err="1"/>
              <a:t>Rules</a:t>
            </a:r>
            <a:r>
              <a:rPr lang="sv-SE" altLang="sv-SE"/>
              <a:t> </a:t>
            </a:r>
            <a:r>
              <a:rPr lang="sv-SE" altLang="sv-SE" err="1"/>
              <a:t>of</a:t>
            </a:r>
            <a:r>
              <a:rPr lang="sv-SE" altLang="sv-SE"/>
              <a:t> </a:t>
            </a:r>
            <a:r>
              <a:rPr lang="sv-SE" altLang="sv-SE" err="1"/>
              <a:t>Discipline</a:t>
            </a:r>
            <a:endParaRPr lang="sv-SE" altLang="sv-SE"/>
          </a:p>
        </p:txBody>
      </p:sp>
      <p:sp>
        <p:nvSpPr>
          <p:cNvPr id="40963" name="Platshållare för innehåll 2"/>
          <p:cNvSpPr>
            <a:spLocks noGrp="1"/>
          </p:cNvSpPr>
          <p:nvPr>
            <p:ph idx="1"/>
          </p:nvPr>
        </p:nvSpPr>
        <p:spPr/>
        <p:txBody>
          <a:bodyPr>
            <a:normAutofit fontScale="85000" lnSpcReduction="10000"/>
          </a:bodyPr>
          <a:lstStyle/>
          <a:p>
            <a:r>
              <a:rPr lang="en-US" altLang="sv-SE"/>
              <a:t>The purpose of the Rules of Discipline is to promote equality between students, good conduct, a good study and social environment and adherence to the rules and directives at Chalmers.</a:t>
            </a:r>
          </a:p>
          <a:p>
            <a:pPr marL="0" indent="0">
              <a:buNone/>
            </a:pPr>
            <a:endParaRPr lang="en-US" altLang="sv-SE"/>
          </a:p>
          <a:p>
            <a:r>
              <a:rPr lang="en-US"/>
              <a:t>The Rules of Discipline stipulate the type of conduct and actions that can lead to disciplinary action. In addition, they stipulate the grounds on which disciplinary action may be taken at Chalmers and the procedure for such action. </a:t>
            </a:r>
          </a:p>
          <a:p>
            <a:pPr marL="0" indent="0">
              <a:buNone/>
            </a:pPr>
            <a:endParaRPr lang="en-US"/>
          </a:p>
          <a:p>
            <a:r>
              <a:rPr lang="sv-SE" altLang="sv-SE" err="1"/>
              <a:t>You</a:t>
            </a:r>
            <a:r>
              <a:rPr lang="sv-SE" altLang="sv-SE"/>
              <a:t> </a:t>
            </a:r>
            <a:r>
              <a:rPr lang="sv-SE" altLang="sv-SE" err="1"/>
              <a:t>can</a:t>
            </a:r>
            <a:r>
              <a:rPr lang="sv-SE" altLang="sv-SE"/>
              <a:t> </a:t>
            </a:r>
            <a:r>
              <a:rPr lang="sv-SE" altLang="sv-SE" err="1"/>
              <a:t>find</a:t>
            </a:r>
            <a:r>
              <a:rPr lang="sv-SE" altLang="sv-SE"/>
              <a:t> the </a:t>
            </a:r>
            <a:r>
              <a:rPr lang="sv-SE" altLang="sv-SE" err="1"/>
              <a:t>Rules</a:t>
            </a:r>
            <a:r>
              <a:rPr lang="sv-SE" altLang="sv-SE"/>
              <a:t> </a:t>
            </a:r>
            <a:r>
              <a:rPr lang="sv-SE" altLang="sv-SE" err="1"/>
              <a:t>of</a:t>
            </a:r>
            <a:r>
              <a:rPr lang="sv-SE" altLang="sv-SE"/>
              <a:t> </a:t>
            </a:r>
            <a:r>
              <a:rPr lang="sv-SE" altLang="sv-SE" err="1"/>
              <a:t>Discipline</a:t>
            </a:r>
            <a:r>
              <a:rPr lang="sv-SE" altLang="sv-SE"/>
              <a:t> and </a:t>
            </a:r>
            <a:r>
              <a:rPr lang="sv-SE" altLang="sv-SE" err="1"/>
              <a:t>other</a:t>
            </a:r>
            <a:r>
              <a:rPr lang="sv-SE" altLang="sv-SE"/>
              <a:t> </a:t>
            </a:r>
            <a:r>
              <a:rPr lang="sv-SE" altLang="sv-SE" err="1"/>
              <a:t>rules</a:t>
            </a:r>
            <a:r>
              <a:rPr lang="sv-SE" altLang="sv-SE"/>
              <a:t> and </a:t>
            </a:r>
            <a:r>
              <a:rPr lang="sv-SE" altLang="sv-SE" err="1"/>
              <a:t>directives</a:t>
            </a:r>
            <a:r>
              <a:rPr lang="sv-SE" altLang="sv-SE"/>
              <a:t> in the Student Portal</a:t>
            </a:r>
          </a:p>
          <a:p>
            <a:endParaRPr lang="sv-SE" altLang="sv-SE"/>
          </a:p>
        </p:txBody>
      </p:sp>
    </p:spTree>
    <p:extLst>
      <p:ext uri="{BB962C8B-B14F-4D97-AF65-F5344CB8AC3E}">
        <p14:creationId xmlns:p14="http://schemas.microsoft.com/office/powerpoint/2010/main" val="7133946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487488" y="0"/>
            <a:ext cx="9217024" cy="6858000"/>
          </a:xfrm>
          <a:prstGeom prst="rect">
            <a:avLst/>
          </a:prstGeom>
        </p:spPr>
      </p:pic>
      <p:cxnSp>
        <p:nvCxnSpPr>
          <p:cNvPr id="3" name="Rak pil 2"/>
          <p:cNvCxnSpPr>
            <a:cxnSpLocks noChangeShapeType="1"/>
          </p:cNvCxnSpPr>
          <p:nvPr/>
        </p:nvCxnSpPr>
        <p:spPr bwMode="auto">
          <a:xfrm flipV="1">
            <a:off x="2135561" y="3429001"/>
            <a:ext cx="654423" cy="504529"/>
          </a:xfrm>
          <a:prstGeom prst="straightConnector1">
            <a:avLst/>
          </a:prstGeom>
          <a:noFill/>
          <a:ln w="19050" algn="ctr">
            <a:solidFill>
              <a:srgbClr val="FF0000"/>
            </a:solidFill>
            <a:round/>
            <a:headEnd/>
            <a:tailEnd type="arrow" w="med" len="med"/>
          </a:ln>
          <a:extLst>
            <a:ext uri="{909E8E84-426E-40DD-AFC4-6F175D3DCCD1}">
              <a14:hiddenFill xmlns:a14="http://schemas.microsoft.com/office/drawing/2010/main">
                <a:noFill/>
              </a14:hiddenFill>
            </a:ext>
          </a:extLst>
        </p:spPr>
      </p:cxnSp>
      <p:cxnSp>
        <p:nvCxnSpPr>
          <p:cNvPr id="5" name="Rak pil 2"/>
          <p:cNvCxnSpPr>
            <a:cxnSpLocks noChangeShapeType="1"/>
          </p:cNvCxnSpPr>
          <p:nvPr/>
        </p:nvCxnSpPr>
        <p:spPr bwMode="auto">
          <a:xfrm flipH="1">
            <a:off x="6240017" y="5229201"/>
            <a:ext cx="857745" cy="1"/>
          </a:xfrm>
          <a:prstGeom prst="straightConnector1">
            <a:avLst/>
          </a:prstGeom>
          <a:noFill/>
          <a:ln w="19050" algn="ctr">
            <a:solidFill>
              <a:srgbClr val="FF0000"/>
            </a:solidFill>
            <a:round/>
            <a:headEnd/>
            <a:tailEnd type="arrow"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824305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a:br>
            <a:r>
              <a:rPr lang="en-US"/>
              <a:t>The Disciplinary Committee</a:t>
            </a:r>
            <a:br>
              <a:rPr lang="en-US"/>
            </a:br>
            <a:endParaRPr lang="sv-SE"/>
          </a:p>
        </p:txBody>
      </p:sp>
      <p:sp>
        <p:nvSpPr>
          <p:cNvPr id="3" name="Content Placeholder 2"/>
          <p:cNvSpPr>
            <a:spLocks noGrp="1"/>
          </p:cNvSpPr>
          <p:nvPr>
            <p:ph idx="1"/>
          </p:nvPr>
        </p:nvSpPr>
        <p:spPr/>
        <p:txBody>
          <a:bodyPr>
            <a:normAutofit fontScale="92500" lnSpcReduction="10000"/>
          </a:bodyPr>
          <a:lstStyle/>
          <a:p>
            <a:pPr marL="0" indent="0">
              <a:buNone/>
            </a:pPr>
            <a:endParaRPr lang="sv-SE"/>
          </a:p>
          <a:p>
            <a:pPr marL="0" indent="0">
              <a:buNone/>
            </a:pPr>
            <a:r>
              <a:rPr lang="en-US"/>
              <a:t>The Disciplinary Committee makes decisions regarding disciplinary action.</a:t>
            </a:r>
          </a:p>
          <a:p>
            <a:pPr marL="0" indent="0">
              <a:buNone/>
            </a:pPr>
            <a:endParaRPr lang="en-US"/>
          </a:p>
          <a:p>
            <a:pPr marL="0" indent="0">
              <a:buNone/>
            </a:pPr>
            <a:r>
              <a:rPr lang="en-US"/>
              <a:t>The Disciplinary Committee at Chalmers consists of: </a:t>
            </a:r>
          </a:p>
          <a:p>
            <a:r>
              <a:rPr lang="en-US"/>
              <a:t>two members learned in the law, at least one of whom is a judge</a:t>
            </a:r>
          </a:p>
          <a:p>
            <a:r>
              <a:rPr lang="en-US"/>
              <a:t>the Vice-President for undergraduate and master programs</a:t>
            </a:r>
          </a:p>
          <a:p>
            <a:r>
              <a:rPr lang="en-US"/>
              <a:t>two faculty members</a:t>
            </a:r>
          </a:p>
          <a:p>
            <a:r>
              <a:rPr lang="en-US"/>
              <a:t>two students </a:t>
            </a:r>
          </a:p>
        </p:txBody>
      </p:sp>
    </p:spTree>
    <p:extLst>
      <p:ext uri="{BB962C8B-B14F-4D97-AF65-F5344CB8AC3E}">
        <p14:creationId xmlns:p14="http://schemas.microsoft.com/office/powerpoint/2010/main" val="24793952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ubrik 1"/>
          <p:cNvSpPr>
            <a:spLocks noGrp="1"/>
          </p:cNvSpPr>
          <p:nvPr>
            <p:ph type="title"/>
          </p:nvPr>
        </p:nvSpPr>
        <p:spPr/>
        <p:txBody>
          <a:bodyPr/>
          <a:lstStyle/>
          <a:p>
            <a:r>
              <a:rPr lang="sv-SE" altLang="sv-SE"/>
              <a:t>Disciplinary action</a:t>
            </a:r>
          </a:p>
        </p:txBody>
      </p:sp>
      <p:sp>
        <p:nvSpPr>
          <p:cNvPr id="3" name="Platshållare för innehåll 2"/>
          <p:cNvSpPr>
            <a:spLocks noGrp="1"/>
          </p:cNvSpPr>
          <p:nvPr>
            <p:ph idx="1"/>
          </p:nvPr>
        </p:nvSpPr>
        <p:spPr/>
        <p:txBody>
          <a:bodyPr>
            <a:normAutofit fontScale="85000" lnSpcReduction="20000"/>
          </a:bodyPr>
          <a:lstStyle/>
          <a:p>
            <a:pPr>
              <a:buFontTx/>
              <a:buNone/>
              <a:defRPr/>
            </a:pPr>
            <a:r>
              <a:rPr lang="en-US"/>
              <a:t>A student may be </a:t>
            </a:r>
            <a:r>
              <a:rPr lang="en-US">
                <a:solidFill>
                  <a:srgbClr val="FF0000"/>
                </a:solidFill>
              </a:rPr>
              <a:t>warned</a:t>
            </a:r>
            <a:r>
              <a:rPr lang="en-US"/>
              <a:t> or </a:t>
            </a:r>
            <a:r>
              <a:rPr lang="en-US">
                <a:solidFill>
                  <a:srgbClr val="FF0000"/>
                </a:solidFill>
              </a:rPr>
              <a:t>suspended</a:t>
            </a:r>
            <a:r>
              <a:rPr lang="en-US"/>
              <a:t> if he or she</a:t>
            </a:r>
          </a:p>
          <a:p>
            <a:pPr>
              <a:buFontTx/>
              <a:buNone/>
              <a:defRPr/>
            </a:pPr>
            <a:endParaRPr lang="en-US"/>
          </a:p>
          <a:p>
            <a:pPr marL="457200" indent="-457200">
              <a:defRPr/>
            </a:pPr>
            <a:r>
              <a:rPr lang="en-US"/>
              <a:t>attempts to mislead in connection with an examination (=cheating)</a:t>
            </a:r>
          </a:p>
          <a:p>
            <a:pPr marL="457200" indent="-457200">
              <a:defRPr/>
            </a:pPr>
            <a:r>
              <a:rPr lang="en-US"/>
              <a:t>disturbs teaching or an examination</a:t>
            </a:r>
          </a:p>
          <a:p>
            <a:pPr marL="457200" indent="-457200">
              <a:defRPr/>
            </a:pPr>
            <a:r>
              <a:rPr lang="en-US"/>
              <a:t>insults the integrity of other student or employee at Chalmers</a:t>
            </a:r>
          </a:p>
          <a:p>
            <a:pPr marL="457200" indent="-457200">
              <a:defRPr/>
            </a:pPr>
            <a:r>
              <a:rPr lang="en-US"/>
              <a:t>otherwise breaches the Chalmers rules</a:t>
            </a:r>
          </a:p>
          <a:p>
            <a:pPr>
              <a:buFontTx/>
              <a:buNone/>
              <a:defRPr/>
            </a:pPr>
            <a:endParaRPr lang="en-US"/>
          </a:p>
          <a:p>
            <a:pPr>
              <a:buFontTx/>
              <a:buNone/>
              <a:defRPr/>
            </a:pPr>
            <a:r>
              <a:rPr lang="en-US"/>
              <a:t>The Disciplinary Committee can decide on </a:t>
            </a:r>
            <a:r>
              <a:rPr lang="en-US">
                <a:solidFill>
                  <a:srgbClr val="FF0000"/>
                </a:solidFill>
              </a:rPr>
              <a:t>expulsion</a:t>
            </a:r>
            <a:r>
              <a:rPr lang="en-US"/>
              <a:t> in very</a:t>
            </a:r>
          </a:p>
          <a:p>
            <a:pPr>
              <a:buFontTx/>
              <a:buNone/>
              <a:defRPr/>
            </a:pPr>
            <a:r>
              <a:rPr lang="en-US"/>
              <a:t>serious case for example if the student is guilty of serious criminal </a:t>
            </a:r>
          </a:p>
          <a:p>
            <a:pPr>
              <a:buFontTx/>
              <a:buNone/>
              <a:defRPr/>
            </a:pPr>
            <a:r>
              <a:rPr lang="en-US"/>
              <a:t>activity</a:t>
            </a:r>
          </a:p>
          <a:p>
            <a:pPr>
              <a:buFontTx/>
              <a:buNone/>
              <a:defRPr/>
            </a:pPr>
            <a:endParaRPr lang="en-US"/>
          </a:p>
          <a:p>
            <a:pPr>
              <a:buFontTx/>
              <a:buNone/>
              <a:defRPr/>
            </a:pPr>
            <a:endParaRPr lang="en-US"/>
          </a:p>
          <a:p>
            <a:pPr>
              <a:defRPr/>
            </a:pPr>
            <a:endParaRPr lang="en-US"/>
          </a:p>
          <a:p>
            <a:pPr>
              <a:defRPr/>
            </a:pPr>
            <a:endParaRPr lang="sv-SE"/>
          </a:p>
        </p:txBody>
      </p:sp>
    </p:spTree>
    <p:extLst>
      <p:ext uri="{BB962C8B-B14F-4D97-AF65-F5344CB8AC3E}">
        <p14:creationId xmlns:p14="http://schemas.microsoft.com/office/powerpoint/2010/main" val="19239704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The Disciplinary Committee and its work</a:t>
            </a:r>
            <a:endParaRPr lang="sv-SE"/>
          </a:p>
        </p:txBody>
      </p:sp>
      <p:sp>
        <p:nvSpPr>
          <p:cNvPr id="3" name="Content Placeholder 2"/>
          <p:cNvSpPr>
            <a:spLocks noGrp="1"/>
          </p:cNvSpPr>
          <p:nvPr>
            <p:ph idx="1"/>
          </p:nvPr>
        </p:nvSpPr>
        <p:spPr/>
        <p:txBody>
          <a:bodyPr>
            <a:normAutofit fontScale="85000" lnSpcReduction="10000"/>
          </a:bodyPr>
          <a:lstStyle/>
          <a:p>
            <a:r>
              <a:rPr lang="en-US"/>
              <a:t>Students, faculty members and other employees are jointly responsible for reporting the matter to the President without delay if there are grounds for suspecting an infringement or other misconduct. </a:t>
            </a:r>
          </a:p>
          <a:p>
            <a:pPr marL="0" indent="0">
              <a:buNone/>
            </a:pPr>
            <a:endParaRPr lang="en-US"/>
          </a:p>
          <a:p>
            <a:r>
              <a:rPr lang="en-US"/>
              <a:t>Once the report has been received by the President, the person to whom the report pertains shall be informed promptly in writing at his or her last known address.</a:t>
            </a:r>
          </a:p>
          <a:p>
            <a:pPr marL="0" indent="0">
              <a:buNone/>
            </a:pPr>
            <a:endParaRPr lang="en-US"/>
          </a:p>
          <a:p>
            <a:r>
              <a:rPr lang="en-US"/>
              <a:t>The student shall be given a copy of the report and have an opportunity to present his or her account of the matter. The student ombudsman shall be provided with a copy of the report and the material from the investigation.</a:t>
            </a:r>
            <a:endParaRPr lang="sv-SE"/>
          </a:p>
        </p:txBody>
      </p:sp>
    </p:spTree>
    <p:extLst>
      <p:ext uri="{BB962C8B-B14F-4D97-AF65-F5344CB8AC3E}">
        <p14:creationId xmlns:p14="http://schemas.microsoft.com/office/powerpoint/2010/main" val="26108304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The Disciplinary Committee and its work</a:t>
            </a:r>
            <a:endParaRPr lang="sv-SE"/>
          </a:p>
        </p:txBody>
      </p:sp>
      <p:sp>
        <p:nvSpPr>
          <p:cNvPr id="3" name="Content Placeholder 2"/>
          <p:cNvSpPr>
            <a:spLocks noGrp="1"/>
          </p:cNvSpPr>
          <p:nvPr>
            <p:ph idx="1"/>
          </p:nvPr>
        </p:nvSpPr>
        <p:spPr/>
        <p:txBody>
          <a:bodyPr>
            <a:normAutofit fontScale="77500" lnSpcReduction="20000"/>
          </a:bodyPr>
          <a:lstStyle/>
          <a:p>
            <a:r>
              <a:rPr lang="en-US"/>
              <a:t>If the student wishes to present a verbal account of the case to the Disciplinary Committee, he or she shall be able to do so. </a:t>
            </a:r>
          </a:p>
          <a:p>
            <a:pPr marL="0" indent="0">
              <a:buNone/>
            </a:pPr>
            <a:endParaRPr lang="en-US"/>
          </a:p>
          <a:p>
            <a:r>
              <a:rPr lang="en-US"/>
              <a:t>The student shall also have the opportunity to be represented by a person whom he or she trusts. The student ombudsman should contact the student to inform him or her about the procedure and the assistance available to the student. </a:t>
            </a:r>
          </a:p>
          <a:p>
            <a:pPr marL="0" indent="0">
              <a:buNone/>
            </a:pPr>
            <a:endParaRPr lang="en-US"/>
          </a:p>
          <a:p>
            <a:r>
              <a:rPr lang="en-US"/>
              <a:t>The Disciplinary Committee should give reasons for any decision.</a:t>
            </a:r>
          </a:p>
          <a:p>
            <a:pPr marL="0" indent="0">
              <a:buNone/>
            </a:pPr>
            <a:endParaRPr lang="en-US"/>
          </a:p>
          <a:p>
            <a:r>
              <a:rPr lang="en-US"/>
              <a:t>The student may appeal to the Chalmers Board against a Disciplinary Committee decision regarding a warning, suspension or expulsion.</a:t>
            </a:r>
            <a:endParaRPr lang="sv-SE"/>
          </a:p>
        </p:txBody>
      </p:sp>
    </p:spTree>
    <p:extLst>
      <p:ext uri="{BB962C8B-B14F-4D97-AF65-F5344CB8AC3E}">
        <p14:creationId xmlns:p14="http://schemas.microsoft.com/office/powerpoint/2010/main" val="33742483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Content Placeholder 2"/>
          <p:cNvSpPr>
            <a:spLocks noGrp="1"/>
          </p:cNvSpPr>
          <p:nvPr>
            <p:ph idx="1"/>
          </p:nvPr>
        </p:nvSpPr>
        <p:spPr>
          <a:xfrm>
            <a:off x="609600" y="1587503"/>
            <a:ext cx="10972800" cy="4525963"/>
          </a:xfrm>
        </p:spPr>
        <p:txBody>
          <a:bodyPr/>
          <a:lstStyle/>
          <a:p>
            <a:pPr marL="0" indent="0" algn="ctr">
              <a:buNone/>
            </a:pPr>
            <a:r>
              <a:rPr lang="en-US" altLang="en-US" sz="4267"/>
              <a:t>Thank you for your attention!</a:t>
            </a:r>
          </a:p>
          <a:p>
            <a:pPr marL="0" indent="0" algn="ctr">
              <a:buNone/>
            </a:pPr>
            <a:endParaRPr lang="en-US" altLang="en-US" sz="4267"/>
          </a:p>
          <a:p>
            <a:pPr marL="0" indent="0" algn="ctr">
              <a:buNone/>
            </a:pPr>
            <a:r>
              <a:rPr lang="en-US" altLang="en-US" sz="4267"/>
              <a:t>Questions?</a:t>
            </a:r>
          </a:p>
          <a:p>
            <a:pPr marL="0" indent="0" algn="ctr">
              <a:buNone/>
            </a:pPr>
            <a:endParaRPr lang="en-US" altLang="en-US" sz="4267"/>
          </a:p>
        </p:txBody>
      </p:sp>
      <p:sp>
        <p:nvSpPr>
          <p:cNvPr id="3" name="Date Placeholder 2"/>
          <p:cNvSpPr>
            <a:spLocks noGrp="1"/>
          </p:cNvSpPr>
          <p:nvPr>
            <p:ph type="dt" sz="half" idx="10"/>
          </p:nvPr>
        </p:nvSpPr>
        <p:spPr/>
        <p:txBody>
          <a:bodyPr/>
          <a:lstStyle/>
          <a:p>
            <a:r>
              <a:rPr lang="x-none"/>
              <a:t>Vincenzo Gulisano</a:t>
            </a:r>
            <a:endParaRPr lang="en-US"/>
          </a:p>
        </p:txBody>
      </p:sp>
      <p:sp>
        <p:nvSpPr>
          <p:cNvPr id="5" name="Footer Placeholder 4"/>
          <p:cNvSpPr>
            <a:spLocks noGrp="1"/>
          </p:cNvSpPr>
          <p:nvPr>
            <p:ph type="ftr" sz="quarter" idx="11"/>
          </p:nvPr>
        </p:nvSpPr>
        <p:spPr/>
        <p:txBody>
          <a:bodyPr/>
          <a:lstStyle/>
          <a:p>
            <a:r>
              <a:rPr lang="en-US"/>
              <a:t>Operating Systems - Course Introduction</a:t>
            </a:r>
          </a:p>
        </p:txBody>
      </p:sp>
      <p:sp>
        <p:nvSpPr>
          <p:cNvPr id="7" name="Slide Number Placeholder 6"/>
          <p:cNvSpPr>
            <a:spLocks noGrp="1"/>
          </p:cNvSpPr>
          <p:nvPr>
            <p:ph type="sldNum" sz="quarter" idx="12"/>
          </p:nvPr>
        </p:nvSpPr>
        <p:spPr/>
        <p:txBody>
          <a:bodyPr/>
          <a:lstStyle/>
          <a:p>
            <a:fld id="{3961F404-6CD8-4E2D-B082-239AD8D30C83}" type="slidenum">
              <a:rPr lang="en-US" smtClean="0"/>
              <a:t>42</a:t>
            </a:fld>
            <a:endParaRPr lang="en-US"/>
          </a:p>
        </p:txBody>
      </p:sp>
    </p:spTree>
    <p:extLst>
      <p:ext uri="{BB962C8B-B14F-4D97-AF65-F5344CB8AC3E}">
        <p14:creationId xmlns:p14="http://schemas.microsoft.com/office/powerpoint/2010/main" val="14895170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Garamond"/>
        <a:ea typeface=""/>
        <a:cs typeface=""/>
      </a:majorFont>
      <a:minorFont>
        <a:latin typeface="Garamon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135</TotalTime>
  <Words>2580</Words>
  <Application>Microsoft Macintosh PowerPoint</Application>
  <PresentationFormat>Widescreen</PresentationFormat>
  <Paragraphs>375</Paragraphs>
  <Slides>42</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42</vt:i4>
      </vt:variant>
    </vt:vector>
  </HeadingPairs>
  <TitlesOfParts>
    <vt:vector size="50" baseType="lpstr">
      <vt:lpstr>Arial</vt:lpstr>
      <vt:lpstr>Calibri</vt:lpstr>
      <vt:lpstr>Garamond</vt:lpstr>
      <vt:lpstr>Helvetica</vt:lpstr>
      <vt:lpstr>Times</vt:lpstr>
      <vt:lpstr>Times New Roman</vt:lpstr>
      <vt:lpstr>Wingdings</vt:lpstr>
      <vt:lpstr>Office Theme</vt:lpstr>
      <vt:lpstr>PowerPoint Presentation</vt:lpstr>
      <vt:lpstr>Agenda</vt:lpstr>
      <vt:lpstr>Course homepage &amp; support team</vt:lpstr>
      <vt:lpstr>Agenda</vt:lpstr>
      <vt:lpstr>Main textbook</vt:lpstr>
      <vt:lpstr>Agenda</vt:lpstr>
      <vt:lpstr>Why study Operating Systems?</vt:lpstr>
      <vt:lpstr>Why study Operating Systems?</vt:lpstr>
      <vt:lpstr>Why study Operating Systems?</vt:lpstr>
      <vt:lpstr>Agenda</vt:lpstr>
      <vt:lpstr>PowerPoint Presentation</vt:lpstr>
      <vt:lpstr>What is this course not about?</vt:lpstr>
      <vt:lpstr>PowerPoint Presentation</vt:lpstr>
      <vt:lpstr>PowerPoint Presentation</vt:lpstr>
      <vt:lpstr>Agenda</vt:lpstr>
      <vt:lpstr>Course organization</vt:lpstr>
      <vt:lpstr>About the labs </vt:lpstr>
      <vt:lpstr>About the labs</vt:lpstr>
      <vt:lpstr>About the labs</vt:lpstr>
      <vt:lpstr>Agenda</vt:lpstr>
      <vt:lpstr>Best Practices</vt:lpstr>
      <vt:lpstr>Best Practices</vt:lpstr>
      <vt:lpstr>Agenda</vt:lpstr>
      <vt:lpstr>Student representatives</vt:lpstr>
      <vt:lpstr>Student representatives</vt:lpstr>
      <vt:lpstr>  Academic integrity and honesty   </vt:lpstr>
      <vt:lpstr>PowerPoint Presentation</vt:lpstr>
      <vt:lpstr>PowerPoint Presentation</vt:lpstr>
      <vt:lpstr>Academic integrity and honesty </vt:lpstr>
      <vt:lpstr> Academic integrity and honesty  </vt:lpstr>
      <vt:lpstr>Definition of Plagiarism</vt:lpstr>
      <vt:lpstr>Examples of plagiarism</vt:lpstr>
      <vt:lpstr>Important</vt:lpstr>
      <vt:lpstr>You are here to learn!</vt:lpstr>
      <vt:lpstr>  Rules of Discipline  </vt:lpstr>
      <vt:lpstr>Rules of Discipline</vt:lpstr>
      <vt:lpstr>PowerPoint Presentation</vt:lpstr>
      <vt:lpstr> The Disciplinary Committee </vt:lpstr>
      <vt:lpstr>Disciplinary action</vt:lpstr>
      <vt:lpstr>The Disciplinary Committee and its work</vt:lpstr>
      <vt:lpstr>The Disciplinary Committee and its work</vt:lpstr>
      <vt:lpstr>PowerPoint Presentation</vt:lpstr>
    </vt:vector>
  </TitlesOfParts>
  <Company>Chalmers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Vincenzo Massimiliano Gulisano</dc:creator>
  <cp:lastModifiedBy>Vincenzo Massimiliano Gulisano</cp:lastModifiedBy>
  <cp:revision>1</cp:revision>
  <cp:lastPrinted>2019-09-05T06:50:59Z</cp:lastPrinted>
  <dcterms:created xsi:type="dcterms:W3CDTF">2014-12-05T08:26:02Z</dcterms:created>
  <dcterms:modified xsi:type="dcterms:W3CDTF">2025-09-04T07:50:31Z</dcterms:modified>
</cp:coreProperties>
</file>