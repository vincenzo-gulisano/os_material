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302" r:id="rId2"/>
    <p:sldId id="323" r:id="rId3"/>
    <p:sldId id="259" r:id="rId4"/>
    <p:sldId id="496" r:id="rId5"/>
    <p:sldId id="257" r:id="rId6"/>
    <p:sldId id="258" r:id="rId7"/>
    <p:sldId id="497" r:id="rId8"/>
    <p:sldId id="325" r:id="rId9"/>
    <p:sldId id="326" r:id="rId10"/>
    <p:sldId id="327" r:id="rId11"/>
    <p:sldId id="328" r:id="rId12"/>
    <p:sldId id="498" r:id="rId13"/>
    <p:sldId id="330" r:id="rId14"/>
    <p:sldId id="499" r:id="rId15"/>
    <p:sldId id="332" r:id="rId16"/>
    <p:sldId id="333" r:id="rId17"/>
    <p:sldId id="334" r:id="rId18"/>
    <p:sldId id="335" r:id="rId19"/>
    <p:sldId id="500" r:id="rId20"/>
    <p:sldId id="337" r:id="rId21"/>
    <p:sldId id="338" r:id="rId22"/>
    <p:sldId id="339" r:id="rId23"/>
    <p:sldId id="340" r:id="rId24"/>
    <p:sldId id="341" r:id="rId25"/>
    <p:sldId id="501" r:id="rId26"/>
    <p:sldId id="490" r:id="rId27"/>
    <p:sldId id="492" r:id="rId28"/>
    <p:sldId id="502" r:id="rId29"/>
    <p:sldId id="494" r:id="rId30"/>
    <p:sldId id="495" r:id="rId31"/>
    <p:sldId id="503" r:id="rId32"/>
    <p:sldId id="343" r:id="rId33"/>
    <p:sldId id="344" r:id="rId34"/>
    <p:sldId id="345" r:id="rId35"/>
    <p:sldId id="346" r:id="rId36"/>
    <p:sldId id="516" r:id="rId37"/>
    <p:sldId id="504" r:id="rId38"/>
    <p:sldId id="506" r:id="rId39"/>
    <p:sldId id="507" r:id="rId40"/>
    <p:sldId id="508" r:id="rId41"/>
    <p:sldId id="509" r:id="rId42"/>
    <p:sldId id="511" r:id="rId43"/>
    <p:sldId id="518" r:id="rId44"/>
    <p:sldId id="512" r:id="rId45"/>
    <p:sldId id="520" r:id="rId46"/>
    <p:sldId id="514" r:id="rId47"/>
    <p:sldId id="513" r:id="rId48"/>
    <p:sldId id="515" r:id="rId49"/>
    <p:sldId id="519" r:id="rId50"/>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57D0F-5E29-A44B-865E-B124218DB40D}" v="321" dt="2025-10-20T04:49:12.6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4"/>
    <p:restoredTop sz="62335"/>
  </p:normalViewPr>
  <p:slideViewPr>
    <p:cSldViewPr snapToGrid="0" snapToObjects="1">
      <p:cViewPr varScale="1">
        <p:scale>
          <a:sx n="71" d="100"/>
          <a:sy n="71" d="100"/>
        </p:scale>
        <p:origin x="24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4ACA8A4E-1133-A247-AA8A-D98CA293822E}"/>
    <pc:docChg chg="modSld">
      <pc:chgData name="Vincenzo Massimiliano Gulisano" userId="887d7398-9e41-4331-abd4-9c23f064ea90" providerId="ADAL" clId="{4ACA8A4E-1133-A247-AA8A-D98CA293822E}" dt="2024-10-16T05:44:03.574" v="456" actId="20577"/>
      <pc:docMkLst>
        <pc:docMk/>
      </pc:docMkLst>
      <pc:sldChg chg="modNotesTx">
        <pc:chgData name="Vincenzo Massimiliano Gulisano" userId="887d7398-9e41-4331-abd4-9c23f064ea90" providerId="ADAL" clId="{4ACA8A4E-1133-A247-AA8A-D98CA293822E}" dt="2024-10-16T05:36:53.162" v="217" actId="20577"/>
        <pc:sldMkLst>
          <pc:docMk/>
          <pc:sldMk cId="2523809211" sldId="327"/>
        </pc:sldMkLst>
      </pc:sldChg>
      <pc:sldChg chg="modNotesTx">
        <pc:chgData name="Vincenzo Massimiliano Gulisano" userId="887d7398-9e41-4331-abd4-9c23f064ea90" providerId="ADAL" clId="{4ACA8A4E-1133-A247-AA8A-D98CA293822E}" dt="2024-10-16T05:38:33.235" v="218"/>
        <pc:sldMkLst>
          <pc:docMk/>
          <pc:sldMk cId="20258492" sldId="328"/>
        </pc:sldMkLst>
      </pc:sldChg>
      <pc:sldChg chg="modNotesTx">
        <pc:chgData name="Vincenzo Massimiliano Gulisano" userId="887d7398-9e41-4331-abd4-9c23f064ea90" providerId="ADAL" clId="{4ACA8A4E-1133-A247-AA8A-D98CA293822E}" dt="2024-10-16T05:44:03.574" v="456" actId="20577"/>
        <pc:sldMkLst>
          <pc:docMk/>
          <pc:sldMk cId="2175654198" sldId="332"/>
        </pc:sldMkLst>
      </pc:sldChg>
    </pc:docChg>
  </pc:docChgLst>
  <pc:docChgLst>
    <pc:chgData name="Vincenzo Massimiliano Gulisano" userId="887d7398-9e41-4331-abd4-9c23f064ea90" providerId="ADAL" clId="{8EA10870-6395-588A-9409-E8E4CA631CF7}"/>
    <pc:docChg chg="undo redo custSel addSld delSld modSld sldOrd">
      <pc:chgData name="Vincenzo Massimiliano Gulisano" userId="887d7398-9e41-4331-abd4-9c23f064ea90" providerId="ADAL" clId="{8EA10870-6395-588A-9409-E8E4CA631CF7}" dt="2025-10-20T04:52:59.294" v="5288" actId="404"/>
      <pc:docMkLst>
        <pc:docMk/>
      </pc:docMkLst>
      <pc:sldChg chg="modSp">
        <pc:chgData name="Vincenzo Massimiliano Gulisano" userId="887d7398-9e41-4331-abd4-9c23f064ea90" providerId="ADAL" clId="{8EA10870-6395-588A-9409-E8E4CA631CF7}" dt="2025-10-12T14:46:39.593" v="780"/>
        <pc:sldMkLst>
          <pc:docMk/>
          <pc:sldMk cId="1290874825" sldId="257"/>
        </pc:sldMkLst>
        <pc:spChg chg="mod">
          <ac:chgData name="Vincenzo Massimiliano Gulisano" userId="887d7398-9e41-4331-abd4-9c23f064ea90" providerId="ADAL" clId="{8EA10870-6395-588A-9409-E8E4CA631CF7}" dt="2025-10-12T14:46:39.593" v="780"/>
          <ac:spMkLst>
            <pc:docMk/>
            <pc:sldMk cId="1290874825" sldId="257"/>
            <ac:spMk id="2" creationId="{D6C05912-9CD5-2B41-8CE4-602CE8D7514C}"/>
          </ac:spMkLst>
        </pc:spChg>
        <pc:spChg chg="mod">
          <ac:chgData name="Vincenzo Massimiliano Gulisano" userId="887d7398-9e41-4331-abd4-9c23f064ea90" providerId="ADAL" clId="{8EA10870-6395-588A-9409-E8E4CA631CF7}" dt="2025-10-12T14:46:39.593" v="780"/>
          <ac:spMkLst>
            <pc:docMk/>
            <pc:sldMk cId="1290874825" sldId="257"/>
            <ac:spMk id="3" creationId="{32C157EC-EA13-3F4D-8FCB-DB6369FF1455}"/>
          </ac:spMkLst>
        </pc:spChg>
        <pc:spChg chg="mod">
          <ac:chgData name="Vincenzo Massimiliano Gulisano" userId="887d7398-9e41-4331-abd4-9c23f064ea90" providerId="ADAL" clId="{8EA10870-6395-588A-9409-E8E4CA631CF7}" dt="2025-10-12T14:46:39.593" v="780"/>
          <ac:spMkLst>
            <pc:docMk/>
            <pc:sldMk cId="1290874825" sldId="257"/>
            <ac:spMk id="4" creationId="{612F5FA2-BE2A-CA47-AE6A-8B68D75106E9}"/>
          </ac:spMkLst>
        </pc:spChg>
      </pc:sldChg>
      <pc:sldChg chg="modSp">
        <pc:chgData name="Vincenzo Massimiliano Gulisano" userId="887d7398-9e41-4331-abd4-9c23f064ea90" providerId="ADAL" clId="{8EA10870-6395-588A-9409-E8E4CA631CF7}" dt="2025-10-12T14:46:39.593" v="780"/>
        <pc:sldMkLst>
          <pc:docMk/>
          <pc:sldMk cId="206693102" sldId="258"/>
        </pc:sldMkLst>
        <pc:spChg chg="mod">
          <ac:chgData name="Vincenzo Massimiliano Gulisano" userId="887d7398-9e41-4331-abd4-9c23f064ea90" providerId="ADAL" clId="{8EA10870-6395-588A-9409-E8E4CA631CF7}" dt="2025-10-12T14:46:39.593" v="780"/>
          <ac:spMkLst>
            <pc:docMk/>
            <pc:sldMk cId="206693102" sldId="258"/>
            <ac:spMk id="2" creationId="{465B968B-56FE-3A40-9776-9D9CABD16991}"/>
          </ac:spMkLst>
        </pc:spChg>
        <pc:spChg chg="mod">
          <ac:chgData name="Vincenzo Massimiliano Gulisano" userId="887d7398-9e41-4331-abd4-9c23f064ea90" providerId="ADAL" clId="{8EA10870-6395-588A-9409-E8E4CA631CF7}" dt="2025-10-12T14:46:39.593" v="780"/>
          <ac:spMkLst>
            <pc:docMk/>
            <pc:sldMk cId="206693102" sldId="258"/>
            <ac:spMk id="3" creationId="{06474256-19F1-F847-92BA-3C78A918266E}"/>
          </ac:spMkLst>
        </pc:spChg>
        <pc:spChg chg="mod">
          <ac:chgData name="Vincenzo Massimiliano Gulisano" userId="887d7398-9e41-4331-abd4-9c23f064ea90" providerId="ADAL" clId="{8EA10870-6395-588A-9409-E8E4CA631CF7}" dt="2025-10-12T14:46:39.593" v="780"/>
          <ac:spMkLst>
            <pc:docMk/>
            <pc:sldMk cId="206693102" sldId="258"/>
            <ac:spMk id="13" creationId="{93849A35-355D-4D42-9B08-1905F1FB0406}"/>
          </ac:spMkLst>
        </pc:spChg>
      </pc:sldChg>
      <pc:sldChg chg="modSp mod">
        <pc:chgData name="Vincenzo Massimiliano Gulisano" userId="887d7398-9e41-4331-abd4-9c23f064ea90" providerId="ADAL" clId="{8EA10870-6395-588A-9409-E8E4CA631CF7}" dt="2025-10-13T10:28:29.036" v="3490" actId="20577"/>
        <pc:sldMkLst>
          <pc:docMk/>
          <pc:sldMk cId="1636115290" sldId="259"/>
        </pc:sldMkLst>
        <pc:spChg chg="mod">
          <ac:chgData name="Vincenzo Massimiliano Gulisano" userId="887d7398-9e41-4331-abd4-9c23f064ea90" providerId="ADAL" clId="{8EA10870-6395-588A-9409-E8E4CA631CF7}" dt="2025-10-12T14:46:39.593" v="780"/>
          <ac:spMkLst>
            <pc:docMk/>
            <pc:sldMk cId="1636115290" sldId="259"/>
            <ac:spMk id="2" creationId="{A2F00DE7-A465-B346-83F3-192101BA4EE1}"/>
          </ac:spMkLst>
        </pc:spChg>
        <pc:spChg chg="mod">
          <ac:chgData name="Vincenzo Massimiliano Gulisano" userId="887d7398-9e41-4331-abd4-9c23f064ea90" providerId="ADAL" clId="{8EA10870-6395-588A-9409-E8E4CA631CF7}" dt="2025-10-13T10:28:29.036" v="3490" actId="20577"/>
          <ac:spMkLst>
            <pc:docMk/>
            <pc:sldMk cId="1636115290" sldId="259"/>
            <ac:spMk id="3" creationId="{D81465D4-0C2E-D940-BC26-0D5332498955}"/>
          </ac:spMkLst>
        </pc:spChg>
        <pc:spChg chg="mod">
          <ac:chgData name="Vincenzo Massimiliano Gulisano" userId="887d7398-9e41-4331-abd4-9c23f064ea90" providerId="ADAL" clId="{8EA10870-6395-588A-9409-E8E4CA631CF7}" dt="2025-10-12T14:46:39.593" v="780"/>
          <ac:spMkLst>
            <pc:docMk/>
            <pc:sldMk cId="1636115290" sldId="259"/>
            <ac:spMk id="4" creationId="{DD118DD5-11DF-7345-AF39-1F7053F5F9B9}"/>
          </ac:spMkLst>
        </pc:spChg>
        <pc:spChg chg="mod">
          <ac:chgData name="Vincenzo Massimiliano Gulisano" userId="887d7398-9e41-4331-abd4-9c23f064ea90" providerId="ADAL" clId="{8EA10870-6395-588A-9409-E8E4CA631CF7}" dt="2025-10-12T14:46:39.593" v="780"/>
          <ac:spMkLst>
            <pc:docMk/>
            <pc:sldMk cId="1636115290" sldId="259"/>
            <ac:spMk id="5" creationId="{FA2FF2A7-B0DF-4E4D-B7DD-28F940164434}"/>
          </ac:spMkLst>
        </pc:spChg>
        <pc:spChg chg="mod">
          <ac:chgData name="Vincenzo Massimiliano Gulisano" userId="887d7398-9e41-4331-abd4-9c23f064ea90" providerId="ADAL" clId="{8EA10870-6395-588A-9409-E8E4CA631CF7}" dt="2025-10-12T14:46:39.593" v="780"/>
          <ac:spMkLst>
            <pc:docMk/>
            <pc:sldMk cId="1636115290" sldId="259"/>
            <ac:spMk id="6" creationId="{5C58CC5D-71B0-CB4C-AE98-30B7BC462F37}"/>
          </ac:spMkLst>
        </pc:spChg>
      </pc:sldChg>
      <pc:sldChg chg="modSp mod">
        <pc:chgData name="Vincenzo Massimiliano Gulisano" userId="887d7398-9e41-4331-abd4-9c23f064ea90" providerId="ADAL" clId="{8EA10870-6395-588A-9409-E8E4CA631CF7}" dt="2025-10-13T08:14:52.816" v="1854" actId="20577"/>
        <pc:sldMkLst>
          <pc:docMk/>
          <pc:sldMk cId="3842520370" sldId="323"/>
        </pc:sldMkLst>
        <pc:spChg chg="mod">
          <ac:chgData name="Vincenzo Massimiliano Gulisano" userId="887d7398-9e41-4331-abd4-9c23f064ea90" providerId="ADAL" clId="{8EA10870-6395-588A-9409-E8E4CA631CF7}" dt="2025-10-12T14:46:39.593" v="780"/>
          <ac:spMkLst>
            <pc:docMk/>
            <pc:sldMk cId="3842520370" sldId="323"/>
            <ac:spMk id="2" creationId="{00000000-0000-0000-0000-000000000000}"/>
          </ac:spMkLst>
        </pc:spChg>
        <pc:spChg chg="mod">
          <ac:chgData name="Vincenzo Massimiliano Gulisano" userId="887d7398-9e41-4331-abd4-9c23f064ea90" providerId="ADAL" clId="{8EA10870-6395-588A-9409-E8E4CA631CF7}" dt="2025-10-13T08:14:52.816" v="1854" actId="20577"/>
          <ac:spMkLst>
            <pc:docMk/>
            <pc:sldMk cId="3842520370" sldId="323"/>
            <ac:spMk id="3"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4"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5"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6" creationId="{00000000-0000-0000-0000-000000000000}"/>
          </ac:spMkLst>
        </pc:spChg>
      </pc:sldChg>
      <pc:sldChg chg="modSp">
        <pc:chgData name="Vincenzo Massimiliano Gulisano" userId="887d7398-9e41-4331-abd4-9c23f064ea90" providerId="ADAL" clId="{8EA10870-6395-588A-9409-E8E4CA631CF7}" dt="2025-10-12T14:46:39.593" v="780"/>
        <pc:sldMkLst>
          <pc:docMk/>
          <pc:sldMk cId="2667356791" sldId="325"/>
        </pc:sldMkLst>
        <pc:spChg chg="mod">
          <ac:chgData name="Vincenzo Massimiliano Gulisano" userId="887d7398-9e41-4331-abd4-9c23f064ea90" providerId="ADAL" clId="{8EA10870-6395-588A-9409-E8E4CA631CF7}" dt="2025-10-12T14:46:39.593" v="780"/>
          <ac:spMkLst>
            <pc:docMk/>
            <pc:sldMk cId="2667356791" sldId="325"/>
            <ac:spMk id="2" creationId="{3B0A3DE2-B04F-C740-8B09-F4659D97E5CE}"/>
          </ac:spMkLst>
        </pc:spChg>
        <pc:spChg chg="mod">
          <ac:chgData name="Vincenzo Massimiliano Gulisano" userId="887d7398-9e41-4331-abd4-9c23f064ea90" providerId="ADAL" clId="{8EA10870-6395-588A-9409-E8E4CA631CF7}" dt="2025-10-12T14:46:39.593" v="780"/>
          <ac:spMkLst>
            <pc:docMk/>
            <pc:sldMk cId="2667356791" sldId="325"/>
            <ac:spMk id="3" creationId="{16EB7F37-2D98-484F-A3A8-7595CA12D5CA}"/>
          </ac:spMkLst>
        </pc:spChg>
        <pc:spChg chg="mod">
          <ac:chgData name="Vincenzo Massimiliano Gulisano" userId="887d7398-9e41-4331-abd4-9c23f064ea90" providerId="ADAL" clId="{8EA10870-6395-588A-9409-E8E4CA631CF7}" dt="2025-10-12T14:46:39.593" v="780"/>
          <ac:spMkLst>
            <pc:docMk/>
            <pc:sldMk cId="2667356791" sldId="325"/>
            <ac:spMk id="4" creationId="{9613C233-F268-C343-A4C1-D3254F957CB3}"/>
          </ac:spMkLst>
        </pc:spChg>
        <pc:spChg chg="mod">
          <ac:chgData name="Vincenzo Massimiliano Gulisano" userId="887d7398-9e41-4331-abd4-9c23f064ea90" providerId="ADAL" clId="{8EA10870-6395-588A-9409-E8E4CA631CF7}" dt="2025-10-12T14:46:39.593" v="780"/>
          <ac:spMkLst>
            <pc:docMk/>
            <pc:sldMk cId="2667356791" sldId="325"/>
            <ac:spMk id="5" creationId="{DFA743B5-4ACA-9B43-BC38-D6C00029505D}"/>
          </ac:spMkLst>
        </pc:spChg>
        <pc:spChg chg="mod">
          <ac:chgData name="Vincenzo Massimiliano Gulisano" userId="887d7398-9e41-4331-abd4-9c23f064ea90" providerId="ADAL" clId="{8EA10870-6395-588A-9409-E8E4CA631CF7}" dt="2025-10-12T14:46:39.593" v="780"/>
          <ac:spMkLst>
            <pc:docMk/>
            <pc:sldMk cId="2667356791" sldId="325"/>
            <ac:spMk id="6" creationId="{33B2C9D7-0DF3-5845-A177-B852E3DFD2F2}"/>
          </ac:spMkLst>
        </pc:spChg>
      </pc:sldChg>
      <pc:sldChg chg="modSp">
        <pc:chgData name="Vincenzo Massimiliano Gulisano" userId="887d7398-9e41-4331-abd4-9c23f064ea90" providerId="ADAL" clId="{8EA10870-6395-588A-9409-E8E4CA631CF7}" dt="2025-10-12T14:46:39.593" v="780"/>
        <pc:sldMkLst>
          <pc:docMk/>
          <pc:sldMk cId="366561190" sldId="326"/>
        </pc:sldMkLst>
        <pc:spChg chg="mod">
          <ac:chgData name="Vincenzo Massimiliano Gulisano" userId="887d7398-9e41-4331-abd4-9c23f064ea90" providerId="ADAL" clId="{8EA10870-6395-588A-9409-E8E4CA631CF7}" dt="2025-10-12T14:46:39.593" v="780"/>
          <ac:spMkLst>
            <pc:docMk/>
            <pc:sldMk cId="366561190" sldId="326"/>
            <ac:spMk id="2" creationId="{D8997D94-CD3B-104E-94DB-60B28ED9CC3E}"/>
          </ac:spMkLst>
        </pc:spChg>
        <pc:spChg chg="mod">
          <ac:chgData name="Vincenzo Massimiliano Gulisano" userId="887d7398-9e41-4331-abd4-9c23f064ea90" providerId="ADAL" clId="{8EA10870-6395-588A-9409-E8E4CA631CF7}" dt="2025-10-12T14:46:39.593" v="780"/>
          <ac:spMkLst>
            <pc:docMk/>
            <pc:sldMk cId="366561190" sldId="326"/>
            <ac:spMk id="3" creationId="{7F35ACA0-8F42-CF44-B026-A366BA5BEBC2}"/>
          </ac:spMkLst>
        </pc:spChg>
        <pc:spChg chg="mod">
          <ac:chgData name="Vincenzo Massimiliano Gulisano" userId="887d7398-9e41-4331-abd4-9c23f064ea90" providerId="ADAL" clId="{8EA10870-6395-588A-9409-E8E4CA631CF7}" dt="2025-10-12T14:46:39.593" v="780"/>
          <ac:spMkLst>
            <pc:docMk/>
            <pc:sldMk cId="366561190" sldId="326"/>
            <ac:spMk id="4" creationId="{84EF51CB-35CC-954C-94E0-13AC3D9B134F}"/>
          </ac:spMkLst>
        </pc:spChg>
        <pc:spChg chg="mod">
          <ac:chgData name="Vincenzo Massimiliano Gulisano" userId="887d7398-9e41-4331-abd4-9c23f064ea90" providerId="ADAL" clId="{8EA10870-6395-588A-9409-E8E4CA631CF7}" dt="2025-10-12T14:46:39.593" v="780"/>
          <ac:spMkLst>
            <pc:docMk/>
            <pc:sldMk cId="366561190" sldId="326"/>
            <ac:spMk id="5" creationId="{7EB3AD1D-2DFD-CF4F-8334-66E99E9CB4CE}"/>
          </ac:spMkLst>
        </pc:spChg>
        <pc:spChg chg="mod">
          <ac:chgData name="Vincenzo Massimiliano Gulisano" userId="887d7398-9e41-4331-abd4-9c23f064ea90" providerId="ADAL" clId="{8EA10870-6395-588A-9409-E8E4CA631CF7}" dt="2025-10-12T14:46:39.593" v="780"/>
          <ac:spMkLst>
            <pc:docMk/>
            <pc:sldMk cId="366561190" sldId="326"/>
            <ac:spMk id="6" creationId="{2F172C44-32FE-624E-91DA-9AE61110DB70}"/>
          </ac:spMkLst>
        </pc:spChg>
      </pc:sldChg>
      <pc:sldChg chg="modSp modNotesTx">
        <pc:chgData name="Vincenzo Massimiliano Gulisano" userId="887d7398-9e41-4331-abd4-9c23f064ea90" providerId="ADAL" clId="{8EA10870-6395-588A-9409-E8E4CA631CF7}" dt="2025-10-20T04:42:19.075" v="5215" actId="20577"/>
        <pc:sldMkLst>
          <pc:docMk/>
          <pc:sldMk cId="2523809211" sldId="327"/>
        </pc:sldMkLst>
        <pc:spChg chg="mod">
          <ac:chgData name="Vincenzo Massimiliano Gulisano" userId="887d7398-9e41-4331-abd4-9c23f064ea90" providerId="ADAL" clId="{8EA10870-6395-588A-9409-E8E4CA631CF7}" dt="2025-10-12T14:46:39.593" v="780"/>
          <ac:spMkLst>
            <pc:docMk/>
            <pc:sldMk cId="2523809211" sldId="327"/>
            <ac:spMk id="2" creationId="{BA6E166C-D4AE-F344-B7EA-AD13524B57D6}"/>
          </ac:spMkLst>
        </pc:spChg>
        <pc:spChg chg="mod">
          <ac:chgData name="Vincenzo Massimiliano Gulisano" userId="887d7398-9e41-4331-abd4-9c23f064ea90" providerId="ADAL" clId="{8EA10870-6395-588A-9409-E8E4CA631CF7}" dt="2025-10-12T14:46:39.593" v="780"/>
          <ac:spMkLst>
            <pc:docMk/>
            <pc:sldMk cId="2523809211" sldId="327"/>
            <ac:spMk id="4" creationId="{335116FD-45D3-A24D-B420-517DB5E2713C}"/>
          </ac:spMkLst>
        </pc:spChg>
        <pc:spChg chg="mod">
          <ac:chgData name="Vincenzo Massimiliano Gulisano" userId="887d7398-9e41-4331-abd4-9c23f064ea90" providerId="ADAL" clId="{8EA10870-6395-588A-9409-E8E4CA631CF7}" dt="2025-10-12T14:46:39.593" v="780"/>
          <ac:spMkLst>
            <pc:docMk/>
            <pc:sldMk cId="2523809211" sldId="327"/>
            <ac:spMk id="5" creationId="{01F3EE02-2EE9-E44F-9DA6-AEB8241ED0F7}"/>
          </ac:spMkLst>
        </pc:spChg>
        <pc:spChg chg="mod">
          <ac:chgData name="Vincenzo Massimiliano Gulisano" userId="887d7398-9e41-4331-abd4-9c23f064ea90" providerId="ADAL" clId="{8EA10870-6395-588A-9409-E8E4CA631CF7}" dt="2025-10-12T14:46:39.593" v="780"/>
          <ac:spMkLst>
            <pc:docMk/>
            <pc:sldMk cId="2523809211" sldId="327"/>
            <ac:spMk id="6" creationId="{1FA44BAC-554B-A742-83C5-5180D04D7F9C}"/>
          </ac:spMkLst>
        </pc:spChg>
      </pc:sldChg>
      <pc:sldChg chg="modSp">
        <pc:chgData name="Vincenzo Massimiliano Gulisano" userId="887d7398-9e41-4331-abd4-9c23f064ea90" providerId="ADAL" clId="{8EA10870-6395-588A-9409-E8E4CA631CF7}" dt="2025-10-12T14:46:39.593" v="780"/>
        <pc:sldMkLst>
          <pc:docMk/>
          <pc:sldMk cId="20258492" sldId="328"/>
        </pc:sldMkLst>
        <pc:spChg chg="mod">
          <ac:chgData name="Vincenzo Massimiliano Gulisano" userId="887d7398-9e41-4331-abd4-9c23f064ea90" providerId="ADAL" clId="{8EA10870-6395-588A-9409-E8E4CA631CF7}" dt="2025-10-12T14:46:39.593" v="780"/>
          <ac:spMkLst>
            <pc:docMk/>
            <pc:sldMk cId="20258492" sldId="328"/>
            <ac:spMk id="2" creationId="{A99DB425-2D40-B540-B584-953D50A1243A}"/>
          </ac:spMkLst>
        </pc:spChg>
        <pc:spChg chg="mod">
          <ac:chgData name="Vincenzo Massimiliano Gulisano" userId="887d7398-9e41-4331-abd4-9c23f064ea90" providerId="ADAL" clId="{8EA10870-6395-588A-9409-E8E4CA631CF7}" dt="2025-10-12T14:46:39.593" v="780"/>
          <ac:spMkLst>
            <pc:docMk/>
            <pc:sldMk cId="20258492" sldId="328"/>
            <ac:spMk id="3" creationId="{D3C08749-00CB-2244-B7A8-793590252FCF}"/>
          </ac:spMkLst>
        </pc:spChg>
        <pc:spChg chg="mod">
          <ac:chgData name="Vincenzo Massimiliano Gulisano" userId="887d7398-9e41-4331-abd4-9c23f064ea90" providerId="ADAL" clId="{8EA10870-6395-588A-9409-E8E4CA631CF7}" dt="2025-10-12T14:46:39.593" v="780"/>
          <ac:spMkLst>
            <pc:docMk/>
            <pc:sldMk cId="20258492" sldId="328"/>
            <ac:spMk id="4" creationId="{6520E42A-25D5-3646-9108-93C9F02BA415}"/>
          </ac:spMkLst>
        </pc:spChg>
        <pc:spChg chg="mod">
          <ac:chgData name="Vincenzo Massimiliano Gulisano" userId="887d7398-9e41-4331-abd4-9c23f064ea90" providerId="ADAL" clId="{8EA10870-6395-588A-9409-E8E4CA631CF7}" dt="2025-10-12T14:46:39.593" v="780"/>
          <ac:spMkLst>
            <pc:docMk/>
            <pc:sldMk cId="20258492" sldId="328"/>
            <ac:spMk id="5" creationId="{68F1CB8F-EFF7-3C42-B306-25D90139FD92}"/>
          </ac:spMkLst>
        </pc:spChg>
        <pc:spChg chg="mod">
          <ac:chgData name="Vincenzo Massimiliano Gulisano" userId="887d7398-9e41-4331-abd4-9c23f064ea90" providerId="ADAL" clId="{8EA10870-6395-588A-9409-E8E4CA631CF7}" dt="2025-10-12T14:46:39.593" v="780"/>
          <ac:spMkLst>
            <pc:docMk/>
            <pc:sldMk cId="20258492" sldId="328"/>
            <ac:spMk id="6" creationId="{78C0D067-1A5C-0640-8E81-B97E442C48C9}"/>
          </ac:spMkLst>
        </pc:spChg>
      </pc:sldChg>
      <pc:sldChg chg="modSp">
        <pc:chgData name="Vincenzo Massimiliano Gulisano" userId="887d7398-9e41-4331-abd4-9c23f064ea90" providerId="ADAL" clId="{8EA10870-6395-588A-9409-E8E4CA631CF7}" dt="2025-10-12T14:46:39.593" v="780"/>
        <pc:sldMkLst>
          <pc:docMk/>
          <pc:sldMk cId="3276536964" sldId="330"/>
        </pc:sldMkLst>
        <pc:spChg chg="mod">
          <ac:chgData name="Vincenzo Massimiliano Gulisano" userId="887d7398-9e41-4331-abd4-9c23f064ea90" providerId="ADAL" clId="{8EA10870-6395-588A-9409-E8E4CA631CF7}" dt="2025-10-12T14:46:39.593" v="780"/>
          <ac:spMkLst>
            <pc:docMk/>
            <pc:sldMk cId="3276536964" sldId="330"/>
            <ac:spMk id="2" creationId="{506B6365-EB3B-944C-937A-6F4B379C50DE}"/>
          </ac:spMkLst>
        </pc:spChg>
        <pc:spChg chg="mod">
          <ac:chgData name="Vincenzo Massimiliano Gulisano" userId="887d7398-9e41-4331-abd4-9c23f064ea90" providerId="ADAL" clId="{8EA10870-6395-588A-9409-E8E4CA631CF7}" dt="2025-10-12T14:46:39.593" v="780"/>
          <ac:spMkLst>
            <pc:docMk/>
            <pc:sldMk cId="3276536964" sldId="330"/>
            <ac:spMk id="4" creationId="{2C106588-8AEA-1740-9E04-91DA9F840DB6}"/>
          </ac:spMkLst>
        </pc:spChg>
        <pc:spChg chg="mod">
          <ac:chgData name="Vincenzo Massimiliano Gulisano" userId="887d7398-9e41-4331-abd4-9c23f064ea90" providerId="ADAL" clId="{8EA10870-6395-588A-9409-E8E4CA631CF7}" dt="2025-10-12T14:46:39.593" v="780"/>
          <ac:spMkLst>
            <pc:docMk/>
            <pc:sldMk cId="3276536964" sldId="330"/>
            <ac:spMk id="5" creationId="{9AEFC2CE-B894-D746-8888-5250DCED9A98}"/>
          </ac:spMkLst>
        </pc:spChg>
        <pc:spChg chg="mod">
          <ac:chgData name="Vincenzo Massimiliano Gulisano" userId="887d7398-9e41-4331-abd4-9c23f064ea90" providerId="ADAL" clId="{8EA10870-6395-588A-9409-E8E4CA631CF7}" dt="2025-10-12T14:46:39.593" v="780"/>
          <ac:spMkLst>
            <pc:docMk/>
            <pc:sldMk cId="3276536964" sldId="330"/>
            <ac:spMk id="6" creationId="{733B007C-D6E0-324D-9EF6-9102D337EE35}"/>
          </ac:spMkLst>
        </pc:spChg>
      </pc:sldChg>
      <pc:sldChg chg="modSp">
        <pc:chgData name="Vincenzo Massimiliano Gulisano" userId="887d7398-9e41-4331-abd4-9c23f064ea90" providerId="ADAL" clId="{8EA10870-6395-588A-9409-E8E4CA631CF7}" dt="2025-10-12T14:46:39.593" v="780"/>
        <pc:sldMkLst>
          <pc:docMk/>
          <pc:sldMk cId="2175654198" sldId="332"/>
        </pc:sldMkLst>
        <pc:spChg chg="mod">
          <ac:chgData name="Vincenzo Massimiliano Gulisano" userId="887d7398-9e41-4331-abd4-9c23f064ea90" providerId="ADAL" clId="{8EA10870-6395-588A-9409-E8E4CA631CF7}" dt="2025-10-12T14:46:39.593" v="780"/>
          <ac:spMkLst>
            <pc:docMk/>
            <pc:sldMk cId="2175654198" sldId="332"/>
            <ac:spMk id="2" creationId="{D86176DD-14FA-6942-8AF8-2401C68A9D82}"/>
          </ac:spMkLst>
        </pc:spChg>
        <pc:spChg chg="mod">
          <ac:chgData name="Vincenzo Massimiliano Gulisano" userId="887d7398-9e41-4331-abd4-9c23f064ea90" providerId="ADAL" clId="{8EA10870-6395-588A-9409-E8E4CA631CF7}" dt="2025-10-12T14:46:39.593" v="780"/>
          <ac:spMkLst>
            <pc:docMk/>
            <pc:sldMk cId="2175654198" sldId="332"/>
            <ac:spMk id="4" creationId="{7131A0C1-602D-3149-BD37-0D3B1FCA8430}"/>
          </ac:spMkLst>
        </pc:spChg>
        <pc:spChg chg="mod">
          <ac:chgData name="Vincenzo Massimiliano Gulisano" userId="887d7398-9e41-4331-abd4-9c23f064ea90" providerId="ADAL" clId="{8EA10870-6395-588A-9409-E8E4CA631CF7}" dt="2025-10-12T14:46:39.593" v="780"/>
          <ac:spMkLst>
            <pc:docMk/>
            <pc:sldMk cId="2175654198" sldId="332"/>
            <ac:spMk id="5" creationId="{BD550FFA-716D-3648-B087-4EFD957A9CBF}"/>
          </ac:spMkLst>
        </pc:spChg>
        <pc:spChg chg="mod">
          <ac:chgData name="Vincenzo Massimiliano Gulisano" userId="887d7398-9e41-4331-abd4-9c23f064ea90" providerId="ADAL" clId="{8EA10870-6395-588A-9409-E8E4CA631CF7}" dt="2025-10-12T14:46:39.593" v="780"/>
          <ac:spMkLst>
            <pc:docMk/>
            <pc:sldMk cId="2175654198" sldId="332"/>
            <ac:spMk id="6" creationId="{D5D20D7D-A2AF-C64D-858E-D944583E934E}"/>
          </ac:spMkLst>
        </pc:spChg>
      </pc:sldChg>
      <pc:sldChg chg="modSp">
        <pc:chgData name="Vincenzo Massimiliano Gulisano" userId="887d7398-9e41-4331-abd4-9c23f064ea90" providerId="ADAL" clId="{8EA10870-6395-588A-9409-E8E4CA631CF7}" dt="2025-10-12T14:46:39.593" v="780"/>
        <pc:sldMkLst>
          <pc:docMk/>
          <pc:sldMk cId="3168581263" sldId="333"/>
        </pc:sldMkLst>
        <pc:spChg chg="mod">
          <ac:chgData name="Vincenzo Massimiliano Gulisano" userId="887d7398-9e41-4331-abd4-9c23f064ea90" providerId="ADAL" clId="{8EA10870-6395-588A-9409-E8E4CA631CF7}" dt="2025-10-12T14:46:39.593" v="780"/>
          <ac:spMkLst>
            <pc:docMk/>
            <pc:sldMk cId="3168581263" sldId="333"/>
            <ac:spMk id="2" creationId="{42F2907E-910A-AF43-B95A-4214ED7B8F25}"/>
          </ac:spMkLst>
        </pc:spChg>
        <pc:spChg chg="mod">
          <ac:chgData name="Vincenzo Massimiliano Gulisano" userId="887d7398-9e41-4331-abd4-9c23f064ea90" providerId="ADAL" clId="{8EA10870-6395-588A-9409-E8E4CA631CF7}" dt="2025-10-12T14:46:39.593" v="780"/>
          <ac:spMkLst>
            <pc:docMk/>
            <pc:sldMk cId="3168581263" sldId="333"/>
            <ac:spMk id="4" creationId="{FA254024-586D-C940-A548-07AD8CB9B5AA}"/>
          </ac:spMkLst>
        </pc:spChg>
        <pc:spChg chg="mod">
          <ac:chgData name="Vincenzo Massimiliano Gulisano" userId="887d7398-9e41-4331-abd4-9c23f064ea90" providerId="ADAL" clId="{8EA10870-6395-588A-9409-E8E4CA631CF7}" dt="2025-10-12T14:46:39.593" v="780"/>
          <ac:spMkLst>
            <pc:docMk/>
            <pc:sldMk cId="3168581263" sldId="333"/>
            <ac:spMk id="5" creationId="{722B9667-4908-0049-8820-35C9DE6ED4EB}"/>
          </ac:spMkLst>
        </pc:spChg>
        <pc:spChg chg="mod">
          <ac:chgData name="Vincenzo Massimiliano Gulisano" userId="887d7398-9e41-4331-abd4-9c23f064ea90" providerId="ADAL" clId="{8EA10870-6395-588A-9409-E8E4CA631CF7}" dt="2025-10-12T14:46:39.593" v="780"/>
          <ac:spMkLst>
            <pc:docMk/>
            <pc:sldMk cId="3168581263" sldId="333"/>
            <ac:spMk id="6" creationId="{804712F9-A076-4943-A040-A131159B76DF}"/>
          </ac:spMkLst>
        </pc:spChg>
      </pc:sldChg>
      <pc:sldChg chg="modSp">
        <pc:chgData name="Vincenzo Massimiliano Gulisano" userId="887d7398-9e41-4331-abd4-9c23f064ea90" providerId="ADAL" clId="{8EA10870-6395-588A-9409-E8E4CA631CF7}" dt="2025-10-12T14:46:39.593" v="780"/>
        <pc:sldMkLst>
          <pc:docMk/>
          <pc:sldMk cId="2146908277" sldId="334"/>
        </pc:sldMkLst>
        <pc:spChg chg="mod">
          <ac:chgData name="Vincenzo Massimiliano Gulisano" userId="887d7398-9e41-4331-abd4-9c23f064ea90" providerId="ADAL" clId="{8EA10870-6395-588A-9409-E8E4CA631CF7}" dt="2025-10-12T14:46:39.593" v="780"/>
          <ac:spMkLst>
            <pc:docMk/>
            <pc:sldMk cId="2146908277" sldId="334"/>
            <ac:spMk id="2" creationId="{42F2907E-910A-AF43-B95A-4214ED7B8F25}"/>
          </ac:spMkLst>
        </pc:spChg>
        <pc:spChg chg="mod">
          <ac:chgData name="Vincenzo Massimiliano Gulisano" userId="887d7398-9e41-4331-abd4-9c23f064ea90" providerId="ADAL" clId="{8EA10870-6395-588A-9409-E8E4CA631CF7}" dt="2025-10-12T14:46:39.593" v="780"/>
          <ac:spMkLst>
            <pc:docMk/>
            <pc:sldMk cId="2146908277" sldId="334"/>
            <ac:spMk id="4" creationId="{FA254024-586D-C940-A548-07AD8CB9B5AA}"/>
          </ac:spMkLst>
        </pc:spChg>
        <pc:spChg chg="mod">
          <ac:chgData name="Vincenzo Massimiliano Gulisano" userId="887d7398-9e41-4331-abd4-9c23f064ea90" providerId="ADAL" clId="{8EA10870-6395-588A-9409-E8E4CA631CF7}" dt="2025-10-12T14:46:39.593" v="780"/>
          <ac:spMkLst>
            <pc:docMk/>
            <pc:sldMk cId="2146908277" sldId="334"/>
            <ac:spMk id="5" creationId="{722B9667-4908-0049-8820-35C9DE6ED4EB}"/>
          </ac:spMkLst>
        </pc:spChg>
        <pc:spChg chg="mod">
          <ac:chgData name="Vincenzo Massimiliano Gulisano" userId="887d7398-9e41-4331-abd4-9c23f064ea90" providerId="ADAL" clId="{8EA10870-6395-588A-9409-E8E4CA631CF7}" dt="2025-10-12T14:46:39.593" v="780"/>
          <ac:spMkLst>
            <pc:docMk/>
            <pc:sldMk cId="2146908277" sldId="334"/>
            <ac:spMk id="6" creationId="{804712F9-A076-4943-A040-A131159B76DF}"/>
          </ac:spMkLst>
        </pc:spChg>
      </pc:sldChg>
      <pc:sldChg chg="modSp">
        <pc:chgData name="Vincenzo Massimiliano Gulisano" userId="887d7398-9e41-4331-abd4-9c23f064ea90" providerId="ADAL" clId="{8EA10870-6395-588A-9409-E8E4CA631CF7}" dt="2025-10-12T14:46:39.593" v="780"/>
        <pc:sldMkLst>
          <pc:docMk/>
          <pc:sldMk cId="2299793942" sldId="335"/>
        </pc:sldMkLst>
        <pc:spChg chg="mod">
          <ac:chgData name="Vincenzo Massimiliano Gulisano" userId="887d7398-9e41-4331-abd4-9c23f064ea90" providerId="ADAL" clId="{8EA10870-6395-588A-9409-E8E4CA631CF7}" dt="2025-10-12T14:46:39.593" v="780"/>
          <ac:spMkLst>
            <pc:docMk/>
            <pc:sldMk cId="2299793942" sldId="335"/>
            <ac:spMk id="2" creationId="{E644300D-CE82-1E4C-85EE-A233CC464297}"/>
          </ac:spMkLst>
        </pc:spChg>
        <pc:spChg chg="mod">
          <ac:chgData name="Vincenzo Massimiliano Gulisano" userId="887d7398-9e41-4331-abd4-9c23f064ea90" providerId="ADAL" clId="{8EA10870-6395-588A-9409-E8E4CA631CF7}" dt="2025-10-12T14:46:39.593" v="780"/>
          <ac:spMkLst>
            <pc:docMk/>
            <pc:sldMk cId="2299793942" sldId="335"/>
            <ac:spMk id="3" creationId="{12C96E2A-D64B-1640-8871-6AE8F18C48DB}"/>
          </ac:spMkLst>
        </pc:spChg>
        <pc:spChg chg="mod">
          <ac:chgData name="Vincenzo Massimiliano Gulisano" userId="887d7398-9e41-4331-abd4-9c23f064ea90" providerId="ADAL" clId="{8EA10870-6395-588A-9409-E8E4CA631CF7}" dt="2025-10-12T14:46:39.593" v="780"/>
          <ac:spMkLst>
            <pc:docMk/>
            <pc:sldMk cId="2299793942" sldId="335"/>
            <ac:spMk id="4" creationId="{A9B27FA5-BC27-F948-88E3-DE1BEBDE53C4}"/>
          </ac:spMkLst>
        </pc:spChg>
        <pc:spChg chg="mod">
          <ac:chgData name="Vincenzo Massimiliano Gulisano" userId="887d7398-9e41-4331-abd4-9c23f064ea90" providerId="ADAL" clId="{8EA10870-6395-588A-9409-E8E4CA631CF7}" dt="2025-10-12T14:46:39.593" v="780"/>
          <ac:spMkLst>
            <pc:docMk/>
            <pc:sldMk cId="2299793942" sldId="335"/>
            <ac:spMk id="5" creationId="{0BE09D0A-D08B-9F4F-ADFB-A44658EB4369}"/>
          </ac:spMkLst>
        </pc:spChg>
        <pc:spChg chg="mod">
          <ac:chgData name="Vincenzo Massimiliano Gulisano" userId="887d7398-9e41-4331-abd4-9c23f064ea90" providerId="ADAL" clId="{8EA10870-6395-588A-9409-E8E4CA631CF7}" dt="2025-10-12T14:46:39.593" v="780"/>
          <ac:spMkLst>
            <pc:docMk/>
            <pc:sldMk cId="2299793942" sldId="335"/>
            <ac:spMk id="6" creationId="{453F8311-D365-3046-853E-E0162A9A2200}"/>
          </ac:spMkLst>
        </pc:spChg>
      </pc:sldChg>
      <pc:sldChg chg="modSp">
        <pc:chgData name="Vincenzo Massimiliano Gulisano" userId="887d7398-9e41-4331-abd4-9c23f064ea90" providerId="ADAL" clId="{8EA10870-6395-588A-9409-E8E4CA631CF7}" dt="2025-10-12T14:46:39.593" v="780"/>
        <pc:sldMkLst>
          <pc:docMk/>
          <pc:sldMk cId="3692251588" sldId="337"/>
        </pc:sldMkLst>
        <pc:spChg chg="mod">
          <ac:chgData name="Vincenzo Massimiliano Gulisano" userId="887d7398-9e41-4331-abd4-9c23f064ea90" providerId="ADAL" clId="{8EA10870-6395-588A-9409-E8E4CA631CF7}" dt="2025-10-12T14:46:39.593" v="780"/>
          <ac:spMkLst>
            <pc:docMk/>
            <pc:sldMk cId="3692251588" sldId="337"/>
            <ac:spMk id="2" creationId="{55D07CA5-0C3F-FF48-8905-106A459536D4}"/>
          </ac:spMkLst>
        </pc:spChg>
        <pc:spChg chg="mod">
          <ac:chgData name="Vincenzo Massimiliano Gulisano" userId="887d7398-9e41-4331-abd4-9c23f064ea90" providerId="ADAL" clId="{8EA10870-6395-588A-9409-E8E4CA631CF7}" dt="2025-10-12T14:46:39.593" v="780"/>
          <ac:spMkLst>
            <pc:docMk/>
            <pc:sldMk cId="3692251588" sldId="337"/>
            <ac:spMk id="4" creationId="{09FC6BA6-05AE-2340-9E80-9F315C9095C2}"/>
          </ac:spMkLst>
        </pc:spChg>
        <pc:spChg chg="mod">
          <ac:chgData name="Vincenzo Massimiliano Gulisano" userId="887d7398-9e41-4331-abd4-9c23f064ea90" providerId="ADAL" clId="{8EA10870-6395-588A-9409-E8E4CA631CF7}" dt="2025-10-12T14:46:39.593" v="780"/>
          <ac:spMkLst>
            <pc:docMk/>
            <pc:sldMk cId="3692251588" sldId="337"/>
            <ac:spMk id="5" creationId="{A539990F-0453-B24E-95AF-3A928DA7E282}"/>
          </ac:spMkLst>
        </pc:spChg>
        <pc:spChg chg="mod">
          <ac:chgData name="Vincenzo Massimiliano Gulisano" userId="887d7398-9e41-4331-abd4-9c23f064ea90" providerId="ADAL" clId="{8EA10870-6395-588A-9409-E8E4CA631CF7}" dt="2025-10-12T14:46:39.593" v="780"/>
          <ac:spMkLst>
            <pc:docMk/>
            <pc:sldMk cId="3692251588" sldId="337"/>
            <ac:spMk id="6" creationId="{E15AA91B-2AB0-7447-A699-20AC50BB5417}"/>
          </ac:spMkLst>
        </pc:spChg>
      </pc:sldChg>
      <pc:sldChg chg="modSp">
        <pc:chgData name="Vincenzo Massimiliano Gulisano" userId="887d7398-9e41-4331-abd4-9c23f064ea90" providerId="ADAL" clId="{8EA10870-6395-588A-9409-E8E4CA631CF7}" dt="2025-10-12T14:46:39.593" v="780"/>
        <pc:sldMkLst>
          <pc:docMk/>
          <pc:sldMk cId="879984699" sldId="338"/>
        </pc:sldMkLst>
        <pc:spChg chg="mod">
          <ac:chgData name="Vincenzo Massimiliano Gulisano" userId="887d7398-9e41-4331-abd4-9c23f064ea90" providerId="ADAL" clId="{8EA10870-6395-588A-9409-E8E4CA631CF7}" dt="2025-10-12T14:46:39.593" v="780"/>
          <ac:spMkLst>
            <pc:docMk/>
            <pc:sldMk cId="879984699" sldId="338"/>
            <ac:spMk id="2" creationId="{F64A72D4-9737-6D48-AFA2-AD3A3BC82E31}"/>
          </ac:spMkLst>
        </pc:spChg>
        <pc:spChg chg="mod">
          <ac:chgData name="Vincenzo Massimiliano Gulisano" userId="887d7398-9e41-4331-abd4-9c23f064ea90" providerId="ADAL" clId="{8EA10870-6395-588A-9409-E8E4CA631CF7}" dt="2025-10-12T14:46:39.593" v="780"/>
          <ac:spMkLst>
            <pc:docMk/>
            <pc:sldMk cId="879984699" sldId="338"/>
            <ac:spMk id="3" creationId="{3BB8AA3F-C941-1747-92F5-B1C6EE298494}"/>
          </ac:spMkLst>
        </pc:spChg>
        <pc:spChg chg="mod">
          <ac:chgData name="Vincenzo Massimiliano Gulisano" userId="887d7398-9e41-4331-abd4-9c23f064ea90" providerId="ADAL" clId="{8EA10870-6395-588A-9409-E8E4CA631CF7}" dt="2025-10-12T14:46:39.593" v="780"/>
          <ac:spMkLst>
            <pc:docMk/>
            <pc:sldMk cId="879984699" sldId="338"/>
            <ac:spMk id="4" creationId="{9265578D-278D-7F43-96AF-E2BBE5F2DF0D}"/>
          </ac:spMkLst>
        </pc:spChg>
        <pc:spChg chg="mod">
          <ac:chgData name="Vincenzo Massimiliano Gulisano" userId="887d7398-9e41-4331-abd4-9c23f064ea90" providerId="ADAL" clId="{8EA10870-6395-588A-9409-E8E4CA631CF7}" dt="2025-10-12T14:46:39.593" v="780"/>
          <ac:spMkLst>
            <pc:docMk/>
            <pc:sldMk cId="879984699" sldId="338"/>
            <ac:spMk id="5" creationId="{4E28E405-8094-2B4B-B9B6-E1EC89FA62FB}"/>
          </ac:spMkLst>
        </pc:spChg>
        <pc:spChg chg="mod">
          <ac:chgData name="Vincenzo Massimiliano Gulisano" userId="887d7398-9e41-4331-abd4-9c23f064ea90" providerId="ADAL" clId="{8EA10870-6395-588A-9409-E8E4CA631CF7}" dt="2025-10-12T14:46:39.593" v="780"/>
          <ac:spMkLst>
            <pc:docMk/>
            <pc:sldMk cId="879984699" sldId="338"/>
            <ac:spMk id="6" creationId="{2D806491-666E-544C-B009-6FDF4846C1A4}"/>
          </ac:spMkLst>
        </pc:spChg>
      </pc:sldChg>
      <pc:sldChg chg="modSp">
        <pc:chgData name="Vincenzo Massimiliano Gulisano" userId="887d7398-9e41-4331-abd4-9c23f064ea90" providerId="ADAL" clId="{8EA10870-6395-588A-9409-E8E4CA631CF7}" dt="2025-10-12T14:46:39.593" v="780"/>
        <pc:sldMkLst>
          <pc:docMk/>
          <pc:sldMk cId="3880297821" sldId="339"/>
        </pc:sldMkLst>
        <pc:spChg chg="mod">
          <ac:chgData name="Vincenzo Massimiliano Gulisano" userId="887d7398-9e41-4331-abd4-9c23f064ea90" providerId="ADAL" clId="{8EA10870-6395-588A-9409-E8E4CA631CF7}" dt="2025-10-12T14:46:39.593" v="780"/>
          <ac:spMkLst>
            <pc:docMk/>
            <pc:sldMk cId="3880297821" sldId="339"/>
            <ac:spMk id="2" creationId="{154E9DB7-610C-984F-AC09-189DD8D2B5E3}"/>
          </ac:spMkLst>
        </pc:spChg>
        <pc:spChg chg="mod">
          <ac:chgData name="Vincenzo Massimiliano Gulisano" userId="887d7398-9e41-4331-abd4-9c23f064ea90" providerId="ADAL" clId="{8EA10870-6395-588A-9409-E8E4CA631CF7}" dt="2025-10-12T14:46:39.593" v="780"/>
          <ac:spMkLst>
            <pc:docMk/>
            <pc:sldMk cId="3880297821" sldId="339"/>
            <ac:spMk id="3" creationId="{DEFE7AE2-210B-3840-902C-AC15F59BE69F}"/>
          </ac:spMkLst>
        </pc:spChg>
        <pc:spChg chg="mod">
          <ac:chgData name="Vincenzo Massimiliano Gulisano" userId="887d7398-9e41-4331-abd4-9c23f064ea90" providerId="ADAL" clId="{8EA10870-6395-588A-9409-E8E4CA631CF7}" dt="2025-10-12T14:46:39.593" v="780"/>
          <ac:spMkLst>
            <pc:docMk/>
            <pc:sldMk cId="3880297821" sldId="339"/>
            <ac:spMk id="4" creationId="{05B0CCC1-F231-6845-9263-1B0FCB811BDA}"/>
          </ac:spMkLst>
        </pc:spChg>
        <pc:spChg chg="mod">
          <ac:chgData name="Vincenzo Massimiliano Gulisano" userId="887d7398-9e41-4331-abd4-9c23f064ea90" providerId="ADAL" clId="{8EA10870-6395-588A-9409-E8E4CA631CF7}" dt="2025-10-12T14:46:39.593" v="780"/>
          <ac:spMkLst>
            <pc:docMk/>
            <pc:sldMk cId="3880297821" sldId="339"/>
            <ac:spMk id="5" creationId="{1DE1D1F4-CE6F-F946-8CC1-AA8DE6513904}"/>
          </ac:spMkLst>
        </pc:spChg>
        <pc:spChg chg="mod">
          <ac:chgData name="Vincenzo Massimiliano Gulisano" userId="887d7398-9e41-4331-abd4-9c23f064ea90" providerId="ADAL" clId="{8EA10870-6395-588A-9409-E8E4CA631CF7}" dt="2025-10-12T14:46:39.593" v="780"/>
          <ac:spMkLst>
            <pc:docMk/>
            <pc:sldMk cId="3880297821" sldId="339"/>
            <ac:spMk id="6" creationId="{2C74D133-A571-7744-A896-47D8B7237196}"/>
          </ac:spMkLst>
        </pc:spChg>
      </pc:sldChg>
      <pc:sldChg chg="modSp">
        <pc:chgData name="Vincenzo Massimiliano Gulisano" userId="887d7398-9e41-4331-abd4-9c23f064ea90" providerId="ADAL" clId="{8EA10870-6395-588A-9409-E8E4CA631CF7}" dt="2025-10-12T14:46:39.593" v="780"/>
        <pc:sldMkLst>
          <pc:docMk/>
          <pc:sldMk cId="3000868886" sldId="340"/>
        </pc:sldMkLst>
        <pc:spChg chg="mod">
          <ac:chgData name="Vincenzo Massimiliano Gulisano" userId="887d7398-9e41-4331-abd4-9c23f064ea90" providerId="ADAL" clId="{8EA10870-6395-588A-9409-E8E4CA631CF7}" dt="2025-10-12T14:46:39.593" v="780"/>
          <ac:spMkLst>
            <pc:docMk/>
            <pc:sldMk cId="3000868886" sldId="340"/>
            <ac:spMk id="2" creationId="{82F5DB96-D230-1848-803F-BBFCEFFFA78A}"/>
          </ac:spMkLst>
        </pc:spChg>
        <pc:spChg chg="mod">
          <ac:chgData name="Vincenzo Massimiliano Gulisano" userId="887d7398-9e41-4331-abd4-9c23f064ea90" providerId="ADAL" clId="{8EA10870-6395-588A-9409-E8E4CA631CF7}" dt="2025-10-12T14:46:39.593" v="780"/>
          <ac:spMkLst>
            <pc:docMk/>
            <pc:sldMk cId="3000868886" sldId="340"/>
            <ac:spMk id="3" creationId="{4C9CCB86-020C-3348-817C-FEC43D9620CB}"/>
          </ac:spMkLst>
        </pc:spChg>
        <pc:spChg chg="mod">
          <ac:chgData name="Vincenzo Massimiliano Gulisano" userId="887d7398-9e41-4331-abd4-9c23f064ea90" providerId="ADAL" clId="{8EA10870-6395-588A-9409-E8E4CA631CF7}" dt="2025-10-12T14:46:39.593" v="780"/>
          <ac:spMkLst>
            <pc:docMk/>
            <pc:sldMk cId="3000868886" sldId="340"/>
            <ac:spMk id="4" creationId="{3636B5E8-9BE2-2F46-A483-F8C6F8D9E136}"/>
          </ac:spMkLst>
        </pc:spChg>
        <pc:spChg chg="mod">
          <ac:chgData name="Vincenzo Massimiliano Gulisano" userId="887d7398-9e41-4331-abd4-9c23f064ea90" providerId="ADAL" clId="{8EA10870-6395-588A-9409-E8E4CA631CF7}" dt="2025-10-12T14:46:39.593" v="780"/>
          <ac:spMkLst>
            <pc:docMk/>
            <pc:sldMk cId="3000868886" sldId="340"/>
            <ac:spMk id="5" creationId="{121C752A-C4CF-F543-BC0A-D70F5374C2A5}"/>
          </ac:spMkLst>
        </pc:spChg>
        <pc:spChg chg="mod">
          <ac:chgData name="Vincenzo Massimiliano Gulisano" userId="887d7398-9e41-4331-abd4-9c23f064ea90" providerId="ADAL" clId="{8EA10870-6395-588A-9409-E8E4CA631CF7}" dt="2025-10-12T14:46:39.593" v="780"/>
          <ac:spMkLst>
            <pc:docMk/>
            <pc:sldMk cId="3000868886" sldId="340"/>
            <ac:spMk id="6" creationId="{1391DE63-A2F1-EA43-B7A2-AE5AD9A3D35E}"/>
          </ac:spMkLst>
        </pc:spChg>
      </pc:sldChg>
      <pc:sldChg chg="modSp">
        <pc:chgData name="Vincenzo Massimiliano Gulisano" userId="887d7398-9e41-4331-abd4-9c23f064ea90" providerId="ADAL" clId="{8EA10870-6395-588A-9409-E8E4CA631CF7}" dt="2025-10-12T14:46:39.593" v="780"/>
        <pc:sldMkLst>
          <pc:docMk/>
          <pc:sldMk cId="2008722302" sldId="341"/>
        </pc:sldMkLst>
        <pc:spChg chg="mod">
          <ac:chgData name="Vincenzo Massimiliano Gulisano" userId="887d7398-9e41-4331-abd4-9c23f064ea90" providerId="ADAL" clId="{8EA10870-6395-588A-9409-E8E4CA631CF7}" dt="2025-10-12T14:46:39.593" v="780"/>
          <ac:spMkLst>
            <pc:docMk/>
            <pc:sldMk cId="2008722302" sldId="341"/>
            <ac:spMk id="2" creationId="{6CD6CCB3-B83A-F941-9783-03B884AD02D5}"/>
          </ac:spMkLst>
        </pc:spChg>
        <pc:spChg chg="mod">
          <ac:chgData name="Vincenzo Massimiliano Gulisano" userId="887d7398-9e41-4331-abd4-9c23f064ea90" providerId="ADAL" clId="{8EA10870-6395-588A-9409-E8E4CA631CF7}" dt="2025-10-12T14:46:39.593" v="780"/>
          <ac:spMkLst>
            <pc:docMk/>
            <pc:sldMk cId="2008722302" sldId="341"/>
            <ac:spMk id="3" creationId="{E6B0D8E5-8310-E740-9CD7-B22B46C64256}"/>
          </ac:spMkLst>
        </pc:spChg>
        <pc:spChg chg="mod">
          <ac:chgData name="Vincenzo Massimiliano Gulisano" userId="887d7398-9e41-4331-abd4-9c23f064ea90" providerId="ADAL" clId="{8EA10870-6395-588A-9409-E8E4CA631CF7}" dt="2025-10-12T14:46:39.593" v="780"/>
          <ac:spMkLst>
            <pc:docMk/>
            <pc:sldMk cId="2008722302" sldId="341"/>
            <ac:spMk id="4" creationId="{B5E853C3-73FA-FA48-AAC5-53FCDDF6C297}"/>
          </ac:spMkLst>
        </pc:spChg>
        <pc:spChg chg="mod">
          <ac:chgData name="Vincenzo Massimiliano Gulisano" userId="887d7398-9e41-4331-abd4-9c23f064ea90" providerId="ADAL" clId="{8EA10870-6395-588A-9409-E8E4CA631CF7}" dt="2025-10-12T14:46:39.593" v="780"/>
          <ac:spMkLst>
            <pc:docMk/>
            <pc:sldMk cId="2008722302" sldId="341"/>
            <ac:spMk id="5" creationId="{1223A07B-B1B1-0A4E-8409-2E8A40F8AF3B}"/>
          </ac:spMkLst>
        </pc:spChg>
        <pc:spChg chg="mod">
          <ac:chgData name="Vincenzo Massimiliano Gulisano" userId="887d7398-9e41-4331-abd4-9c23f064ea90" providerId="ADAL" clId="{8EA10870-6395-588A-9409-E8E4CA631CF7}" dt="2025-10-12T14:46:39.593" v="780"/>
          <ac:spMkLst>
            <pc:docMk/>
            <pc:sldMk cId="2008722302" sldId="341"/>
            <ac:spMk id="6" creationId="{CDD39AB4-30A8-8A4B-8687-66CF43C7C12B}"/>
          </ac:spMkLst>
        </pc:spChg>
      </pc:sldChg>
      <pc:sldChg chg="modSp">
        <pc:chgData name="Vincenzo Massimiliano Gulisano" userId="887d7398-9e41-4331-abd4-9c23f064ea90" providerId="ADAL" clId="{8EA10870-6395-588A-9409-E8E4CA631CF7}" dt="2025-10-12T14:46:39.593" v="780"/>
        <pc:sldMkLst>
          <pc:docMk/>
          <pc:sldMk cId="2528756538" sldId="343"/>
        </pc:sldMkLst>
        <pc:spChg chg="mod">
          <ac:chgData name="Vincenzo Massimiliano Gulisano" userId="887d7398-9e41-4331-abd4-9c23f064ea90" providerId="ADAL" clId="{8EA10870-6395-588A-9409-E8E4CA631CF7}" dt="2025-10-12T14:46:39.593" v="780"/>
          <ac:spMkLst>
            <pc:docMk/>
            <pc:sldMk cId="2528756538" sldId="343"/>
            <ac:spMk id="2" creationId="{4C0CBBBE-8C2D-A641-A12A-67B7D4E3F822}"/>
          </ac:spMkLst>
        </pc:spChg>
        <pc:spChg chg="mod">
          <ac:chgData name="Vincenzo Massimiliano Gulisano" userId="887d7398-9e41-4331-abd4-9c23f064ea90" providerId="ADAL" clId="{8EA10870-6395-588A-9409-E8E4CA631CF7}" dt="2025-10-12T14:46:39.593" v="780"/>
          <ac:spMkLst>
            <pc:docMk/>
            <pc:sldMk cId="2528756538" sldId="343"/>
            <ac:spMk id="3" creationId="{021C902B-5EC8-5B41-BB35-7B7895735024}"/>
          </ac:spMkLst>
        </pc:spChg>
        <pc:spChg chg="mod">
          <ac:chgData name="Vincenzo Massimiliano Gulisano" userId="887d7398-9e41-4331-abd4-9c23f064ea90" providerId="ADAL" clId="{8EA10870-6395-588A-9409-E8E4CA631CF7}" dt="2025-10-12T14:46:39.593" v="780"/>
          <ac:spMkLst>
            <pc:docMk/>
            <pc:sldMk cId="2528756538" sldId="343"/>
            <ac:spMk id="4" creationId="{BB578B75-DB63-A643-ABB8-3785CF861154}"/>
          </ac:spMkLst>
        </pc:spChg>
        <pc:spChg chg="mod">
          <ac:chgData name="Vincenzo Massimiliano Gulisano" userId="887d7398-9e41-4331-abd4-9c23f064ea90" providerId="ADAL" clId="{8EA10870-6395-588A-9409-E8E4CA631CF7}" dt="2025-10-12T14:46:39.593" v="780"/>
          <ac:spMkLst>
            <pc:docMk/>
            <pc:sldMk cId="2528756538" sldId="343"/>
            <ac:spMk id="5" creationId="{9A7AADAE-1DC7-0045-A64E-A38CA9EEC3E7}"/>
          </ac:spMkLst>
        </pc:spChg>
        <pc:spChg chg="mod">
          <ac:chgData name="Vincenzo Massimiliano Gulisano" userId="887d7398-9e41-4331-abd4-9c23f064ea90" providerId="ADAL" clId="{8EA10870-6395-588A-9409-E8E4CA631CF7}" dt="2025-10-12T14:46:39.593" v="780"/>
          <ac:spMkLst>
            <pc:docMk/>
            <pc:sldMk cId="2528756538" sldId="343"/>
            <ac:spMk id="6" creationId="{AC9BA0F2-58E8-9644-8738-E7B20F01CA3A}"/>
          </ac:spMkLst>
        </pc:spChg>
      </pc:sldChg>
      <pc:sldChg chg="modSp">
        <pc:chgData name="Vincenzo Massimiliano Gulisano" userId="887d7398-9e41-4331-abd4-9c23f064ea90" providerId="ADAL" clId="{8EA10870-6395-588A-9409-E8E4CA631CF7}" dt="2025-10-12T14:46:39.593" v="780"/>
        <pc:sldMkLst>
          <pc:docMk/>
          <pc:sldMk cId="2463909379" sldId="344"/>
        </pc:sldMkLst>
        <pc:spChg chg="mod">
          <ac:chgData name="Vincenzo Massimiliano Gulisano" userId="887d7398-9e41-4331-abd4-9c23f064ea90" providerId="ADAL" clId="{8EA10870-6395-588A-9409-E8E4CA631CF7}" dt="2025-10-12T14:46:39.593" v="780"/>
          <ac:spMkLst>
            <pc:docMk/>
            <pc:sldMk cId="2463909379" sldId="344"/>
            <ac:spMk id="2" creationId="{CA1EB0BF-A697-E640-924C-332CD31C9F95}"/>
          </ac:spMkLst>
        </pc:spChg>
        <pc:spChg chg="mod">
          <ac:chgData name="Vincenzo Massimiliano Gulisano" userId="887d7398-9e41-4331-abd4-9c23f064ea90" providerId="ADAL" clId="{8EA10870-6395-588A-9409-E8E4CA631CF7}" dt="2025-10-12T14:46:39.593" v="780"/>
          <ac:spMkLst>
            <pc:docMk/>
            <pc:sldMk cId="2463909379" sldId="344"/>
            <ac:spMk id="3" creationId="{D5CB8D28-103E-6848-9D16-4DADD70DB23E}"/>
          </ac:spMkLst>
        </pc:spChg>
        <pc:spChg chg="mod">
          <ac:chgData name="Vincenzo Massimiliano Gulisano" userId="887d7398-9e41-4331-abd4-9c23f064ea90" providerId="ADAL" clId="{8EA10870-6395-588A-9409-E8E4CA631CF7}" dt="2025-10-12T14:46:39.593" v="780"/>
          <ac:spMkLst>
            <pc:docMk/>
            <pc:sldMk cId="2463909379" sldId="344"/>
            <ac:spMk id="4" creationId="{1AF17447-C23F-3D41-B89F-83E879BD90A6}"/>
          </ac:spMkLst>
        </pc:spChg>
        <pc:spChg chg="mod">
          <ac:chgData name="Vincenzo Massimiliano Gulisano" userId="887d7398-9e41-4331-abd4-9c23f064ea90" providerId="ADAL" clId="{8EA10870-6395-588A-9409-E8E4CA631CF7}" dt="2025-10-12T14:46:39.593" v="780"/>
          <ac:spMkLst>
            <pc:docMk/>
            <pc:sldMk cId="2463909379" sldId="344"/>
            <ac:spMk id="5" creationId="{E6789B9B-C7B7-C34F-BB8A-C178317D668B}"/>
          </ac:spMkLst>
        </pc:spChg>
        <pc:spChg chg="mod">
          <ac:chgData name="Vincenzo Massimiliano Gulisano" userId="887d7398-9e41-4331-abd4-9c23f064ea90" providerId="ADAL" clId="{8EA10870-6395-588A-9409-E8E4CA631CF7}" dt="2025-10-12T14:46:39.593" v="780"/>
          <ac:spMkLst>
            <pc:docMk/>
            <pc:sldMk cId="2463909379" sldId="344"/>
            <ac:spMk id="6" creationId="{97B0CD74-0E42-5248-B7E8-F9C67975B341}"/>
          </ac:spMkLst>
        </pc:spChg>
      </pc:sldChg>
      <pc:sldChg chg="modSp">
        <pc:chgData name="Vincenzo Massimiliano Gulisano" userId="887d7398-9e41-4331-abd4-9c23f064ea90" providerId="ADAL" clId="{8EA10870-6395-588A-9409-E8E4CA631CF7}" dt="2025-10-12T14:46:39.593" v="780"/>
        <pc:sldMkLst>
          <pc:docMk/>
          <pc:sldMk cId="1251561724" sldId="345"/>
        </pc:sldMkLst>
        <pc:spChg chg="mod">
          <ac:chgData name="Vincenzo Massimiliano Gulisano" userId="887d7398-9e41-4331-abd4-9c23f064ea90" providerId="ADAL" clId="{8EA10870-6395-588A-9409-E8E4CA631CF7}" dt="2025-10-12T14:46:39.593" v="780"/>
          <ac:spMkLst>
            <pc:docMk/>
            <pc:sldMk cId="1251561724" sldId="345"/>
            <ac:spMk id="2" creationId="{B0779D9E-224A-B642-88D2-0702E94B82B6}"/>
          </ac:spMkLst>
        </pc:spChg>
        <pc:spChg chg="mod">
          <ac:chgData name="Vincenzo Massimiliano Gulisano" userId="887d7398-9e41-4331-abd4-9c23f064ea90" providerId="ADAL" clId="{8EA10870-6395-588A-9409-E8E4CA631CF7}" dt="2025-10-12T14:46:39.593" v="780"/>
          <ac:spMkLst>
            <pc:docMk/>
            <pc:sldMk cId="1251561724" sldId="345"/>
            <ac:spMk id="3" creationId="{5119936E-CAE3-034B-BB59-43BF57C9ED86}"/>
          </ac:spMkLst>
        </pc:spChg>
        <pc:spChg chg="mod">
          <ac:chgData name="Vincenzo Massimiliano Gulisano" userId="887d7398-9e41-4331-abd4-9c23f064ea90" providerId="ADAL" clId="{8EA10870-6395-588A-9409-E8E4CA631CF7}" dt="2025-10-12T14:46:39.593" v="780"/>
          <ac:spMkLst>
            <pc:docMk/>
            <pc:sldMk cId="1251561724" sldId="345"/>
            <ac:spMk id="4" creationId="{CC3570B4-913D-C34A-9874-3E189D313053}"/>
          </ac:spMkLst>
        </pc:spChg>
        <pc:spChg chg="mod">
          <ac:chgData name="Vincenzo Massimiliano Gulisano" userId="887d7398-9e41-4331-abd4-9c23f064ea90" providerId="ADAL" clId="{8EA10870-6395-588A-9409-E8E4CA631CF7}" dt="2025-10-12T14:46:39.593" v="780"/>
          <ac:spMkLst>
            <pc:docMk/>
            <pc:sldMk cId="1251561724" sldId="345"/>
            <ac:spMk id="5" creationId="{1D3F3CC2-16F1-474F-9A4E-24603D923B37}"/>
          </ac:spMkLst>
        </pc:spChg>
        <pc:spChg chg="mod">
          <ac:chgData name="Vincenzo Massimiliano Gulisano" userId="887d7398-9e41-4331-abd4-9c23f064ea90" providerId="ADAL" clId="{8EA10870-6395-588A-9409-E8E4CA631CF7}" dt="2025-10-12T14:46:39.593" v="780"/>
          <ac:spMkLst>
            <pc:docMk/>
            <pc:sldMk cId="1251561724" sldId="345"/>
            <ac:spMk id="6" creationId="{BE4C1E8F-6A6B-ED45-A184-172FC9C8BCC5}"/>
          </ac:spMkLst>
        </pc:spChg>
      </pc:sldChg>
      <pc:sldChg chg="addSp delSp modSp mod">
        <pc:chgData name="Vincenzo Massimiliano Gulisano" userId="887d7398-9e41-4331-abd4-9c23f064ea90" providerId="ADAL" clId="{8EA10870-6395-588A-9409-E8E4CA631CF7}" dt="2025-10-13T10:29:42.244" v="3594" actId="22"/>
        <pc:sldMkLst>
          <pc:docMk/>
          <pc:sldMk cId="771028903" sldId="346"/>
        </pc:sldMkLst>
        <pc:spChg chg="mod">
          <ac:chgData name="Vincenzo Massimiliano Gulisano" userId="887d7398-9e41-4331-abd4-9c23f064ea90" providerId="ADAL" clId="{8EA10870-6395-588A-9409-E8E4CA631CF7}" dt="2025-10-12T14:46:39.593" v="780"/>
          <ac:spMkLst>
            <pc:docMk/>
            <pc:sldMk cId="771028903" sldId="346"/>
            <ac:spMk id="2" creationId="{15983A83-75DE-774E-A2C8-280A2B0F3737}"/>
          </ac:spMkLst>
        </pc:spChg>
        <pc:spChg chg="mod">
          <ac:chgData name="Vincenzo Massimiliano Gulisano" userId="887d7398-9e41-4331-abd4-9c23f064ea90" providerId="ADAL" clId="{8EA10870-6395-588A-9409-E8E4CA631CF7}" dt="2025-10-12T14:46:39.593" v="780"/>
          <ac:spMkLst>
            <pc:docMk/>
            <pc:sldMk cId="771028903" sldId="346"/>
            <ac:spMk id="3" creationId="{212A066E-5DDD-F24C-9A90-FFFAAB11AE23}"/>
          </ac:spMkLst>
        </pc:spChg>
        <pc:spChg chg="mod">
          <ac:chgData name="Vincenzo Massimiliano Gulisano" userId="887d7398-9e41-4331-abd4-9c23f064ea90" providerId="ADAL" clId="{8EA10870-6395-588A-9409-E8E4CA631CF7}" dt="2025-10-12T14:46:39.593" v="780"/>
          <ac:spMkLst>
            <pc:docMk/>
            <pc:sldMk cId="771028903" sldId="346"/>
            <ac:spMk id="4" creationId="{CD03D7A0-83AA-7B48-A89F-E6B007067966}"/>
          </ac:spMkLst>
        </pc:spChg>
        <pc:spChg chg="mod">
          <ac:chgData name="Vincenzo Massimiliano Gulisano" userId="887d7398-9e41-4331-abd4-9c23f064ea90" providerId="ADAL" clId="{8EA10870-6395-588A-9409-E8E4CA631CF7}" dt="2025-10-12T14:46:39.593" v="780"/>
          <ac:spMkLst>
            <pc:docMk/>
            <pc:sldMk cId="771028903" sldId="346"/>
            <ac:spMk id="5" creationId="{43F1BF8B-9F44-CD48-8A6F-5F643A3B4408}"/>
          </ac:spMkLst>
        </pc:spChg>
        <pc:spChg chg="mod">
          <ac:chgData name="Vincenzo Massimiliano Gulisano" userId="887d7398-9e41-4331-abd4-9c23f064ea90" providerId="ADAL" clId="{8EA10870-6395-588A-9409-E8E4CA631CF7}" dt="2025-10-12T14:46:39.593" v="780"/>
          <ac:spMkLst>
            <pc:docMk/>
            <pc:sldMk cId="771028903" sldId="346"/>
            <ac:spMk id="6" creationId="{3282A258-C6F0-6E48-BE2E-96A2E2C4630C}"/>
          </ac:spMkLst>
        </pc:spChg>
      </pc:sldChg>
      <pc:sldChg chg="modSp">
        <pc:chgData name="Vincenzo Massimiliano Gulisano" userId="887d7398-9e41-4331-abd4-9c23f064ea90" providerId="ADAL" clId="{8EA10870-6395-588A-9409-E8E4CA631CF7}" dt="2025-10-12T14:46:39.593" v="780"/>
        <pc:sldMkLst>
          <pc:docMk/>
          <pc:sldMk cId="1787043984" sldId="490"/>
        </pc:sldMkLst>
        <pc:spChg chg="mod">
          <ac:chgData name="Vincenzo Massimiliano Gulisano" userId="887d7398-9e41-4331-abd4-9c23f064ea90" providerId="ADAL" clId="{8EA10870-6395-588A-9409-E8E4CA631CF7}" dt="2025-10-12T14:46:39.593" v="780"/>
          <ac:spMkLst>
            <pc:docMk/>
            <pc:sldMk cId="1787043984" sldId="490"/>
            <ac:spMk id="2" creationId="{DC5E7476-8C7B-BF47-9526-2C6858B2121F}"/>
          </ac:spMkLst>
        </pc:spChg>
        <pc:spChg chg="mod">
          <ac:chgData name="Vincenzo Massimiliano Gulisano" userId="887d7398-9e41-4331-abd4-9c23f064ea90" providerId="ADAL" clId="{8EA10870-6395-588A-9409-E8E4CA631CF7}" dt="2025-10-12T14:46:39.593" v="780"/>
          <ac:spMkLst>
            <pc:docMk/>
            <pc:sldMk cId="1787043984" sldId="490"/>
            <ac:spMk id="3" creationId="{B3177828-73D8-EC46-BEF2-B00D744B237A}"/>
          </ac:spMkLst>
        </pc:spChg>
        <pc:spChg chg="mod">
          <ac:chgData name="Vincenzo Massimiliano Gulisano" userId="887d7398-9e41-4331-abd4-9c23f064ea90" providerId="ADAL" clId="{8EA10870-6395-588A-9409-E8E4CA631CF7}" dt="2025-10-12T14:46:39.593" v="780"/>
          <ac:spMkLst>
            <pc:docMk/>
            <pc:sldMk cId="1787043984" sldId="490"/>
            <ac:spMk id="4" creationId="{6506D7FA-060A-8F46-BD1F-EBDF48CB1CFB}"/>
          </ac:spMkLst>
        </pc:spChg>
        <pc:spChg chg="mod">
          <ac:chgData name="Vincenzo Massimiliano Gulisano" userId="887d7398-9e41-4331-abd4-9c23f064ea90" providerId="ADAL" clId="{8EA10870-6395-588A-9409-E8E4CA631CF7}" dt="2025-10-12T14:46:39.593" v="780"/>
          <ac:spMkLst>
            <pc:docMk/>
            <pc:sldMk cId="1787043984" sldId="490"/>
            <ac:spMk id="5" creationId="{EECA5BC5-1104-F446-B861-833CDCEFB569}"/>
          </ac:spMkLst>
        </pc:spChg>
        <pc:spChg chg="mod">
          <ac:chgData name="Vincenzo Massimiliano Gulisano" userId="887d7398-9e41-4331-abd4-9c23f064ea90" providerId="ADAL" clId="{8EA10870-6395-588A-9409-E8E4CA631CF7}" dt="2025-10-12T14:46:39.593" v="780"/>
          <ac:spMkLst>
            <pc:docMk/>
            <pc:sldMk cId="1787043984" sldId="490"/>
            <ac:spMk id="6" creationId="{34A4228B-1EBA-3C46-8E63-39FA2B59ABA1}"/>
          </ac:spMkLst>
        </pc:spChg>
      </pc:sldChg>
      <pc:sldChg chg="modSp modNotesTx">
        <pc:chgData name="Vincenzo Massimiliano Gulisano" userId="887d7398-9e41-4331-abd4-9c23f064ea90" providerId="ADAL" clId="{8EA10870-6395-588A-9409-E8E4CA631CF7}" dt="2025-10-20T04:49:12.470" v="5259" actId="20577"/>
        <pc:sldMkLst>
          <pc:docMk/>
          <pc:sldMk cId="354669819" sldId="492"/>
        </pc:sldMkLst>
        <pc:spChg chg="mod">
          <ac:chgData name="Vincenzo Massimiliano Gulisano" userId="887d7398-9e41-4331-abd4-9c23f064ea90" providerId="ADAL" clId="{8EA10870-6395-588A-9409-E8E4CA631CF7}" dt="2025-10-12T14:46:39.593" v="780"/>
          <ac:spMkLst>
            <pc:docMk/>
            <pc:sldMk cId="354669819" sldId="492"/>
            <ac:spMk id="2" creationId="{FB03E56C-A8B6-8642-8BB0-660F0983C485}"/>
          </ac:spMkLst>
        </pc:spChg>
        <pc:spChg chg="mod">
          <ac:chgData name="Vincenzo Massimiliano Gulisano" userId="887d7398-9e41-4331-abd4-9c23f064ea90" providerId="ADAL" clId="{8EA10870-6395-588A-9409-E8E4CA631CF7}" dt="2025-10-12T14:46:39.593" v="780"/>
          <ac:spMkLst>
            <pc:docMk/>
            <pc:sldMk cId="354669819" sldId="492"/>
            <ac:spMk id="3" creationId="{D0266F44-B4B5-174D-A391-07DDD03A2D48}"/>
          </ac:spMkLst>
        </pc:spChg>
        <pc:spChg chg="mod">
          <ac:chgData name="Vincenzo Massimiliano Gulisano" userId="887d7398-9e41-4331-abd4-9c23f064ea90" providerId="ADAL" clId="{8EA10870-6395-588A-9409-E8E4CA631CF7}" dt="2025-10-12T14:46:39.593" v="780"/>
          <ac:spMkLst>
            <pc:docMk/>
            <pc:sldMk cId="354669819" sldId="492"/>
            <ac:spMk id="4" creationId="{5B9A12CB-443C-C041-AB18-9FBFFEB3D5F5}"/>
          </ac:spMkLst>
        </pc:spChg>
        <pc:spChg chg="mod">
          <ac:chgData name="Vincenzo Massimiliano Gulisano" userId="887d7398-9e41-4331-abd4-9c23f064ea90" providerId="ADAL" clId="{8EA10870-6395-588A-9409-E8E4CA631CF7}" dt="2025-10-12T14:46:39.593" v="780"/>
          <ac:spMkLst>
            <pc:docMk/>
            <pc:sldMk cId="354669819" sldId="492"/>
            <ac:spMk id="5" creationId="{6AC9E613-9838-1444-942C-4432494E3FBA}"/>
          </ac:spMkLst>
        </pc:spChg>
        <pc:spChg chg="mod">
          <ac:chgData name="Vincenzo Massimiliano Gulisano" userId="887d7398-9e41-4331-abd4-9c23f064ea90" providerId="ADAL" clId="{8EA10870-6395-588A-9409-E8E4CA631CF7}" dt="2025-10-12T14:46:39.593" v="780"/>
          <ac:spMkLst>
            <pc:docMk/>
            <pc:sldMk cId="354669819" sldId="492"/>
            <ac:spMk id="6" creationId="{E48797E0-4721-B04C-9374-B9D1F72F28A4}"/>
          </ac:spMkLst>
        </pc:spChg>
      </pc:sldChg>
      <pc:sldChg chg="modSp">
        <pc:chgData name="Vincenzo Massimiliano Gulisano" userId="887d7398-9e41-4331-abd4-9c23f064ea90" providerId="ADAL" clId="{8EA10870-6395-588A-9409-E8E4CA631CF7}" dt="2025-10-12T14:46:39.593" v="780"/>
        <pc:sldMkLst>
          <pc:docMk/>
          <pc:sldMk cId="2920000856" sldId="494"/>
        </pc:sldMkLst>
        <pc:spChg chg="mod">
          <ac:chgData name="Vincenzo Massimiliano Gulisano" userId="887d7398-9e41-4331-abd4-9c23f064ea90" providerId="ADAL" clId="{8EA10870-6395-588A-9409-E8E4CA631CF7}" dt="2025-10-12T14:46:39.593" v="780"/>
          <ac:spMkLst>
            <pc:docMk/>
            <pc:sldMk cId="2920000856" sldId="494"/>
            <ac:spMk id="2" creationId="{FDCD492E-3516-5A4B-92ED-C6F7D9858AF6}"/>
          </ac:spMkLst>
        </pc:spChg>
        <pc:spChg chg="mod">
          <ac:chgData name="Vincenzo Massimiliano Gulisano" userId="887d7398-9e41-4331-abd4-9c23f064ea90" providerId="ADAL" clId="{8EA10870-6395-588A-9409-E8E4CA631CF7}" dt="2025-10-12T14:46:39.593" v="780"/>
          <ac:spMkLst>
            <pc:docMk/>
            <pc:sldMk cId="2920000856" sldId="494"/>
            <ac:spMk id="3" creationId="{C45EAA67-7DE7-414C-938B-E47619376602}"/>
          </ac:spMkLst>
        </pc:spChg>
        <pc:spChg chg="mod">
          <ac:chgData name="Vincenzo Massimiliano Gulisano" userId="887d7398-9e41-4331-abd4-9c23f064ea90" providerId="ADAL" clId="{8EA10870-6395-588A-9409-E8E4CA631CF7}" dt="2025-10-12T14:46:39.593" v="780"/>
          <ac:spMkLst>
            <pc:docMk/>
            <pc:sldMk cId="2920000856" sldId="494"/>
            <ac:spMk id="4" creationId="{8C0C907C-079B-4645-AD54-B60124B3A837}"/>
          </ac:spMkLst>
        </pc:spChg>
        <pc:spChg chg="mod">
          <ac:chgData name="Vincenzo Massimiliano Gulisano" userId="887d7398-9e41-4331-abd4-9c23f064ea90" providerId="ADAL" clId="{8EA10870-6395-588A-9409-E8E4CA631CF7}" dt="2025-10-12T14:46:39.593" v="780"/>
          <ac:spMkLst>
            <pc:docMk/>
            <pc:sldMk cId="2920000856" sldId="494"/>
            <ac:spMk id="5" creationId="{18E02B91-E044-374B-8DF2-1B7B0ACB0727}"/>
          </ac:spMkLst>
        </pc:spChg>
        <pc:spChg chg="mod">
          <ac:chgData name="Vincenzo Massimiliano Gulisano" userId="887d7398-9e41-4331-abd4-9c23f064ea90" providerId="ADAL" clId="{8EA10870-6395-588A-9409-E8E4CA631CF7}" dt="2025-10-12T14:46:39.593" v="780"/>
          <ac:spMkLst>
            <pc:docMk/>
            <pc:sldMk cId="2920000856" sldId="494"/>
            <ac:spMk id="6" creationId="{E3FBC50D-E2E8-7245-B996-BD3A21DFD83D}"/>
          </ac:spMkLst>
        </pc:spChg>
      </pc:sldChg>
      <pc:sldChg chg="modSp">
        <pc:chgData name="Vincenzo Massimiliano Gulisano" userId="887d7398-9e41-4331-abd4-9c23f064ea90" providerId="ADAL" clId="{8EA10870-6395-588A-9409-E8E4CA631CF7}" dt="2025-10-12T14:46:39.593" v="780"/>
        <pc:sldMkLst>
          <pc:docMk/>
          <pc:sldMk cId="637153921" sldId="495"/>
        </pc:sldMkLst>
        <pc:spChg chg="mod">
          <ac:chgData name="Vincenzo Massimiliano Gulisano" userId="887d7398-9e41-4331-abd4-9c23f064ea90" providerId="ADAL" clId="{8EA10870-6395-588A-9409-E8E4CA631CF7}" dt="2025-10-12T14:46:39.593" v="780"/>
          <ac:spMkLst>
            <pc:docMk/>
            <pc:sldMk cId="637153921" sldId="495"/>
            <ac:spMk id="2" creationId="{5FAC923D-C56E-A34C-9781-1ABC2BCE9246}"/>
          </ac:spMkLst>
        </pc:spChg>
        <pc:spChg chg="mod">
          <ac:chgData name="Vincenzo Massimiliano Gulisano" userId="887d7398-9e41-4331-abd4-9c23f064ea90" providerId="ADAL" clId="{8EA10870-6395-588A-9409-E8E4CA631CF7}" dt="2025-10-12T14:46:39.593" v="780"/>
          <ac:spMkLst>
            <pc:docMk/>
            <pc:sldMk cId="637153921" sldId="495"/>
            <ac:spMk id="3" creationId="{75BCFFC1-F44D-2D4B-B609-80F1E23D4345}"/>
          </ac:spMkLst>
        </pc:spChg>
        <pc:spChg chg="mod">
          <ac:chgData name="Vincenzo Massimiliano Gulisano" userId="887d7398-9e41-4331-abd4-9c23f064ea90" providerId="ADAL" clId="{8EA10870-6395-588A-9409-E8E4CA631CF7}" dt="2025-10-12T14:46:39.593" v="780"/>
          <ac:spMkLst>
            <pc:docMk/>
            <pc:sldMk cId="637153921" sldId="495"/>
            <ac:spMk id="4" creationId="{89E59F8D-ECCA-3E4F-ACCC-9311F8E361C6}"/>
          </ac:spMkLst>
        </pc:spChg>
        <pc:spChg chg="mod">
          <ac:chgData name="Vincenzo Massimiliano Gulisano" userId="887d7398-9e41-4331-abd4-9c23f064ea90" providerId="ADAL" clId="{8EA10870-6395-588A-9409-E8E4CA631CF7}" dt="2025-10-12T14:46:39.593" v="780"/>
          <ac:spMkLst>
            <pc:docMk/>
            <pc:sldMk cId="637153921" sldId="495"/>
            <ac:spMk id="5" creationId="{5C181D74-CED7-3947-821D-93390F2E29D3}"/>
          </ac:spMkLst>
        </pc:spChg>
        <pc:spChg chg="mod">
          <ac:chgData name="Vincenzo Massimiliano Gulisano" userId="887d7398-9e41-4331-abd4-9c23f064ea90" providerId="ADAL" clId="{8EA10870-6395-588A-9409-E8E4CA631CF7}" dt="2025-10-12T14:46:39.593" v="780"/>
          <ac:spMkLst>
            <pc:docMk/>
            <pc:sldMk cId="637153921" sldId="495"/>
            <ac:spMk id="6" creationId="{21FBB7C5-E8AA-0047-830F-5BD56360D1FF}"/>
          </ac:spMkLst>
        </pc:spChg>
      </pc:sldChg>
      <pc:sldChg chg="modSp mod">
        <pc:chgData name="Vincenzo Massimiliano Gulisano" userId="887d7398-9e41-4331-abd4-9c23f064ea90" providerId="ADAL" clId="{8EA10870-6395-588A-9409-E8E4CA631CF7}" dt="2025-10-13T10:28:34.146" v="3502" actId="20577"/>
        <pc:sldMkLst>
          <pc:docMk/>
          <pc:sldMk cId="1108441124" sldId="496"/>
        </pc:sldMkLst>
        <pc:spChg chg="mod">
          <ac:chgData name="Vincenzo Massimiliano Gulisano" userId="887d7398-9e41-4331-abd4-9c23f064ea90" providerId="ADAL" clId="{8EA10870-6395-588A-9409-E8E4CA631CF7}" dt="2025-10-12T14:46:39.593" v="780"/>
          <ac:spMkLst>
            <pc:docMk/>
            <pc:sldMk cId="1108441124" sldId="496"/>
            <ac:spMk id="2" creationId="{A2F00DE7-A465-B346-83F3-192101BA4EE1}"/>
          </ac:spMkLst>
        </pc:spChg>
        <pc:spChg chg="mod">
          <ac:chgData name="Vincenzo Massimiliano Gulisano" userId="887d7398-9e41-4331-abd4-9c23f064ea90" providerId="ADAL" clId="{8EA10870-6395-588A-9409-E8E4CA631CF7}" dt="2025-10-13T10:28:34.146" v="3502" actId="20577"/>
          <ac:spMkLst>
            <pc:docMk/>
            <pc:sldMk cId="1108441124" sldId="496"/>
            <ac:spMk id="3" creationId="{D81465D4-0C2E-D940-BC26-0D5332498955}"/>
          </ac:spMkLst>
        </pc:spChg>
        <pc:spChg chg="mod">
          <ac:chgData name="Vincenzo Massimiliano Gulisano" userId="887d7398-9e41-4331-abd4-9c23f064ea90" providerId="ADAL" clId="{8EA10870-6395-588A-9409-E8E4CA631CF7}" dt="2025-10-12T14:46:39.593" v="780"/>
          <ac:spMkLst>
            <pc:docMk/>
            <pc:sldMk cId="1108441124" sldId="496"/>
            <ac:spMk id="4" creationId="{DD118DD5-11DF-7345-AF39-1F7053F5F9B9}"/>
          </ac:spMkLst>
        </pc:spChg>
        <pc:spChg chg="mod">
          <ac:chgData name="Vincenzo Massimiliano Gulisano" userId="887d7398-9e41-4331-abd4-9c23f064ea90" providerId="ADAL" clId="{8EA10870-6395-588A-9409-E8E4CA631CF7}" dt="2025-10-12T14:46:39.593" v="780"/>
          <ac:spMkLst>
            <pc:docMk/>
            <pc:sldMk cId="1108441124" sldId="496"/>
            <ac:spMk id="5" creationId="{FA2FF2A7-B0DF-4E4D-B7DD-28F940164434}"/>
          </ac:spMkLst>
        </pc:spChg>
        <pc:spChg chg="mod">
          <ac:chgData name="Vincenzo Massimiliano Gulisano" userId="887d7398-9e41-4331-abd4-9c23f064ea90" providerId="ADAL" clId="{8EA10870-6395-588A-9409-E8E4CA631CF7}" dt="2025-10-12T14:46:39.593" v="780"/>
          <ac:spMkLst>
            <pc:docMk/>
            <pc:sldMk cId="1108441124" sldId="496"/>
            <ac:spMk id="6" creationId="{5C58CC5D-71B0-CB4C-AE98-30B7BC462F37}"/>
          </ac:spMkLst>
        </pc:spChg>
      </pc:sldChg>
      <pc:sldChg chg="modSp mod">
        <pc:chgData name="Vincenzo Massimiliano Gulisano" userId="887d7398-9e41-4331-abd4-9c23f064ea90" providerId="ADAL" clId="{8EA10870-6395-588A-9409-E8E4CA631CF7}" dt="2025-10-13T10:28:38.293" v="3514" actId="20577"/>
        <pc:sldMkLst>
          <pc:docMk/>
          <pc:sldMk cId="3108831311" sldId="497"/>
        </pc:sldMkLst>
        <pc:spChg chg="mod">
          <ac:chgData name="Vincenzo Massimiliano Gulisano" userId="887d7398-9e41-4331-abd4-9c23f064ea90" providerId="ADAL" clId="{8EA10870-6395-588A-9409-E8E4CA631CF7}" dt="2025-10-12T14:46:39.593" v="780"/>
          <ac:spMkLst>
            <pc:docMk/>
            <pc:sldMk cId="3108831311" sldId="497"/>
            <ac:spMk id="2" creationId="{A2F00DE7-A465-B346-83F3-192101BA4EE1}"/>
          </ac:spMkLst>
        </pc:spChg>
        <pc:spChg chg="mod">
          <ac:chgData name="Vincenzo Massimiliano Gulisano" userId="887d7398-9e41-4331-abd4-9c23f064ea90" providerId="ADAL" clId="{8EA10870-6395-588A-9409-E8E4CA631CF7}" dt="2025-10-13T10:28:38.293" v="3514" actId="20577"/>
          <ac:spMkLst>
            <pc:docMk/>
            <pc:sldMk cId="3108831311" sldId="497"/>
            <ac:spMk id="3" creationId="{D81465D4-0C2E-D940-BC26-0D5332498955}"/>
          </ac:spMkLst>
        </pc:spChg>
        <pc:spChg chg="mod">
          <ac:chgData name="Vincenzo Massimiliano Gulisano" userId="887d7398-9e41-4331-abd4-9c23f064ea90" providerId="ADAL" clId="{8EA10870-6395-588A-9409-E8E4CA631CF7}" dt="2025-10-12T14:46:39.593" v="780"/>
          <ac:spMkLst>
            <pc:docMk/>
            <pc:sldMk cId="3108831311" sldId="497"/>
            <ac:spMk id="4" creationId="{DD118DD5-11DF-7345-AF39-1F7053F5F9B9}"/>
          </ac:spMkLst>
        </pc:spChg>
        <pc:spChg chg="mod">
          <ac:chgData name="Vincenzo Massimiliano Gulisano" userId="887d7398-9e41-4331-abd4-9c23f064ea90" providerId="ADAL" clId="{8EA10870-6395-588A-9409-E8E4CA631CF7}" dt="2025-10-12T14:46:39.593" v="780"/>
          <ac:spMkLst>
            <pc:docMk/>
            <pc:sldMk cId="3108831311" sldId="497"/>
            <ac:spMk id="5" creationId="{FA2FF2A7-B0DF-4E4D-B7DD-28F940164434}"/>
          </ac:spMkLst>
        </pc:spChg>
        <pc:spChg chg="mod">
          <ac:chgData name="Vincenzo Massimiliano Gulisano" userId="887d7398-9e41-4331-abd4-9c23f064ea90" providerId="ADAL" clId="{8EA10870-6395-588A-9409-E8E4CA631CF7}" dt="2025-10-12T14:46:39.593" v="780"/>
          <ac:spMkLst>
            <pc:docMk/>
            <pc:sldMk cId="3108831311" sldId="497"/>
            <ac:spMk id="6" creationId="{5C58CC5D-71B0-CB4C-AE98-30B7BC462F37}"/>
          </ac:spMkLst>
        </pc:spChg>
      </pc:sldChg>
      <pc:sldChg chg="modSp mod">
        <pc:chgData name="Vincenzo Massimiliano Gulisano" userId="887d7398-9e41-4331-abd4-9c23f064ea90" providerId="ADAL" clId="{8EA10870-6395-588A-9409-E8E4CA631CF7}" dt="2025-10-13T10:28:43.359" v="3526" actId="20577"/>
        <pc:sldMkLst>
          <pc:docMk/>
          <pc:sldMk cId="909146899" sldId="498"/>
        </pc:sldMkLst>
        <pc:spChg chg="mod">
          <ac:chgData name="Vincenzo Massimiliano Gulisano" userId="887d7398-9e41-4331-abd4-9c23f064ea90" providerId="ADAL" clId="{8EA10870-6395-588A-9409-E8E4CA631CF7}" dt="2025-10-12T14:46:39.593" v="780"/>
          <ac:spMkLst>
            <pc:docMk/>
            <pc:sldMk cId="909146899" sldId="498"/>
            <ac:spMk id="2" creationId="{A2F00DE7-A465-B346-83F3-192101BA4EE1}"/>
          </ac:spMkLst>
        </pc:spChg>
        <pc:spChg chg="mod">
          <ac:chgData name="Vincenzo Massimiliano Gulisano" userId="887d7398-9e41-4331-abd4-9c23f064ea90" providerId="ADAL" clId="{8EA10870-6395-588A-9409-E8E4CA631CF7}" dt="2025-10-13T10:28:43.359" v="3526" actId="20577"/>
          <ac:spMkLst>
            <pc:docMk/>
            <pc:sldMk cId="909146899" sldId="498"/>
            <ac:spMk id="3" creationId="{D81465D4-0C2E-D940-BC26-0D5332498955}"/>
          </ac:spMkLst>
        </pc:spChg>
        <pc:spChg chg="mod">
          <ac:chgData name="Vincenzo Massimiliano Gulisano" userId="887d7398-9e41-4331-abd4-9c23f064ea90" providerId="ADAL" clId="{8EA10870-6395-588A-9409-E8E4CA631CF7}" dt="2025-10-12T14:46:39.593" v="780"/>
          <ac:spMkLst>
            <pc:docMk/>
            <pc:sldMk cId="909146899" sldId="498"/>
            <ac:spMk id="4" creationId="{DD118DD5-11DF-7345-AF39-1F7053F5F9B9}"/>
          </ac:spMkLst>
        </pc:spChg>
        <pc:spChg chg="mod">
          <ac:chgData name="Vincenzo Massimiliano Gulisano" userId="887d7398-9e41-4331-abd4-9c23f064ea90" providerId="ADAL" clId="{8EA10870-6395-588A-9409-E8E4CA631CF7}" dt="2025-10-12T14:46:39.593" v="780"/>
          <ac:spMkLst>
            <pc:docMk/>
            <pc:sldMk cId="909146899" sldId="498"/>
            <ac:spMk id="5" creationId="{FA2FF2A7-B0DF-4E4D-B7DD-28F940164434}"/>
          </ac:spMkLst>
        </pc:spChg>
        <pc:spChg chg="mod">
          <ac:chgData name="Vincenzo Massimiliano Gulisano" userId="887d7398-9e41-4331-abd4-9c23f064ea90" providerId="ADAL" clId="{8EA10870-6395-588A-9409-E8E4CA631CF7}" dt="2025-10-12T14:46:39.593" v="780"/>
          <ac:spMkLst>
            <pc:docMk/>
            <pc:sldMk cId="909146899" sldId="498"/>
            <ac:spMk id="6" creationId="{5C58CC5D-71B0-CB4C-AE98-30B7BC462F37}"/>
          </ac:spMkLst>
        </pc:spChg>
      </pc:sldChg>
      <pc:sldChg chg="modSp mod">
        <pc:chgData name="Vincenzo Massimiliano Gulisano" userId="887d7398-9e41-4331-abd4-9c23f064ea90" providerId="ADAL" clId="{8EA10870-6395-588A-9409-E8E4CA631CF7}" dt="2025-10-13T10:28:47.653" v="3538" actId="20577"/>
        <pc:sldMkLst>
          <pc:docMk/>
          <pc:sldMk cId="2991662624" sldId="499"/>
        </pc:sldMkLst>
        <pc:spChg chg="mod">
          <ac:chgData name="Vincenzo Massimiliano Gulisano" userId="887d7398-9e41-4331-abd4-9c23f064ea90" providerId="ADAL" clId="{8EA10870-6395-588A-9409-E8E4CA631CF7}" dt="2025-10-12T14:46:39.593" v="780"/>
          <ac:spMkLst>
            <pc:docMk/>
            <pc:sldMk cId="2991662624" sldId="499"/>
            <ac:spMk id="2" creationId="{A2F00DE7-A465-B346-83F3-192101BA4EE1}"/>
          </ac:spMkLst>
        </pc:spChg>
        <pc:spChg chg="mod">
          <ac:chgData name="Vincenzo Massimiliano Gulisano" userId="887d7398-9e41-4331-abd4-9c23f064ea90" providerId="ADAL" clId="{8EA10870-6395-588A-9409-E8E4CA631CF7}" dt="2025-10-13T10:28:47.653" v="3538" actId="20577"/>
          <ac:spMkLst>
            <pc:docMk/>
            <pc:sldMk cId="2991662624" sldId="499"/>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991662624" sldId="499"/>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991662624" sldId="499"/>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991662624" sldId="499"/>
            <ac:spMk id="6" creationId="{5C58CC5D-71B0-CB4C-AE98-30B7BC462F37}"/>
          </ac:spMkLst>
        </pc:spChg>
      </pc:sldChg>
      <pc:sldChg chg="modSp mod">
        <pc:chgData name="Vincenzo Massimiliano Gulisano" userId="887d7398-9e41-4331-abd4-9c23f064ea90" providerId="ADAL" clId="{8EA10870-6395-588A-9409-E8E4CA631CF7}" dt="2025-10-13T10:28:53.188" v="3550" actId="20577"/>
        <pc:sldMkLst>
          <pc:docMk/>
          <pc:sldMk cId="2394047874" sldId="500"/>
        </pc:sldMkLst>
        <pc:spChg chg="mod">
          <ac:chgData name="Vincenzo Massimiliano Gulisano" userId="887d7398-9e41-4331-abd4-9c23f064ea90" providerId="ADAL" clId="{8EA10870-6395-588A-9409-E8E4CA631CF7}" dt="2025-10-12T14:46:39.593" v="780"/>
          <ac:spMkLst>
            <pc:docMk/>
            <pc:sldMk cId="2394047874" sldId="500"/>
            <ac:spMk id="2" creationId="{A2F00DE7-A465-B346-83F3-192101BA4EE1}"/>
          </ac:spMkLst>
        </pc:spChg>
        <pc:spChg chg="mod">
          <ac:chgData name="Vincenzo Massimiliano Gulisano" userId="887d7398-9e41-4331-abd4-9c23f064ea90" providerId="ADAL" clId="{8EA10870-6395-588A-9409-E8E4CA631CF7}" dt="2025-10-13T10:28:53.188" v="3550" actId="20577"/>
          <ac:spMkLst>
            <pc:docMk/>
            <pc:sldMk cId="2394047874" sldId="500"/>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394047874" sldId="500"/>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394047874" sldId="500"/>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394047874" sldId="500"/>
            <ac:spMk id="6" creationId="{5C58CC5D-71B0-CB4C-AE98-30B7BC462F37}"/>
          </ac:spMkLst>
        </pc:spChg>
      </pc:sldChg>
      <pc:sldChg chg="modSp mod">
        <pc:chgData name="Vincenzo Massimiliano Gulisano" userId="887d7398-9e41-4331-abd4-9c23f064ea90" providerId="ADAL" clId="{8EA10870-6395-588A-9409-E8E4CA631CF7}" dt="2025-10-13T10:29:00.807" v="3562" actId="20577"/>
        <pc:sldMkLst>
          <pc:docMk/>
          <pc:sldMk cId="2307284134" sldId="501"/>
        </pc:sldMkLst>
        <pc:spChg chg="mod">
          <ac:chgData name="Vincenzo Massimiliano Gulisano" userId="887d7398-9e41-4331-abd4-9c23f064ea90" providerId="ADAL" clId="{8EA10870-6395-588A-9409-E8E4CA631CF7}" dt="2025-10-12T14:46:39.593" v="780"/>
          <ac:spMkLst>
            <pc:docMk/>
            <pc:sldMk cId="2307284134" sldId="501"/>
            <ac:spMk id="2" creationId="{A2F00DE7-A465-B346-83F3-192101BA4EE1}"/>
          </ac:spMkLst>
        </pc:spChg>
        <pc:spChg chg="mod">
          <ac:chgData name="Vincenzo Massimiliano Gulisano" userId="887d7398-9e41-4331-abd4-9c23f064ea90" providerId="ADAL" clId="{8EA10870-6395-588A-9409-E8E4CA631CF7}" dt="2025-10-13T10:29:00.807" v="3562" actId="20577"/>
          <ac:spMkLst>
            <pc:docMk/>
            <pc:sldMk cId="2307284134" sldId="501"/>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307284134" sldId="501"/>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307284134" sldId="501"/>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307284134" sldId="501"/>
            <ac:spMk id="6" creationId="{5C58CC5D-71B0-CB4C-AE98-30B7BC462F37}"/>
          </ac:spMkLst>
        </pc:spChg>
      </pc:sldChg>
      <pc:sldChg chg="modSp mod">
        <pc:chgData name="Vincenzo Massimiliano Gulisano" userId="887d7398-9e41-4331-abd4-9c23f064ea90" providerId="ADAL" clId="{8EA10870-6395-588A-9409-E8E4CA631CF7}" dt="2025-10-13T10:29:06.568" v="3574" actId="20577"/>
        <pc:sldMkLst>
          <pc:docMk/>
          <pc:sldMk cId="806381297" sldId="502"/>
        </pc:sldMkLst>
        <pc:spChg chg="mod">
          <ac:chgData name="Vincenzo Massimiliano Gulisano" userId="887d7398-9e41-4331-abd4-9c23f064ea90" providerId="ADAL" clId="{8EA10870-6395-588A-9409-E8E4CA631CF7}" dt="2025-10-12T14:46:39.593" v="780"/>
          <ac:spMkLst>
            <pc:docMk/>
            <pc:sldMk cId="806381297" sldId="502"/>
            <ac:spMk id="2" creationId="{A2F00DE7-A465-B346-83F3-192101BA4EE1}"/>
          </ac:spMkLst>
        </pc:spChg>
        <pc:spChg chg="mod">
          <ac:chgData name="Vincenzo Massimiliano Gulisano" userId="887d7398-9e41-4331-abd4-9c23f064ea90" providerId="ADAL" clId="{8EA10870-6395-588A-9409-E8E4CA631CF7}" dt="2025-10-13T10:29:06.568" v="3574" actId="20577"/>
          <ac:spMkLst>
            <pc:docMk/>
            <pc:sldMk cId="806381297" sldId="502"/>
            <ac:spMk id="3" creationId="{D81465D4-0C2E-D940-BC26-0D5332498955}"/>
          </ac:spMkLst>
        </pc:spChg>
        <pc:spChg chg="mod">
          <ac:chgData name="Vincenzo Massimiliano Gulisano" userId="887d7398-9e41-4331-abd4-9c23f064ea90" providerId="ADAL" clId="{8EA10870-6395-588A-9409-E8E4CA631CF7}" dt="2025-10-12T14:46:39.593" v="780"/>
          <ac:spMkLst>
            <pc:docMk/>
            <pc:sldMk cId="806381297" sldId="502"/>
            <ac:spMk id="4" creationId="{DD118DD5-11DF-7345-AF39-1F7053F5F9B9}"/>
          </ac:spMkLst>
        </pc:spChg>
        <pc:spChg chg="mod">
          <ac:chgData name="Vincenzo Massimiliano Gulisano" userId="887d7398-9e41-4331-abd4-9c23f064ea90" providerId="ADAL" clId="{8EA10870-6395-588A-9409-E8E4CA631CF7}" dt="2025-10-12T14:46:39.593" v="780"/>
          <ac:spMkLst>
            <pc:docMk/>
            <pc:sldMk cId="806381297" sldId="502"/>
            <ac:spMk id="5" creationId="{FA2FF2A7-B0DF-4E4D-B7DD-28F940164434}"/>
          </ac:spMkLst>
        </pc:spChg>
        <pc:spChg chg="mod">
          <ac:chgData name="Vincenzo Massimiliano Gulisano" userId="887d7398-9e41-4331-abd4-9c23f064ea90" providerId="ADAL" clId="{8EA10870-6395-588A-9409-E8E4CA631CF7}" dt="2025-10-12T14:46:39.593" v="780"/>
          <ac:spMkLst>
            <pc:docMk/>
            <pc:sldMk cId="806381297" sldId="502"/>
            <ac:spMk id="6" creationId="{5C58CC5D-71B0-CB4C-AE98-30B7BC462F37}"/>
          </ac:spMkLst>
        </pc:spChg>
      </pc:sldChg>
      <pc:sldChg chg="modSp mod">
        <pc:chgData name="Vincenzo Massimiliano Gulisano" userId="887d7398-9e41-4331-abd4-9c23f064ea90" providerId="ADAL" clId="{8EA10870-6395-588A-9409-E8E4CA631CF7}" dt="2025-10-13T10:29:32.607" v="3588" actId="207"/>
        <pc:sldMkLst>
          <pc:docMk/>
          <pc:sldMk cId="3378822745" sldId="503"/>
        </pc:sldMkLst>
        <pc:spChg chg="mod">
          <ac:chgData name="Vincenzo Massimiliano Gulisano" userId="887d7398-9e41-4331-abd4-9c23f064ea90" providerId="ADAL" clId="{8EA10870-6395-588A-9409-E8E4CA631CF7}" dt="2025-10-12T14:46:39.593" v="780"/>
          <ac:spMkLst>
            <pc:docMk/>
            <pc:sldMk cId="3378822745" sldId="503"/>
            <ac:spMk id="2" creationId="{A2F00DE7-A465-B346-83F3-192101BA4EE1}"/>
          </ac:spMkLst>
        </pc:spChg>
        <pc:spChg chg="mod">
          <ac:chgData name="Vincenzo Massimiliano Gulisano" userId="887d7398-9e41-4331-abd4-9c23f064ea90" providerId="ADAL" clId="{8EA10870-6395-588A-9409-E8E4CA631CF7}" dt="2025-10-13T10:29:32.607" v="3588" actId="207"/>
          <ac:spMkLst>
            <pc:docMk/>
            <pc:sldMk cId="3378822745" sldId="503"/>
            <ac:spMk id="3" creationId="{D81465D4-0C2E-D940-BC26-0D5332498955}"/>
          </ac:spMkLst>
        </pc:spChg>
        <pc:spChg chg="mod">
          <ac:chgData name="Vincenzo Massimiliano Gulisano" userId="887d7398-9e41-4331-abd4-9c23f064ea90" providerId="ADAL" clId="{8EA10870-6395-588A-9409-E8E4CA631CF7}" dt="2025-10-12T14:46:39.593" v="780"/>
          <ac:spMkLst>
            <pc:docMk/>
            <pc:sldMk cId="3378822745" sldId="503"/>
            <ac:spMk id="4" creationId="{DD118DD5-11DF-7345-AF39-1F7053F5F9B9}"/>
          </ac:spMkLst>
        </pc:spChg>
        <pc:spChg chg="mod">
          <ac:chgData name="Vincenzo Massimiliano Gulisano" userId="887d7398-9e41-4331-abd4-9c23f064ea90" providerId="ADAL" clId="{8EA10870-6395-588A-9409-E8E4CA631CF7}" dt="2025-10-12T14:46:39.593" v="780"/>
          <ac:spMkLst>
            <pc:docMk/>
            <pc:sldMk cId="3378822745" sldId="503"/>
            <ac:spMk id="5" creationId="{FA2FF2A7-B0DF-4E4D-B7DD-28F940164434}"/>
          </ac:spMkLst>
        </pc:spChg>
        <pc:spChg chg="mod">
          <ac:chgData name="Vincenzo Massimiliano Gulisano" userId="887d7398-9e41-4331-abd4-9c23f064ea90" providerId="ADAL" clId="{8EA10870-6395-588A-9409-E8E4CA631CF7}" dt="2025-10-12T14:46:39.593" v="780"/>
          <ac:spMkLst>
            <pc:docMk/>
            <pc:sldMk cId="3378822745" sldId="503"/>
            <ac:spMk id="6" creationId="{5C58CC5D-71B0-CB4C-AE98-30B7BC462F37}"/>
          </ac:spMkLst>
        </pc:spChg>
      </pc:sldChg>
      <pc:sldChg chg="addSp delSp modSp new mod setBg delDesignElem modNotesTx">
        <pc:chgData name="Vincenzo Massimiliano Gulisano" userId="887d7398-9e41-4331-abd4-9c23f064ea90" providerId="ADAL" clId="{8EA10870-6395-588A-9409-E8E4CA631CF7}" dt="2025-10-13T14:27:09.275" v="3859" actId="20577"/>
        <pc:sldMkLst>
          <pc:docMk/>
          <pc:sldMk cId="2327590661" sldId="504"/>
        </pc:sldMkLst>
        <pc:spChg chg="mod">
          <ac:chgData name="Vincenzo Massimiliano Gulisano" userId="887d7398-9e41-4331-abd4-9c23f064ea90" providerId="ADAL" clId="{8EA10870-6395-588A-9409-E8E4CA631CF7}" dt="2025-10-12T14:46:39.593" v="780"/>
          <ac:spMkLst>
            <pc:docMk/>
            <pc:sldMk cId="2327590661" sldId="504"/>
            <ac:spMk id="2" creationId="{E91E6BEB-A08B-9D22-9455-B12CB6C776C1}"/>
          </ac:spMkLst>
        </pc:spChg>
        <pc:spChg chg="add del mod">
          <ac:chgData name="Vincenzo Massimiliano Gulisano" userId="887d7398-9e41-4331-abd4-9c23f064ea90" providerId="ADAL" clId="{8EA10870-6395-588A-9409-E8E4CA631CF7}" dt="2025-10-13T10:25:28.002" v="3454" actId="20577"/>
          <ac:spMkLst>
            <pc:docMk/>
            <pc:sldMk cId="2327590661" sldId="504"/>
            <ac:spMk id="3" creationId="{A621A869-A050-DB90-AA5A-CA53309FCE06}"/>
          </ac:spMkLst>
        </pc:spChg>
        <pc:spChg chg="mod ord">
          <ac:chgData name="Vincenzo Massimiliano Gulisano" userId="887d7398-9e41-4331-abd4-9c23f064ea90" providerId="ADAL" clId="{8EA10870-6395-588A-9409-E8E4CA631CF7}" dt="2025-10-12T14:48:19.333" v="791" actId="26606"/>
          <ac:spMkLst>
            <pc:docMk/>
            <pc:sldMk cId="2327590661" sldId="504"/>
            <ac:spMk id="4" creationId="{8F974C32-16F9-92C2-5AC4-04461AE39E37}"/>
          </ac:spMkLst>
        </pc:spChg>
        <pc:spChg chg="mod">
          <ac:chgData name="Vincenzo Massimiliano Gulisano" userId="887d7398-9e41-4331-abd4-9c23f064ea90" providerId="ADAL" clId="{8EA10870-6395-588A-9409-E8E4CA631CF7}" dt="2025-10-12T14:48:19.333" v="791" actId="26606"/>
          <ac:spMkLst>
            <pc:docMk/>
            <pc:sldMk cId="2327590661" sldId="504"/>
            <ac:spMk id="5" creationId="{A326CFCD-24A0-7D21-3E2A-F70C9FB2A1F5}"/>
          </ac:spMkLst>
        </pc:spChg>
        <pc:spChg chg="mod">
          <ac:chgData name="Vincenzo Massimiliano Gulisano" userId="887d7398-9e41-4331-abd4-9c23f064ea90" providerId="ADAL" clId="{8EA10870-6395-588A-9409-E8E4CA631CF7}" dt="2025-10-12T14:48:19.333" v="791" actId="26606"/>
          <ac:spMkLst>
            <pc:docMk/>
            <pc:sldMk cId="2327590661" sldId="504"/>
            <ac:spMk id="6" creationId="{FBFD8D63-1EF3-A619-F17A-A1A7E22580A8}"/>
          </ac:spMkLst>
        </pc:spChg>
        <pc:spChg chg="add del">
          <ac:chgData name="Vincenzo Massimiliano Gulisano" userId="887d7398-9e41-4331-abd4-9c23f064ea90" providerId="ADAL" clId="{8EA10870-6395-588A-9409-E8E4CA631CF7}" dt="2025-10-12T14:48:19.333" v="791" actId="26606"/>
          <ac:spMkLst>
            <pc:docMk/>
            <pc:sldMk cId="2327590661" sldId="504"/>
            <ac:spMk id="11" creationId="{100EDD19-6802-4EC3-95CE-CFFAB042CFD6}"/>
          </ac:spMkLst>
        </pc:spChg>
        <pc:spChg chg="add del">
          <ac:chgData name="Vincenzo Massimiliano Gulisano" userId="887d7398-9e41-4331-abd4-9c23f064ea90" providerId="ADAL" clId="{8EA10870-6395-588A-9409-E8E4CA631CF7}" dt="2025-10-12T14:48:19.333" v="791" actId="26606"/>
          <ac:spMkLst>
            <pc:docMk/>
            <pc:sldMk cId="2327590661" sldId="504"/>
            <ac:spMk id="13" creationId="{DB17E863-922E-4C26-BD64-E8FD41D28661}"/>
          </ac:spMkLst>
        </pc:spChg>
      </pc:sldChg>
      <pc:sldChg chg="modSp new del mod">
        <pc:chgData name="Vincenzo Massimiliano Gulisano" userId="887d7398-9e41-4331-abd4-9c23f064ea90" providerId="ADAL" clId="{8EA10870-6395-588A-9409-E8E4CA631CF7}" dt="2025-10-12T14:48:37.204" v="798" actId="2696"/>
        <pc:sldMkLst>
          <pc:docMk/>
          <pc:sldMk cId="1016072133" sldId="505"/>
        </pc:sldMkLst>
      </pc:sldChg>
      <pc:sldChg chg="modSp add mod modNotesTx">
        <pc:chgData name="Vincenzo Massimiliano Gulisano" userId="887d7398-9e41-4331-abd4-9c23f064ea90" providerId="ADAL" clId="{8EA10870-6395-588A-9409-E8E4CA631CF7}" dt="2025-10-13T14:27:19.738" v="3894" actId="20577"/>
        <pc:sldMkLst>
          <pc:docMk/>
          <pc:sldMk cId="679006112" sldId="506"/>
        </pc:sldMkLst>
        <pc:spChg chg="mod">
          <ac:chgData name="Vincenzo Massimiliano Gulisano" userId="887d7398-9e41-4331-abd4-9c23f064ea90" providerId="ADAL" clId="{8EA10870-6395-588A-9409-E8E4CA631CF7}" dt="2025-10-12T14:48:28.703" v="794" actId="27636"/>
          <ac:spMkLst>
            <pc:docMk/>
            <pc:sldMk cId="679006112" sldId="506"/>
            <ac:spMk id="2" creationId="{A31141D4-2D1B-9DA1-4794-70B7AD0F2F5D}"/>
          </ac:spMkLst>
        </pc:spChg>
        <pc:spChg chg="mod">
          <ac:chgData name="Vincenzo Massimiliano Gulisano" userId="887d7398-9e41-4331-abd4-9c23f064ea90" providerId="ADAL" clId="{8EA10870-6395-588A-9409-E8E4CA631CF7}" dt="2025-10-12T14:48:36.084" v="797" actId="27636"/>
          <ac:spMkLst>
            <pc:docMk/>
            <pc:sldMk cId="679006112" sldId="506"/>
            <ac:spMk id="3" creationId="{9A97EEEC-52F3-920C-B72B-500DDC185A45}"/>
          </ac:spMkLst>
        </pc:spChg>
      </pc:sldChg>
      <pc:sldChg chg="addSp delSp add del setBg delDesignElem">
        <pc:chgData name="Vincenzo Massimiliano Gulisano" userId="887d7398-9e41-4331-abd4-9c23f064ea90" providerId="ADAL" clId="{8EA10870-6395-588A-9409-E8E4CA631CF7}" dt="2025-10-12T14:47:59.465" v="789"/>
        <pc:sldMkLst>
          <pc:docMk/>
          <pc:sldMk cId="1280498053" sldId="506"/>
        </pc:sldMkLst>
      </pc:sldChg>
      <pc:sldChg chg="addSp modSp add mod modNotesTx">
        <pc:chgData name="Vincenzo Massimiliano Gulisano" userId="887d7398-9e41-4331-abd4-9c23f064ea90" providerId="ADAL" clId="{8EA10870-6395-588A-9409-E8E4CA631CF7}" dt="2025-10-13T14:29:27.505" v="4087" actId="20577"/>
        <pc:sldMkLst>
          <pc:docMk/>
          <pc:sldMk cId="1099008517" sldId="507"/>
        </pc:sldMkLst>
        <pc:spChg chg="add mod">
          <ac:chgData name="Vincenzo Massimiliano Gulisano" userId="887d7398-9e41-4331-abd4-9c23f064ea90" providerId="ADAL" clId="{8EA10870-6395-588A-9409-E8E4CA631CF7}" dt="2025-10-12T14:49:17.175" v="806" actId="1582"/>
          <ac:spMkLst>
            <pc:docMk/>
            <pc:sldMk cId="1099008517" sldId="507"/>
            <ac:spMk id="7" creationId="{0058DC94-EF64-1A69-875D-62F35E5AD5BF}"/>
          </ac:spMkLst>
        </pc:spChg>
        <pc:spChg chg="add mod">
          <ac:chgData name="Vincenzo Massimiliano Gulisano" userId="887d7398-9e41-4331-abd4-9c23f064ea90" providerId="ADAL" clId="{8EA10870-6395-588A-9409-E8E4CA631CF7}" dt="2025-10-12T14:51:59.864" v="845" actId="1076"/>
          <ac:spMkLst>
            <pc:docMk/>
            <pc:sldMk cId="1099008517" sldId="507"/>
            <ac:spMk id="8" creationId="{F514E509-7BCA-4DC3-248C-F4B7E2454E4E}"/>
          </ac:spMkLst>
        </pc:spChg>
        <pc:spChg chg="add mod">
          <ac:chgData name="Vincenzo Massimiliano Gulisano" userId="887d7398-9e41-4331-abd4-9c23f064ea90" providerId="ADAL" clId="{8EA10870-6395-588A-9409-E8E4CA631CF7}" dt="2025-10-12T14:52:22.145" v="853" actId="1036"/>
          <ac:spMkLst>
            <pc:docMk/>
            <pc:sldMk cId="1099008517" sldId="507"/>
            <ac:spMk id="9" creationId="{0A14CA34-F59C-9C6B-76E2-571EB6A10C81}"/>
          </ac:spMkLst>
        </pc:spChg>
        <pc:spChg chg="add mod">
          <ac:chgData name="Vincenzo Massimiliano Gulisano" userId="887d7398-9e41-4331-abd4-9c23f064ea90" providerId="ADAL" clId="{8EA10870-6395-588A-9409-E8E4CA631CF7}" dt="2025-10-12T14:52:49.233" v="920" actId="1076"/>
          <ac:spMkLst>
            <pc:docMk/>
            <pc:sldMk cId="1099008517" sldId="507"/>
            <ac:spMk id="10" creationId="{B8A997FE-0341-E38F-CAA9-5482C1ED7A8D}"/>
          </ac:spMkLst>
        </pc:spChg>
      </pc:sldChg>
      <pc:sldChg chg="addSp delSp modSp add mod modNotesTx">
        <pc:chgData name="Vincenzo Massimiliano Gulisano" userId="887d7398-9e41-4331-abd4-9c23f064ea90" providerId="ADAL" clId="{8EA10870-6395-588A-9409-E8E4CA631CF7}" dt="2025-10-13T14:31:54.444" v="4130" actId="20577"/>
        <pc:sldMkLst>
          <pc:docMk/>
          <pc:sldMk cId="1759542499" sldId="508"/>
        </pc:sldMkLst>
        <pc:spChg chg="mod">
          <ac:chgData name="Vincenzo Massimiliano Gulisano" userId="887d7398-9e41-4331-abd4-9c23f064ea90" providerId="ADAL" clId="{8EA10870-6395-588A-9409-E8E4CA631CF7}" dt="2025-10-12T14:53:11.652" v="955" actId="20577"/>
          <ac:spMkLst>
            <pc:docMk/>
            <pc:sldMk cId="1759542499" sldId="508"/>
            <ac:spMk id="2" creationId="{F5AB7CD1-70C1-ACFA-5554-576C78D4FFC8}"/>
          </ac:spMkLst>
        </pc:spChg>
        <pc:spChg chg="mod">
          <ac:chgData name="Vincenzo Massimiliano Gulisano" userId="887d7398-9e41-4331-abd4-9c23f064ea90" providerId="ADAL" clId="{8EA10870-6395-588A-9409-E8E4CA631CF7}" dt="2025-10-12T14:58:39.070" v="1058" actId="403"/>
          <ac:spMkLst>
            <pc:docMk/>
            <pc:sldMk cId="1759542499" sldId="508"/>
            <ac:spMk id="3" creationId="{188F7418-0634-623A-39BC-3B48984C74C9}"/>
          </ac:spMkLst>
        </pc:spChg>
        <pc:spChg chg="add mod">
          <ac:chgData name="Vincenzo Massimiliano Gulisano" userId="887d7398-9e41-4331-abd4-9c23f064ea90" providerId="ADAL" clId="{8EA10870-6395-588A-9409-E8E4CA631CF7}" dt="2025-10-12T14:59:00.229" v="1064" actId="1076"/>
          <ac:spMkLst>
            <pc:docMk/>
            <pc:sldMk cId="1759542499" sldId="508"/>
            <ac:spMk id="14" creationId="{7E3FBA91-1300-7A06-8F6B-E6649E05E712}"/>
          </ac:spMkLst>
        </pc:spChg>
        <pc:grpChg chg="add">
          <ac:chgData name="Vincenzo Massimiliano Gulisano" userId="887d7398-9e41-4331-abd4-9c23f064ea90" providerId="ADAL" clId="{8EA10870-6395-588A-9409-E8E4CA631CF7}" dt="2025-10-12T14:59:11.244" v="1065" actId="164"/>
          <ac:grpSpMkLst>
            <pc:docMk/>
            <pc:sldMk cId="1759542499" sldId="508"/>
            <ac:grpSpMk id="15" creationId="{2137A52E-CC8E-7C22-3F2B-653D4EE63A9C}"/>
          </ac:grpSpMkLst>
        </pc:grpChg>
        <pc:picChg chg="add mod">
          <ac:chgData name="Vincenzo Massimiliano Gulisano" userId="887d7398-9e41-4331-abd4-9c23f064ea90" providerId="ADAL" clId="{8EA10870-6395-588A-9409-E8E4CA631CF7}" dt="2025-10-12T14:58:41.890" v="1059" actId="1076"/>
          <ac:picMkLst>
            <pc:docMk/>
            <pc:sldMk cId="1759542499" sldId="508"/>
            <ac:picMk id="12" creationId="{B22528F3-8D90-10CB-7894-DB0B55C483EC}"/>
          </ac:picMkLst>
        </pc:picChg>
      </pc:sldChg>
      <pc:sldChg chg="addSp delSp modSp add mod modNotesTx">
        <pc:chgData name="Vincenzo Massimiliano Gulisano" userId="887d7398-9e41-4331-abd4-9c23f064ea90" providerId="ADAL" clId="{8EA10870-6395-588A-9409-E8E4CA631CF7}" dt="2025-10-13T14:32:52.405" v="4284" actId="20577"/>
        <pc:sldMkLst>
          <pc:docMk/>
          <pc:sldMk cId="1508765645" sldId="509"/>
        </pc:sldMkLst>
        <pc:spChg chg="mod">
          <ac:chgData name="Vincenzo Massimiliano Gulisano" userId="887d7398-9e41-4331-abd4-9c23f064ea90" providerId="ADAL" clId="{8EA10870-6395-588A-9409-E8E4CA631CF7}" dt="2025-10-12T15:00:00.965" v="1127" actId="20577"/>
          <ac:spMkLst>
            <pc:docMk/>
            <pc:sldMk cId="1508765645" sldId="509"/>
            <ac:spMk id="2" creationId="{DC4DF29B-2D52-8AF2-F58B-A9F8FE879645}"/>
          </ac:spMkLst>
        </pc:spChg>
        <pc:spChg chg="mod">
          <ac:chgData name="Vincenzo Massimiliano Gulisano" userId="887d7398-9e41-4331-abd4-9c23f064ea90" providerId="ADAL" clId="{8EA10870-6395-588A-9409-E8E4CA631CF7}" dt="2025-10-13T10:26:07.690" v="3474" actId="113"/>
          <ac:spMkLst>
            <pc:docMk/>
            <pc:sldMk cId="1508765645" sldId="509"/>
            <ac:spMk id="3" creationId="{88E167AE-9463-C536-C1A6-12991F3A5E35}"/>
          </ac:spMkLst>
        </pc:spChg>
      </pc:sldChg>
      <pc:sldChg chg="modSp new del mod">
        <pc:chgData name="Vincenzo Massimiliano Gulisano" userId="887d7398-9e41-4331-abd4-9c23f064ea90" providerId="ADAL" clId="{8EA10870-6395-588A-9409-E8E4CA631CF7}" dt="2025-10-13T09:44:11.631" v="2148" actId="2696"/>
        <pc:sldMkLst>
          <pc:docMk/>
          <pc:sldMk cId="1760606366" sldId="510"/>
        </pc:sldMkLst>
      </pc:sldChg>
      <pc:sldChg chg="modSp add mod modNotesTx">
        <pc:chgData name="Vincenzo Massimiliano Gulisano" userId="887d7398-9e41-4331-abd4-9c23f064ea90" providerId="ADAL" clId="{8EA10870-6395-588A-9409-E8E4CA631CF7}" dt="2025-10-20T04:52:59.294" v="5288" actId="404"/>
        <pc:sldMkLst>
          <pc:docMk/>
          <pc:sldMk cId="555026085" sldId="511"/>
        </pc:sldMkLst>
        <pc:spChg chg="mod">
          <ac:chgData name="Vincenzo Massimiliano Gulisano" userId="887d7398-9e41-4331-abd4-9c23f064ea90" providerId="ADAL" clId="{8EA10870-6395-588A-9409-E8E4CA631CF7}" dt="2025-10-20T04:52:59.294" v="5288" actId="404"/>
          <ac:spMkLst>
            <pc:docMk/>
            <pc:sldMk cId="555026085" sldId="511"/>
            <ac:spMk id="2" creationId="{800346B7-8421-1A59-BF14-2D0B87991A69}"/>
          </ac:spMkLst>
        </pc:spChg>
        <pc:spChg chg="mod">
          <ac:chgData name="Vincenzo Massimiliano Gulisano" userId="887d7398-9e41-4331-abd4-9c23f064ea90" providerId="ADAL" clId="{8EA10870-6395-588A-9409-E8E4CA631CF7}" dt="2025-10-13T14:35:14.477" v="4573" actId="5793"/>
          <ac:spMkLst>
            <pc:docMk/>
            <pc:sldMk cId="555026085" sldId="511"/>
            <ac:spMk id="3" creationId="{EB932E5D-671D-5B49-DC28-F94D41501E2F}"/>
          </ac:spMkLst>
        </pc:spChg>
      </pc:sldChg>
      <pc:sldChg chg="modSp add mod modNotesTx">
        <pc:chgData name="Vincenzo Massimiliano Gulisano" userId="887d7398-9e41-4331-abd4-9c23f064ea90" providerId="ADAL" clId="{8EA10870-6395-588A-9409-E8E4CA631CF7}" dt="2025-10-14T04:17:11.220" v="5034" actId="20577"/>
        <pc:sldMkLst>
          <pc:docMk/>
          <pc:sldMk cId="4233128911" sldId="512"/>
        </pc:sldMkLst>
        <pc:spChg chg="mod">
          <ac:chgData name="Vincenzo Massimiliano Gulisano" userId="887d7398-9e41-4331-abd4-9c23f064ea90" providerId="ADAL" clId="{8EA10870-6395-588A-9409-E8E4CA631CF7}" dt="2025-10-13T09:45:15.785" v="2212" actId="404"/>
          <ac:spMkLst>
            <pc:docMk/>
            <pc:sldMk cId="4233128911" sldId="512"/>
            <ac:spMk id="2" creationId="{2A954EA6-9F4B-128B-BBB9-2553A6D45008}"/>
          </ac:spMkLst>
        </pc:spChg>
        <pc:spChg chg="mod">
          <ac:chgData name="Vincenzo Massimiliano Gulisano" userId="887d7398-9e41-4331-abd4-9c23f064ea90" providerId="ADAL" clId="{8EA10870-6395-588A-9409-E8E4CA631CF7}" dt="2025-10-13T09:46:18.102" v="2414" actId="20577"/>
          <ac:spMkLst>
            <pc:docMk/>
            <pc:sldMk cId="4233128911" sldId="512"/>
            <ac:spMk id="3" creationId="{959B423D-336F-1BF6-949E-C87BBD108328}"/>
          </ac:spMkLst>
        </pc:spChg>
      </pc:sldChg>
      <pc:sldChg chg="addSp delSp modSp add mod ord modNotesTx">
        <pc:chgData name="Vincenzo Massimiliano Gulisano" userId="887d7398-9e41-4331-abd4-9c23f064ea90" providerId="ADAL" clId="{8EA10870-6395-588A-9409-E8E4CA631CF7}" dt="2025-10-14T04:18:50.637" v="5113" actId="20577"/>
        <pc:sldMkLst>
          <pc:docMk/>
          <pc:sldMk cId="981126977" sldId="513"/>
        </pc:sldMkLst>
        <pc:spChg chg="mod">
          <ac:chgData name="Vincenzo Massimiliano Gulisano" userId="887d7398-9e41-4331-abd4-9c23f064ea90" providerId="ADAL" clId="{8EA10870-6395-588A-9409-E8E4CA631CF7}" dt="2025-10-13T10:19:35.142" v="3328" actId="20577"/>
          <ac:spMkLst>
            <pc:docMk/>
            <pc:sldMk cId="981126977" sldId="513"/>
            <ac:spMk id="2" creationId="{31D67C87-830A-5767-F4BC-6E3CF10A0E67}"/>
          </ac:spMkLst>
        </pc:spChg>
        <pc:spChg chg="add mod">
          <ac:chgData name="Vincenzo Massimiliano Gulisano" userId="887d7398-9e41-4331-abd4-9c23f064ea90" providerId="ADAL" clId="{8EA10870-6395-588A-9409-E8E4CA631CF7}" dt="2025-10-13T10:27:03.019" v="3478" actId="20577"/>
          <ac:spMkLst>
            <pc:docMk/>
            <pc:sldMk cId="981126977" sldId="513"/>
            <ac:spMk id="16" creationId="{53B7F993-61BA-F574-892B-EC62978015FA}"/>
          </ac:spMkLst>
        </pc:spChg>
        <pc:graphicFrameChg chg="add mod modGraphic">
          <ac:chgData name="Vincenzo Massimiliano Gulisano" userId="887d7398-9e41-4331-abd4-9c23f064ea90" providerId="ADAL" clId="{8EA10870-6395-588A-9409-E8E4CA631CF7}" dt="2025-10-13T10:16:52.258" v="3032" actId="20577"/>
          <ac:graphicFrameMkLst>
            <pc:docMk/>
            <pc:sldMk cId="981126977" sldId="513"/>
            <ac:graphicFrameMk id="15" creationId="{6220B527-CA18-9372-8F85-6DD13E7765A5}"/>
          </ac:graphicFrameMkLst>
        </pc:graphicFrameChg>
      </pc:sldChg>
      <pc:sldChg chg="modSp add mod modNotesTx">
        <pc:chgData name="Vincenzo Massimiliano Gulisano" userId="887d7398-9e41-4331-abd4-9c23f064ea90" providerId="ADAL" clId="{8EA10870-6395-588A-9409-E8E4CA631CF7}" dt="2025-10-13T14:36:00.437" v="4574" actId="20577"/>
        <pc:sldMkLst>
          <pc:docMk/>
          <pc:sldMk cId="1390151977" sldId="514"/>
        </pc:sldMkLst>
        <pc:spChg chg="mod">
          <ac:chgData name="Vincenzo Massimiliano Gulisano" userId="887d7398-9e41-4331-abd4-9c23f064ea90" providerId="ADAL" clId="{8EA10870-6395-588A-9409-E8E4CA631CF7}" dt="2025-10-13T14:36:00.437" v="4574" actId="20577"/>
          <ac:spMkLst>
            <pc:docMk/>
            <pc:sldMk cId="1390151977" sldId="514"/>
            <ac:spMk id="16" creationId="{DD076A5C-8164-A975-399F-C01AD7977BD6}"/>
          </ac:spMkLst>
        </pc:spChg>
        <pc:graphicFrameChg chg="mod">
          <ac:chgData name="Vincenzo Massimiliano Gulisano" userId="887d7398-9e41-4331-abd4-9c23f064ea90" providerId="ADAL" clId="{8EA10870-6395-588A-9409-E8E4CA631CF7}" dt="2025-10-13T10:18:20.029" v="3268" actId="20577"/>
          <ac:graphicFrameMkLst>
            <pc:docMk/>
            <pc:sldMk cId="1390151977" sldId="514"/>
            <ac:graphicFrameMk id="15" creationId="{F833C3AF-15D9-5673-D696-1903C9180014}"/>
          </ac:graphicFrameMkLst>
        </pc:graphicFrameChg>
      </pc:sldChg>
      <pc:sldChg chg="addSp delSp modSp add mod">
        <pc:chgData name="Vincenzo Massimiliano Gulisano" userId="887d7398-9e41-4331-abd4-9c23f064ea90" providerId="ADAL" clId="{8EA10870-6395-588A-9409-E8E4CA631CF7}" dt="2025-10-14T04:23:54.446" v="5117" actId="13926"/>
        <pc:sldMkLst>
          <pc:docMk/>
          <pc:sldMk cId="2073242206" sldId="515"/>
        </pc:sldMkLst>
        <pc:spChg chg="mod">
          <ac:chgData name="Vincenzo Massimiliano Gulisano" userId="887d7398-9e41-4331-abd4-9c23f064ea90" providerId="ADAL" clId="{8EA10870-6395-588A-9409-E8E4CA631CF7}" dt="2025-10-13T10:19:52.874" v="3376" actId="20577"/>
          <ac:spMkLst>
            <pc:docMk/>
            <pc:sldMk cId="2073242206" sldId="515"/>
            <ac:spMk id="2" creationId="{B200D477-75A9-5D69-A735-263B0668E56B}"/>
          </ac:spMkLst>
        </pc:spChg>
        <pc:spChg chg="add mod">
          <ac:chgData name="Vincenzo Massimiliano Gulisano" userId="887d7398-9e41-4331-abd4-9c23f064ea90" providerId="ADAL" clId="{8EA10870-6395-588A-9409-E8E4CA631CF7}" dt="2025-10-13T10:23:04.089" v="3445" actId="114"/>
          <ac:spMkLst>
            <pc:docMk/>
            <pc:sldMk cId="2073242206" sldId="515"/>
            <ac:spMk id="7" creationId="{7F463A20-5DA1-E381-AD3A-4F98D52987FD}"/>
          </ac:spMkLst>
        </pc:spChg>
        <pc:spChg chg="add mod">
          <ac:chgData name="Vincenzo Massimiliano Gulisano" userId="887d7398-9e41-4331-abd4-9c23f064ea90" providerId="ADAL" clId="{8EA10870-6395-588A-9409-E8E4CA631CF7}" dt="2025-10-14T04:23:54.446" v="5117" actId="13926"/>
          <ac:spMkLst>
            <pc:docMk/>
            <pc:sldMk cId="2073242206" sldId="515"/>
            <ac:spMk id="9" creationId="{9EDFA60B-332E-18C8-0954-5DA6A5B1C278}"/>
          </ac:spMkLst>
        </pc:spChg>
      </pc:sldChg>
      <pc:sldChg chg="modSp add mod">
        <pc:chgData name="Vincenzo Massimiliano Gulisano" userId="887d7398-9e41-4331-abd4-9c23f064ea90" providerId="ADAL" clId="{8EA10870-6395-588A-9409-E8E4CA631CF7}" dt="2025-10-13T10:29:50.948" v="3597" actId="207"/>
        <pc:sldMkLst>
          <pc:docMk/>
          <pc:sldMk cId="2992512675" sldId="516"/>
        </pc:sldMkLst>
        <pc:spChg chg="mod">
          <ac:chgData name="Vincenzo Massimiliano Gulisano" userId="887d7398-9e41-4331-abd4-9c23f064ea90" providerId="ADAL" clId="{8EA10870-6395-588A-9409-E8E4CA631CF7}" dt="2025-10-13T10:29:50.948" v="3597" actId="207"/>
          <ac:spMkLst>
            <pc:docMk/>
            <pc:sldMk cId="2992512675" sldId="516"/>
            <ac:spMk id="3" creationId="{2B2A2505-E3AC-97A6-787D-D49466E9C101}"/>
          </ac:spMkLst>
        </pc:spChg>
      </pc:sldChg>
      <pc:sldChg chg="delSp modSp add del mod setBg delDesignElem modNotesTx">
        <pc:chgData name="Vincenzo Massimiliano Gulisano" userId="887d7398-9e41-4331-abd4-9c23f064ea90" providerId="ADAL" clId="{8EA10870-6395-588A-9409-E8E4CA631CF7}" dt="2025-10-13T14:45:01.516" v="4943" actId="2696"/>
        <pc:sldMkLst>
          <pc:docMk/>
          <pc:sldMk cId="2925421995" sldId="517"/>
        </pc:sldMkLst>
      </pc:sldChg>
      <pc:sldChg chg="modSp add mod">
        <pc:chgData name="Vincenzo Massimiliano Gulisano" userId="887d7398-9e41-4331-abd4-9c23f064ea90" providerId="ADAL" clId="{8EA10870-6395-588A-9409-E8E4CA631CF7}" dt="2025-10-13T14:44:59.563" v="4942"/>
        <pc:sldMkLst>
          <pc:docMk/>
          <pc:sldMk cId="3648961678" sldId="518"/>
        </pc:sldMkLst>
        <pc:spChg chg="mod">
          <ac:chgData name="Vincenzo Massimiliano Gulisano" userId="887d7398-9e41-4331-abd4-9c23f064ea90" providerId="ADAL" clId="{8EA10870-6395-588A-9409-E8E4CA631CF7}" dt="2025-10-13T14:44:53.327" v="4941" actId="404"/>
          <ac:spMkLst>
            <pc:docMk/>
            <pc:sldMk cId="3648961678" sldId="518"/>
            <ac:spMk id="2" creationId="{6335DC0D-AB00-7A78-4E17-8F8DBAACD8AE}"/>
          </ac:spMkLst>
        </pc:spChg>
        <pc:spChg chg="mod">
          <ac:chgData name="Vincenzo Massimiliano Gulisano" userId="887d7398-9e41-4331-abd4-9c23f064ea90" providerId="ADAL" clId="{8EA10870-6395-588A-9409-E8E4CA631CF7}" dt="2025-10-13T14:44:59.563" v="4942"/>
          <ac:spMkLst>
            <pc:docMk/>
            <pc:sldMk cId="3648961678" sldId="518"/>
            <ac:spMk id="3" creationId="{396B2303-75EB-7173-4A2D-EF89EB75D76F}"/>
          </ac:spMkLst>
        </pc:spChg>
      </pc:sldChg>
      <pc:sldChg chg="addSp delSp modSp add mod">
        <pc:chgData name="Vincenzo Massimiliano Gulisano" userId="887d7398-9e41-4331-abd4-9c23f064ea90" providerId="ADAL" clId="{8EA10870-6395-588A-9409-E8E4CA631CF7}" dt="2025-10-14T04:26:30.896" v="5200" actId="20577"/>
        <pc:sldMkLst>
          <pc:docMk/>
          <pc:sldMk cId="2069753473" sldId="519"/>
        </pc:sldMkLst>
        <pc:spChg chg="mod">
          <ac:chgData name="Vincenzo Massimiliano Gulisano" userId="887d7398-9e41-4331-abd4-9c23f064ea90" providerId="ADAL" clId="{8EA10870-6395-588A-9409-E8E4CA631CF7}" dt="2025-10-14T04:26:30.896" v="5200" actId="20577"/>
          <ac:spMkLst>
            <pc:docMk/>
            <pc:sldMk cId="2069753473" sldId="519"/>
            <ac:spMk id="2" creationId="{C622A7C0-EA61-D79F-35E8-901712EE7A98}"/>
          </ac:spMkLst>
        </pc:spChg>
        <pc:spChg chg="mod">
          <ac:chgData name="Vincenzo Massimiliano Gulisano" userId="887d7398-9e41-4331-abd4-9c23f064ea90" providerId="ADAL" clId="{8EA10870-6395-588A-9409-E8E4CA631CF7}" dt="2025-10-14T04:24:31.735" v="5126" actId="1076"/>
          <ac:spMkLst>
            <pc:docMk/>
            <pc:sldMk cId="2069753473" sldId="519"/>
            <ac:spMk id="9" creationId="{84294DAE-A7C0-5DD3-79A7-3F8705B412B2}"/>
          </ac:spMkLst>
        </pc:spChg>
        <pc:graphicFrameChg chg="add mod modGraphic">
          <ac:chgData name="Vincenzo Massimiliano Gulisano" userId="887d7398-9e41-4331-abd4-9c23f064ea90" providerId="ADAL" clId="{8EA10870-6395-588A-9409-E8E4CA631CF7}" dt="2025-10-14T04:25:38.278" v="5137" actId="1076"/>
          <ac:graphicFrameMkLst>
            <pc:docMk/>
            <pc:sldMk cId="2069753473" sldId="519"/>
            <ac:graphicFrameMk id="10" creationId="{A9007D0D-A8D3-AC8D-88EB-F1A611CA9143}"/>
          </ac:graphicFrameMkLst>
        </pc:graphicFrameChg>
        <pc:cxnChg chg="add mod">
          <ac:chgData name="Vincenzo Massimiliano Gulisano" userId="887d7398-9e41-4331-abd4-9c23f064ea90" providerId="ADAL" clId="{8EA10870-6395-588A-9409-E8E4CA631CF7}" dt="2025-10-14T04:26:16.583" v="5150" actId="1036"/>
          <ac:cxnSpMkLst>
            <pc:docMk/>
            <pc:sldMk cId="2069753473" sldId="519"/>
            <ac:cxnSpMk id="15" creationId="{B46400BD-798D-238A-135B-D09196EB6FEF}"/>
          </ac:cxnSpMkLst>
        </pc:cxnChg>
      </pc:sldChg>
    </pc:docChg>
  </pc:docChgLst>
  <pc:docChgLst>
    <pc:chgData name="Vincenzo Massimiliano Gulisano" userId="887d7398-9e41-4331-abd4-9c23f064ea90" providerId="ADAL" clId="{5476F406-CA94-4A43-8A40-52F4D1C72801}"/>
    <pc:docChg chg="modSld">
      <pc:chgData name="Vincenzo Massimiliano Gulisano" userId="887d7398-9e41-4331-abd4-9c23f064ea90" providerId="ADAL" clId="{5476F406-CA94-4A43-8A40-52F4D1C72801}" dt="2023-10-12T05:55:18.975" v="12" actId="20577"/>
      <pc:docMkLst>
        <pc:docMk/>
      </pc:docMkLst>
      <pc:sldChg chg="modSp mod">
        <pc:chgData name="Vincenzo Massimiliano Gulisano" userId="887d7398-9e41-4331-abd4-9c23f064ea90" providerId="ADAL" clId="{5476F406-CA94-4A43-8A40-52F4D1C72801}" dt="2023-10-12T05:55:18.975" v="12" actId="20577"/>
        <pc:sldMkLst>
          <pc:docMk/>
          <pc:sldMk cId="1512327882" sldId="30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81F72F-4D09-CB4D-8A41-C707CC21CDF4}"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B7A8FD33-64CC-7849-85BA-76B94489E38D}">
      <dgm:prSet phldrT="[Text]"/>
      <dgm:spPr/>
      <dgm:t>
        <a:bodyPr/>
        <a:lstStyle/>
        <a:p>
          <a:pPr algn="l"/>
          <a:r>
            <a:rPr lang="en-US" dirty="0" err="1"/>
            <a:t>cpu</a:t>
          </a:r>
          <a:endParaRPr lang="en-US" dirty="0"/>
        </a:p>
      </dgm:t>
    </dgm:pt>
    <dgm:pt modelId="{0103B747-FA56-3C45-AE8F-902A2D05EBE0}" type="parTrans" cxnId="{0DD18991-50BD-C74E-9205-9634ED71E14E}">
      <dgm:prSet/>
      <dgm:spPr/>
      <dgm:t>
        <a:bodyPr/>
        <a:lstStyle/>
        <a:p>
          <a:pPr algn="l"/>
          <a:endParaRPr lang="en-US"/>
        </a:p>
      </dgm:t>
    </dgm:pt>
    <dgm:pt modelId="{2F5382E8-6F98-5940-92DD-AFCF4CE7B1C2}" type="sibTrans" cxnId="{0DD18991-50BD-C74E-9205-9634ED71E14E}">
      <dgm:prSet/>
      <dgm:spPr/>
      <dgm:t>
        <a:bodyPr/>
        <a:lstStyle/>
        <a:p>
          <a:pPr algn="l"/>
          <a:endParaRPr lang="en-US"/>
        </a:p>
      </dgm:t>
    </dgm:pt>
    <dgm:pt modelId="{8CB43F45-AF65-384F-A8CE-92B4D019A27A}">
      <dgm:prSet phldrT="[Text]"/>
      <dgm:spPr/>
      <dgm:t>
        <a:bodyPr/>
        <a:lstStyle/>
        <a:p>
          <a:pPr algn="l"/>
          <a:r>
            <a:rPr lang="en-US" dirty="0" err="1"/>
            <a:t>system.slice</a:t>
          </a:r>
          <a:r>
            <a:rPr lang="en-US" dirty="0"/>
            <a:t>: 100</a:t>
          </a:r>
        </a:p>
      </dgm:t>
    </dgm:pt>
    <dgm:pt modelId="{1BF861E7-4719-DE42-83E5-A38007E15F76}" type="parTrans" cxnId="{EED95FF6-4144-2243-8F6E-8404553A5E6C}">
      <dgm:prSet/>
      <dgm:spPr/>
      <dgm:t>
        <a:bodyPr/>
        <a:lstStyle/>
        <a:p>
          <a:pPr algn="l"/>
          <a:endParaRPr lang="en-US"/>
        </a:p>
      </dgm:t>
    </dgm:pt>
    <dgm:pt modelId="{B9EF5124-B7B5-2747-AF06-7B6FE14F8330}" type="sibTrans" cxnId="{EED95FF6-4144-2243-8F6E-8404553A5E6C}">
      <dgm:prSet/>
      <dgm:spPr/>
      <dgm:t>
        <a:bodyPr/>
        <a:lstStyle/>
        <a:p>
          <a:pPr algn="l"/>
          <a:endParaRPr lang="en-US"/>
        </a:p>
      </dgm:t>
    </dgm:pt>
    <dgm:pt modelId="{74AC96D5-2DF8-AF47-8FF4-4E31B52501F8}">
      <dgm:prSet phldrT="[Text]"/>
      <dgm:spPr/>
      <dgm:t>
        <a:bodyPr/>
        <a:lstStyle/>
        <a:p>
          <a:pPr algn="l"/>
          <a:r>
            <a:rPr lang="en-US" dirty="0" err="1"/>
            <a:t>user.slice</a:t>
          </a:r>
          <a:r>
            <a:rPr lang="en-US" dirty="0"/>
            <a:t>: 100</a:t>
          </a:r>
        </a:p>
      </dgm:t>
    </dgm:pt>
    <dgm:pt modelId="{10A03306-4D29-094A-92D5-3443B40DE1A9}" type="parTrans" cxnId="{3A6CB55C-2157-C140-A80D-1EF2B9ADE1CC}">
      <dgm:prSet/>
      <dgm:spPr/>
      <dgm:t>
        <a:bodyPr/>
        <a:lstStyle/>
        <a:p>
          <a:pPr algn="l"/>
          <a:endParaRPr lang="en-US"/>
        </a:p>
      </dgm:t>
    </dgm:pt>
    <dgm:pt modelId="{7F9E80D2-A5C4-F349-8B02-1B8A2AB97B02}" type="sibTrans" cxnId="{3A6CB55C-2157-C140-A80D-1EF2B9ADE1CC}">
      <dgm:prSet/>
      <dgm:spPr/>
      <dgm:t>
        <a:bodyPr/>
        <a:lstStyle/>
        <a:p>
          <a:pPr algn="l"/>
          <a:endParaRPr lang="en-US"/>
        </a:p>
      </dgm:t>
    </dgm:pt>
    <dgm:pt modelId="{DEDF35E4-013B-484A-B5D3-376E60E79719}">
      <dgm:prSet phldrT="[Text]"/>
      <dgm:spPr/>
      <dgm:t>
        <a:bodyPr/>
        <a:lstStyle/>
        <a:p>
          <a:pPr algn="l"/>
          <a:r>
            <a:rPr lang="en-US" dirty="0" err="1"/>
            <a:t>machine.slice</a:t>
          </a:r>
          <a:r>
            <a:rPr lang="en-US" dirty="0"/>
            <a:t>: 100</a:t>
          </a:r>
        </a:p>
      </dgm:t>
    </dgm:pt>
    <dgm:pt modelId="{4CAB522A-E3F0-8642-8774-0B6F6E2284B5}" type="parTrans" cxnId="{E9156408-4448-974C-8D5A-95E9140AB1B2}">
      <dgm:prSet/>
      <dgm:spPr/>
      <dgm:t>
        <a:bodyPr/>
        <a:lstStyle/>
        <a:p>
          <a:pPr algn="l"/>
          <a:endParaRPr lang="en-US"/>
        </a:p>
      </dgm:t>
    </dgm:pt>
    <dgm:pt modelId="{A875DAF4-A67E-374A-9461-951AF020DA70}" type="sibTrans" cxnId="{E9156408-4448-974C-8D5A-95E9140AB1B2}">
      <dgm:prSet/>
      <dgm:spPr/>
      <dgm:t>
        <a:bodyPr/>
        <a:lstStyle/>
        <a:p>
          <a:pPr algn="l"/>
          <a:endParaRPr lang="en-US"/>
        </a:p>
      </dgm:t>
    </dgm:pt>
    <dgm:pt modelId="{1E5367B6-CFBA-604A-9DDA-EB50B4C27376}">
      <dgm:prSet phldrT="[Text]"/>
      <dgm:spPr/>
      <dgm:t>
        <a:bodyPr/>
        <a:lstStyle/>
        <a:p>
          <a:pPr algn="l"/>
          <a:r>
            <a:rPr lang="en-US" dirty="0"/>
            <a:t>memory</a:t>
          </a:r>
        </a:p>
      </dgm:t>
    </dgm:pt>
    <dgm:pt modelId="{91E63B35-AECD-574D-9EE6-F6FBF067C69F}" type="parTrans" cxnId="{16E2382C-FD44-B74A-B3ED-CE721A984B02}">
      <dgm:prSet/>
      <dgm:spPr/>
      <dgm:t>
        <a:bodyPr/>
        <a:lstStyle/>
        <a:p>
          <a:pPr algn="l"/>
          <a:endParaRPr lang="en-US"/>
        </a:p>
      </dgm:t>
    </dgm:pt>
    <dgm:pt modelId="{BE043FFC-2771-554B-BEDC-C9A163F6D12D}" type="sibTrans" cxnId="{16E2382C-FD44-B74A-B3ED-CE721A984B02}">
      <dgm:prSet/>
      <dgm:spPr/>
      <dgm:t>
        <a:bodyPr/>
        <a:lstStyle/>
        <a:p>
          <a:pPr algn="l"/>
          <a:endParaRPr lang="en-US"/>
        </a:p>
      </dgm:t>
    </dgm:pt>
    <dgm:pt modelId="{FDB5AC5E-93ED-C249-AED7-62B62BB3080F}">
      <dgm:prSet phldrT="[Text]"/>
      <dgm:spPr/>
      <dgm:t>
        <a:bodyPr/>
        <a:lstStyle/>
        <a:p>
          <a:pPr algn="l"/>
          <a:r>
            <a:rPr lang="en-US" dirty="0"/>
            <a:t>G1: 100</a:t>
          </a:r>
        </a:p>
      </dgm:t>
    </dgm:pt>
    <dgm:pt modelId="{B4750D02-3A12-4843-A8EA-89BEA9E02A03}" type="parTrans" cxnId="{E705B654-D2EB-F94C-86B9-900BB526EA3D}">
      <dgm:prSet/>
      <dgm:spPr/>
      <dgm:t>
        <a:bodyPr/>
        <a:lstStyle/>
        <a:p>
          <a:pPr algn="l"/>
          <a:endParaRPr lang="en-US"/>
        </a:p>
      </dgm:t>
    </dgm:pt>
    <dgm:pt modelId="{BEE4C169-2F37-7647-B3F3-17625305E404}" type="sibTrans" cxnId="{E705B654-D2EB-F94C-86B9-900BB526EA3D}">
      <dgm:prSet/>
      <dgm:spPr/>
      <dgm:t>
        <a:bodyPr/>
        <a:lstStyle/>
        <a:p>
          <a:pPr algn="l"/>
          <a:endParaRPr lang="en-US"/>
        </a:p>
      </dgm:t>
    </dgm:pt>
    <dgm:pt modelId="{01E5353B-FD2A-9F46-9E78-77F83C7AAFE2}">
      <dgm:prSet phldrT="[Text]"/>
      <dgm:spPr/>
      <dgm:t>
        <a:bodyPr/>
        <a:lstStyle/>
        <a:p>
          <a:pPr algn="l"/>
          <a:r>
            <a:rPr lang="en-US" dirty="0"/>
            <a:t>G1.A: 1000</a:t>
          </a:r>
        </a:p>
      </dgm:t>
    </dgm:pt>
    <dgm:pt modelId="{506A974A-5E41-F740-A80C-99DAC2F10318}" type="parTrans" cxnId="{14E6F9DF-D5F4-A34F-9ACC-094B5B7663F6}">
      <dgm:prSet/>
      <dgm:spPr/>
      <dgm:t>
        <a:bodyPr/>
        <a:lstStyle/>
        <a:p>
          <a:pPr algn="l"/>
          <a:endParaRPr lang="en-US"/>
        </a:p>
      </dgm:t>
    </dgm:pt>
    <dgm:pt modelId="{5F53D1E6-D971-2B4C-ADF4-9D3A302E8854}" type="sibTrans" cxnId="{14E6F9DF-D5F4-A34F-9ACC-094B5B7663F6}">
      <dgm:prSet/>
      <dgm:spPr/>
      <dgm:t>
        <a:bodyPr/>
        <a:lstStyle/>
        <a:p>
          <a:pPr algn="l"/>
          <a:endParaRPr lang="en-US"/>
        </a:p>
      </dgm:t>
    </dgm:pt>
    <dgm:pt modelId="{A16122A4-16C2-754A-82C5-4050539EBC39}">
      <dgm:prSet phldrT="[Text]"/>
      <dgm:spPr/>
      <dgm:t>
        <a:bodyPr/>
        <a:lstStyle/>
        <a:p>
          <a:pPr algn="l"/>
          <a:r>
            <a:rPr lang="en-US" dirty="0"/>
            <a:t>G1.B: 10000</a:t>
          </a:r>
        </a:p>
      </dgm:t>
    </dgm:pt>
    <dgm:pt modelId="{346AFDE3-127B-F645-98DC-457A1C53E1AD}" type="parTrans" cxnId="{41D65687-0287-B64A-82D0-3EF4AA492EBD}">
      <dgm:prSet/>
      <dgm:spPr/>
      <dgm:t>
        <a:bodyPr/>
        <a:lstStyle/>
        <a:p>
          <a:pPr algn="l"/>
          <a:endParaRPr lang="en-US"/>
        </a:p>
      </dgm:t>
    </dgm:pt>
    <dgm:pt modelId="{F85D852E-ED5B-4D4E-A3DE-93FB83EFC146}" type="sibTrans" cxnId="{41D65687-0287-B64A-82D0-3EF4AA492EBD}">
      <dgm:prSet/>
      <dgm:spPr/>
      <dgm:t>
        <a:bodyPr/>
        <a:lstStyle/>
        <a:p>
          <a:pPr algn="l"/>
          <a:endParaRPr lang="en-US"/>
        </a:p>
      </dgm:t>
    </dgm:pt>
    <dgm:pt modelId="{183789F8-308F-4741-B6EE-9C38D5A2560B}">
      <dgm:prSet phldrT="[Text]"/>
      <dgm:spPr/>
      <dgm:t>
        <a:bodyPr/>
        <a:lstStyle/>
        <a:p>
          <a:pPr algn="l"/>
          <a:r>
            <a:rPr lang="en-US" dirty="0"/>
            <a:t>...</a:t>
          </a:r>
        </a:p>
      </dgm:t>
    </dgm:pt>
    <dgm:pt modelId="{E880012D-C2DF-454F-8DDD-64B7AB914CC2}" type="parTrans" cxnId="{DE8D6FC5-F941-CD45-9904-93FC2E3F8C05}">
      <dgm:prSet/>
      <dgm:spPr/>
      <dgm:t>
        <a:bodyPr/>
        <a:lstStyle/>
        <a:p>
          <a:pPr algn="l"/>
          <a:endParaRPr lang="en-US"/>
        </a:p>
      </dgm:t>
    </dgm:pt>
    <dgm:pt modelId="{01C7F845-D701-A949-B94A-E834E8E739ED}" type="sibTrans" cxnId="{DE8D6FC5-F941-CD45-9904-93FC2E3F8C05}">
      <dgm:prSet/>
      <dgm:spPr/>
      <dgm:t>
        <a:bodyPr/>
        <a:lstStyle/>
        <a:p>
          <a:pPr algn="l"/>
          <a:endParaRPr lang="en-US"/>
        </a:p>
      </dgm:t>
    </dgm:pt>
    <dgm:pt modelId="{3BAF3EEF-9565-6042-8FC0-DC593D4C7D8A}" type="pres">
      <dgm:prSet presAssocID="{D881F72F-4D09-CB4D-8A41-C707CC21CDF4}" presName="diagram" presStyleCnt="0">
        <dgm:presLayoutVars>
          <dgm:chPref val="1"/>
          <dgm:dir/>
          <dgm:animOne val="branch"/>
          <dgm:animLvl val="lvl"/>
          <dgm:resizeHandles val="exact"/>
        </dgm:presLayoutVars>
      </dgm:prSet>
      <dgm:spPr/>
    </dgm:pt>
    <dgm:pt modelId="{86859A13-63DD-4D43-8F6B-312A115AA8F0}" type="pres">
      <dgm:prSet presAssocID="{B7A8FD33-64CC-7849-85BA-76B94489E38D}" presName="root1" presStyleCnt="0"/>
      <dgm:spPr/>
    </dgm:pt>
    <dgm:pt modelId="{49CC1093-40B2-C147-AC47-ABC48226D365}" type="pres">
      <dgm:prSet presAssocID="{B7A8FD33-64CC-7849-85BA-76B94489E38D}" presName="LevelOneTextNode" presStyleLbl="node0" presStyleIdx="0" presStyleCnt="3">
        <dgm:presLayoutVars>
          <dgm:chPref val="3"/>
        </dgm:presLayoutVars>
      </dgm:prSet>
      <dgm:spPr/>
    </dgm:pt>
    <dgm:pt modelId="{35F263DC-545D-8840-A906-0B12BBD5674D}" type="pres">
      <dgm:prSet presAssocID="{B7A8FD33-64CC-7849-85BA-76B94489E38D}" presName="level2hierChild" presStyleCnt="0"/>
      <dgm:spPr/>
    </dgm:pt>
    <dgm:pt modelId="{C73A51B7-EDE6-2449-BE87-C2D26522C2DF}" type="pres">
      <dgm:prSet presAssocID="{1BF861E7-4719-DE42-83E5-A38007E15F76}" presName="conn2-1" presStyleLbl="parChTrans1D2" presStyleIdx="0" presStyleCnt="4"/>
      <dgm:spPr/>
    </dgm:pt>
    <dgm:pt modelId="{4C4A6B2A-07E2-BA40-959F-70B296B3187F}" type="pres">
      <dgm:prSet presAssocID="{1BF861E7-4719-DE42-83E5-A38007E15F76}" presName="connTx" presStyleLbl="parChTrans1D2" presStyleIdx="0" presStyleCnt="4"/>
      <dgm:spPr/>
    </dgm:pt>
    <dgm:pt modelId="{240423C4-050A-E24D-AA55-9D796EE9EEC4}" type="pres">
      <dgm:prSet presAssocID="{8CB43F45-AF65-384F-A8CE-92B4D019A27A}" presName="root2" presStyleCnt="0"/>
      <dgm:spPr/>
    </dgm:pt>
    <dgm:pt modelId="{0F576B43-37AB-BF4A-9E62-28D535FF98BF}" type="pres">
      <dgm:prSet presAssocID="{8CB43F45-AF65-384F-A8CE-92B4D019A27A}" presName="LevelTwoTextNode" presStyleLbl="node2" presStyleIdx="0" presStyleCnt="4" custScaleX="165644">
        <dgm:presLayoutVars>
          <dgm:chPref val="3"/>
        </dgm:presLayoutVars>
      </dgm:prSet>
      <dgm:spPr/>
    </dgm:pt>
    <dgm:pt modelId="{6DA316EC-140E-9840-B7D1-9C96CCF65E50}" type="pres">
      <dgm:prSet presAssocID="{8CB43F45-AF65-384F-A8CE-92B4D019A27A}" presName="level3hierChild" presStyleCnt="0"/>
      <dgm:spPr/>
    </dgm:pt>
    <dgm:pt modelId="{4E7ECC11-A645-6F4F-9FD7-912317913997}" type="pres">
      <dgm:prSet presAssocID="{10A03306-4D29-094A-92D5-3443B40DE1A9}" presName="conn2-1" presStyleLbl="parChTrans1D2" presStyleIdx="1" presStyleCnt="4"/>
      <dgm:spPr/>
    </dgm:pt>
    <dgm:pt modelId="{091B59F1-371F-2B4E-ACA3-FE0AF84A0009}" type="pres">
      <dgm:prSet presAssocID="{10A03306-4D29-094A-92D5-3443B40DE1A9}" presName="connTx" presStyleLbl="parChTrans1D2" presStyleIdx="1" presStyleCnt="4"/>
      <dgm:spPr/>
    </dgm:pt>
    <dgm:pt modelId="{5DAD19E9-2C19-7D43-B100-576D4E3E1F45}" type="pres">
      <dgm:prSet presAssocID="{74AC96D5-2DF8-AF47-8FF4-4E31B52501F8}" presName="root2" presStyleCnt="0"/>
      <dgm:spPr/>
    </dgm:pt>
    <dgm:pt modelId="{6F8BED3C-E1A7-C541-9627-9DDAB29CF7CB}" type="pres">
      <dgm:prSet presAssocID="{74AC96D5-2DF8-AF47-8FF4-4E31B52501F8}" presName="LevelTwoTextNode" presStyleLbl="node2" presStyleIdx="1" presStyleCnt="4" custScaleX="165644">
        <dgm:presLayoutVars>
          <dgm:chPref val="3"/>
        </dgm:presLayoutVars>
      </dgm:prSet>
      <dgm:spPr/>
    </dgm:pt>
    <dgm:pt modelId="{ACDC07FD-55FF-2D49-A085-F219C125FEB1}" type="pres">
      <dgm:prSet presAssocID="{74AC96D5-2DF8-AF47-8FF4-4E31B52501F8}" presName="level3hierChild" presStyleCnt="0"/>
      <dgm:spPr/>
    </dgm:pt>
    <dgm:pt modelId="{0FC5E7D8-90D7-A648-8279-47C304C81D93}" type="pres">
      <dgm:prSet presAssocID="{4CAB522A-E3F0-8642-8774-0B6F6E2284B5}" presName="conn2-1" presStyleLbl="parChTrans1D2" presStyleIdx="2" presStyleCnt="4"/>
      <dgm:spPr/>
    </dgm:pt>
    <dgm:pt modelId="{7FC592D3-B46D-334C-A597-9A10E5FB8F5F}" type="pres">
      <dgm:prSet presAssocID="{4CAB522A-E3F0-8642-8774-0B6F6E2284B5}" presName="connTx" presStyleLbl="parChTrans1D2" presStyleIdx="2" presStyleCnt="4"/>
      <dgm:spPr/>
    </dgm:pt>
    <dgm:pt modelId="{E6CA4AB7-11C6-4C4B-B0B5-CDBF04FB612F}" type="pres">
      <dgm:prSet presAssocID="{DEDF35E4-013B-484A-B5D3-376E60E79719}" presName="root2" presStyleCnt="0"/>
      <dgm:spPr/>
    </dgm:pt>
    <dgm:pt modelId="{A65196F4-3AD6-2D49-AAC8-6633CE2FFF6E}" type="pres">
      <dgm:prSet presAssocID="{DEDF35E4-013B-484A-B5D3-376E60E79719}" presName="LevelTwoTextNode" presStyleLbl="node2" presStyleIdx="2" presStyleCnt="4" custScaleX="165644">
        <dgm:presLayoutVars>
          <dgm:chPref val="3"/>
        </dgm:presLayoutVars>
      </dgm:prSet>
      <dgm:spPr/>
    </dgm:pt>
    <dgm:pt modelId="{430B9CCF-319C-574D-9B96-B30F12365921}" type="pres">
      <dgm:prSet presAssocID="{DEDF35E4-013B-484A-B5D3-376E60E79719}" presName="level3hierChild" presStyleCnt="0"/>
      <dgm:spPr/>
    </dgm:pt>
    <dgm:pt modelId="{4AA3F85E-50FA-DC45-A738-1F4D7AD9A8D1}" type="pres">
      <dgm:prSet presAssocID="{B4750D02-3A12-4843-A8EA-89BEA9E02A03}" presName="conn2-1" presStyleLbl="parChTrans1D2" presStyleIdx="3" presStyleCnt="4"/>
      <dgm:spPr/>
    </dgm:pt>
    <dgm:pt modelId="{17652485-1649-364A-8C56-37452A0643AB}" type="pres">
      <dgm:prSet presAssocID="{B4750D02-3A12-4843-A8EA-89BEA9E02A03}" presName="connTx" presStyleLbl="parChTrans1D2" presStyleIdx="3" presStyleCnt="4"/>
      <dgm:spPr/>
    </dgm:pt>
    <dgm:pt modelId="{C9E668C3-352C-9040-820C-133379253FE5}" type="pres">
      <dgm:prSet presAssocID="{FDB5AC5E-93ED-C249-AED7-62B62BB3080F}" presName="root2" presStyleCnt="0"/>
      <dgm:spPr/>
    </dgm:pt>
    <dgm:pt modelId="{BA0E7A4B-0638-E642-9F33-51FE69B41A45}" type="pres">
      <dgm:prSet presAssocID="{FDB5AC5E-93ED-C249-AED7-62B62BB3080F}" presName="LevelTwoTextNode" presStyleLbl="node2" presStyleIdx="3" presStyleCnt="4" custScaleX="165644">
        <dgm:presLayoutVars>
          <dgm:chPref val="3"/>
        </dgm:presLayoutVars>
      </dgm:prSet>
      <dgm:spPr/>
    </dgm:pt>
    <dgm:pt modelId="{153BCDBB-9561-A24F-BD59-B970DD4BB7A5}" type="pres">
      <dgm:prSet presAssocID="{FDB5AC5E-93ED-C249-AED7-62B62BB3080F}" presName="level3hierChild" presStyleCnt="0"/>
      <dgm:spPr/>
    </dgm:pt>
    <dgm:pt modelId="{10367FE3-4442-584F-8A30-674D2E1B7835}" type="pres">
      <dgm:prSet presAssocID="{506A974A-5E41-F740-A80C-99DAC2F10318}" presName="conn2-1" presStyleLbl="parChTrans1D3" presStyleIdx="0" presStyleCnt="2"/>
      <dgm:spPr/>
    </dgm:pt>
    <dgm:pt modelId="{9C1880CA-7931-E54D-BE27-2E625FB62CA3}" type="pres">
      <dgm:prSet presAssocID="{506A974A-5E41-F740-A80C-99DAC2F10318}" presName="connTx" presStyleLbl="parChTrans1D3" presStyleIdx="0" presStyleCnt="2"/>
      <dgm:spPr/>
    </dgm:pt>
    <dgm:pt modelId="{1759A3E0-7360-BC49-83D1-757D72103529}" type="pres">
      <dgm:prSet presAssocID="{01E5353B-FD2A-9F46-9E78-77F83C7AAFE2}" presName="root2" presStyleCnt="0"/>
      <dgm:spPr/>
    </dgm:pt>
    <dgm:pt modelId="{1ACC7078-712D-0C4D-B588-196CF28E1BBB}" type="pres">
      <dgm:prSet presAssocID="{01E5353B-FD2A-9F46-9E78-77F83C7AAFE2}" presName="LevelTwoTextNode" presStyleLbl="node3" presStyleIdx="0" presStyleCnt="2">
        <dgm:presLayoutVars>
          <dgm:chPref val="3"/>
        </dgm:presLayoutVars>
      </dgm:prSet>
      <dgm:spPr/>
    </dgm:pt>
    <dgm:pt modelId="{54A427EE-454E-0741-B24B-F850A641428F}" type="pres">
      <dgm:prSet presAssocID="{01E5353B-FD2A-9F46-9E78-77F83C7AAFE2}" presName="level3hierChild" presStyleCnt="0"/>
      <dgm:spPr/>
    </dgm:pt>
    <dgm:pt modelId="{716B549F-6904-7542-A54E-CA96410F003D}" type="pres">
      <dgm:prSet presAssocID="{346AFDE3-127B-F645-98DC-457A1C53E1AD}" presName="conn2-1" presStyleLbl="parChTrans1D3" presStyleIdx="1" presStyleCnt="2"/>
      <dgm:spPr/>
    </dgm:pt>
    <dgm:pt modelId="{189F245C-AC1F-6D45-893D-CD7E056A6B8D}" type="pres">
      <dgm:prSet presAssocID="{346AFDE3-127B-F645-98DC-457A1C53E1AD}" presName="connTx" presStyleLbl="parChTrans1D3" presStyleIdx="1" presStyleCnt="2"/>
      <dgm:spPr/>
    </dgm:pt>
    <dgm:pt modelId="{018EE9C6-18BD-4642-84D9-F1785C10E461}" type="pres">
      <dgm:prSet presAssocID="{A16122A4-16C2-754A-82C5-4050539EBC39}" presName="root2" presStyleCnt="0"/>
      <dgm:spPr/>
    </dgm:pt>
    <dgm:pt modelId="{1D67D980-F918-2C47-832E-334203AE2C65}" type="pres">
      <dgm:prSet presAssocID="{A16122A4-16C2-754A-82C5-4050539EBC39}" presName="LevelTwoTextNode" presStyleLbl="node3" presStyleIdx="1" presStyleCnt="2">
        <dgm:presLayoutVars>
          <dgm:chPref val="3"/>
        </dgm:presLayoutVars>
      </dgm:prSet>
      <dgm:spPr/>
    </dgm:pt>
    <dgm:pt modelId="{091CDE5E-CD3D-F248-8D8E-E789A20DF5A0}" type="pres">
      <dgm:prSet presAssocID="{A16122A4-16C2-754A-82C5-4050539EBC39}" presName="level3hierChild" presStyleCnt="0"/>
      <dgm:spPr/>
    </dgm:pt>
    <dgm:pt modelId="{37408BAF-25F8-D247-897D-3E63BF31E231}" type="pres">
      <dgm:prSet presAssocID="{1E5367B6-CFBA-604A-9DDA-EB50B4C27376}" presName="root1" presStyleCnt="0"/>
      <dgm:spPr/>
    </dgm:pt>
    <dgm:pt modelId="{729CD538-310C-6147-8D8A-3390ED83F690}" type="pres">
      <dgm:prSet presAssocID="{1E5367B6-CFBA-604A-9DDA-EB50B4C27376}" presName="LevelOneTextNode" presStyleLbl="node0" presStyleIdx="1" presStyleCnt="3">
        <dgm:presLayoutVars>
          <dgm:chPref val="3"/>
        </dgm:presLayoutVars>
      </dgm:prSet>
      <dgm:spPr/>
    </dgm:pt>
    <dgm:pt modelId="{0F34C7D3-8BE7-0043-8453-5083CDBDA25D}" type="pres">
      <dgm:prSet presAssocID="{1E5367B6-CFBA-604A-9DDA-EB50B4C27376}" presName="level2hierChild" presStyleCnt="0"/>
      <dgm:spPr/>
    </dgm:pt>
    <dgm:pt modelId="{8B0EF5D3-8310-314A-B040-10F888FAA42E}" type="pres">
      <dgm:prSet presAssocID="{183789F8-308F-4741-B6EE-9C38D5A2560B}" presName="root1" presStyleCnt="0"/>
      <dgm:spPr/>
    </dgm:pt>
    <dgm:pt modelId="{42551D6B-D4D9-9D4A-94BF-C50CD91B9ECC}" type="pres">
      <dgm:prSet presAssocID="{183789F8-308F-4741-B6EE-9C38D5A2560B}" presName="LevelOneTextNode" presStyleLbl="node0" presStyleIdx="2" presStyleCnt="3">
        <dgm:presLayoutVars>
          <dgm:chPref val="3"/>
        </dgm:presLayoutVars>
      </dgm:prSet>
      <dgm:spPr/>
    </dgm:pt>
    <dgm:pt modelId="{16543053-74FB-1B44-8D58-80F14EAE5789}" type="pres">
      <dgm:prSet presAssocID="{183789F8-308F-4741-B6EE-9C38D5A2560B}" presName="level2hierChild" presStyleCnt="0"/>
      <dgm:spPr/>
    </dgm:pt>
  </dgm:ptLst>
  <dgm:cxnLst>
    <dgm:cxn modelId="{0BE8B907-663E-E645-A35A-11A01E2E9048}" type="presOf" srcId="{506A974A-5E41-F740-A80C-99DAC2F10318}" destId="{9C1880CA-7931-E54D-BE27-2E625FB62CA3}" srcOrd="1" destOrd="0" presId="urn:microsoft.com/office/officeart/2005/8/layout/hierarchy2"/>
    <dgm:cxn modelId="{E9156408-4448-974C-8D5A-95E9140AB1B2}" srcId="{B7A8FD33-64CC-7849-85BA-76B94489E38D}" destId="{DEDF35E4-013B-484A-B5D3-376E60E79719}" srcOrd="2" destOrd="0" parTransId="{4CAB522A-E3F0-8642-8774-0B6F6E2284B5}" sibTransId="{A875DAF4-A67E-374A-9461-951AF020DA70}"/>
    <dgm:cxn modelId="{2C005D0A-35F3-1E46-AABE-89E63E043303}" type="presOf" srcId="{4CAB522A-E3F0-8642-8774-0B6F6E2284B5}" destId="{7FC592D3-B46D-334C-A597-9A10E5FB8F5F}" srcOrd="1" destOrd="0" presId="urn:microsoft.com/office/officeart/2005/8/layout/hierarchy2"/>
    <dgm:cxn modelId="{4AF35218-9C7B-484C-AAC3-DB6EC0E8D98C}" type="presOf" srcId="{DEDF35E4-013B-484A-B5D3-376E60E79719}" destId="{A65196F4-3AD6-2D49-AAC8-6633CE2FFF6E}" srcOrd="0" destOrd="0" presId="urn:microsoft.com/office/officeart/2005/8/layout/hierarchy2"/>
    <dgm:cxn modelId="{3DAF2919-7294-5E42-9DB1-0E9E2FDF456C}" type="presOf" srcId="{10A03306-4D29-094A-92D5-3443B40DE1A9}" destId="{091B59F1-371F-2B4E-ACA3-FE0AF84A0009}" srcOrd="1" destOrd="0" presId="urn:microsoft.com/office/officeart/2005/8/layout/hierarchy2"/>
    <dgm:cxn modelId="{B283BB22-98F4-6B44-BF3F-7975C0B530E1}" type="presOf" srcId="{D881F72F-4D09-CB4D-8A41-C707CC21CDF4}" destId="{3BAF3EEF-9565-6042-8FC0-DC593D4C7D8A}" srcOrd="0" destOrd="0" presId="urn:microsoft.com/office/officeart/2005/8/layout/hierarchy2"/>
    <dgm:cxn modelId="{96DC8224-4BAA-7449-A88F-1ABD110CF503}" type="presOf" srcId="{B4750D02-3A12-4843-A8EA-89BEA9E02A03}" destId="{4AA3F85E-50FA-DC45-A738-1F4D7AD9A8D1}" srcOrd="0" destOrd="0" presId="urn:microsoft.com/office/officeart/2005/8/layout/hierarchy2"/>
    <dgm:cxn modelId="{26172726-FE79-4A42-919D-4319652E9CCE}" type="presOf" srcId="{B7A8FD33-64CC-7849-85BA-76B94489E38D}" destId="{49CC1093-40B2-C147-AC47-ABC48226D365}" srcOrd="0" destOrd="0" presId="urn:microsoft.com/office/officeart/2005/8/layout/hierarchy2"/>
    <dgm:cxn modelId="{16E2382C-FD44-B74A-B3ED-CE721A984B02}" srcId="{D881F72F-4D09-CB4D-8A41-C707CC21CDF4}" destId="{1E5367B6-CFBA-604A-9DDA-EB50B4C27376}" srcOrd="1" destOrd="0" parTransId="{91E63B35-AECD-574D-9EE6-F6FBF067C69F}" sibTransId="{BE043FFC-2771-554B-BEDC-C9A163F6D12D}"/>
    <dgm:cxn modelId="{14BF0441-0C17-0448-A115-F68511D4CDE3}" type="presOf" srcId="{346AFDE3-127B-F645-98DC-457A1C53E1AD}" destId="{189F245C-AC1F-6D45-893D-CD7E056A6B8D}" srcOrd="1" destOrd="0" presId="urn:microsoft.com/office/officeart/2005/8/layout/hierarchy2"/>
    <dgm:cxn modelId="{8BC09350-5A79-8D4B-BF6C-5119668C6008}" type="presOf" srcId="{01E5353B-FD2A-9F46-9E78-77F83C7AAFE2}" destId="{1ACC7078-712D-0C4D-B588-196CF28E1BBB}" srcOrd="0" destOrd="0" presId="urn:microsoft.com/office/officeart/2005/8/layout/hierarchy2"/>
    <dgm:cxn modelId="{E705B654-D2EB-F94C-86B9-900BB526EA3D}" srcId="{B7A8FD33-64CC-7849-85BA-76B94489E38D}" destId="{FDB5AC5E-93ED-C249-AED7-62B62BB3080F}" srcOrd="3" destOrd="0" parTransId="{B4750D02-3A12-4843-A8EA-89BEA9E02A03}" sibTransId="{BEE4C169-2F37-7647-B3F3-17625305E404}"/>
    <dgm:cxn modelId="{3A6CB55C-2157-C140-A80D-1EF2B9ADE1CC}" srcId="{B7A8FD33-64CC-7849-85BA-76B94489E38D}" destId="{74AC96D5-2DF8-AF47-8FF4-4E31B52501F8}" srcOrd="1" destOrd="0" parTransId="{10A03306-4D29-094A-92D5-3443B40DE1A9}" sibTransId="{7F9E80D2-A5C4-F349-8B02-1B8A2AB97B02}"/>
    <dgm:cxn modelId="{3AABF76E-D341-0745-91A6-0C58FAE8FD6B}" type="presOf" srcId="{506A974A-5E41-F740-A80C-99DAC2F10318}" destId="{10367FE3-4442-584F-8A30-674D2E1B7835}" srcOrd="0" destOrd="0" presId="urn:microsoft.com/office/officeart/2005/8/layout/hierarchy2"/>
    <dgm:cxn modelId="{63AB1C83-0EAC-964D-9E57-3541B2A6FCCE}" type="presOf" srcId="{FDB5AC5E-93ED-C249-AED7-62B62BB3080F}" destId="{BA0E7A4B-0638-E642-9F33-51FE69B41A45}" srcOrd="0" destOrd="0" presId="urn:microsoft.com/office/officeart/2005/8/layout/hierarchy2"/>
    <dgm:cxn modelId="{41D65687-0287-B64A-82D0-3EF4AA492EBD}" srcId="{FDB5AC5E-93ED-C249-AED7-62B62BB3080F}" destId="{A16122A4-16C2-754A-82C5-4050539EBC39}" srcOrd="1" destOrd="0" parTransId="{346AFDE3-127B-F645-98DC-457A1C53E1AD}" sibTransId="{F85D852E-ED5B-4D4E-A3DE-93FB83EFC146}"/>
    <dgm:cxn modelId="{C4419389-C3D1-EB46-A930-D528C33919FD}" type="presOf" srcId="{1BF861E7-4719-DE42-83E5-A38007E15F76}" destId="{4C4A6B2A-07E2-BA40-959F-70B296B3187F}" srcOrd="1" destOrd="0" presId="urn:microsoft.com/office/officeart/2005/8/layout/hierarchy2"/>
    <dgm:cxn modelId="{0DD18991-50BD-C74E-9205-9634ED71E14E}" srcId="{D881F72F-4D09-CB4D-8A41-C707CC21CDF4}" destId="{B7A8FD33-64CC-7849-85BA-76B94489E38D}" srcOrd="0" destOrd="0" parTransId="{0103B747-FA56-3C45-AE8F-902A2D05EBE0}" sibTransId="{2F5382E8-6F98-5940-92DD-AFCF4CE7B1C2}"/>
    <dgm:cxn modelId="{F393F993-281E-C54E-B1CE-57790E8A57DA}" type="presOf" srcId="{1E5367B6-CFBA-604A-9DDA-EB50B4C27376}" destId="{729CD538-310C-6147-8D8A-3390ED83F690}" srcOrd="0" destOrd="0" presId="urn:microsoft.com/office/officeart/2005/8/layout/hierarchy2"/>
    <dgm:cxn modelId="{52113294-98A8-A545-AB29-6B5AA1C4AD1E}" type="presOf" srcId="{346AFDE3-127B-F645-98DC-457A1C53E1AD}" destId="{716B549F-6904-7542-A54E-CA96410F003D}" srcOrd="0" destOrd="0" presId="urn:microsoft.com/office/officeart/2005/8/layout/hierarchy2"/>
    <dgm:cxn modelId="{DD9E4B99-8190-B64F-B9F2-4ADC003CA77F}" type="presOf" srcId="{10A03306-4D29-094A-92D5-3443B40DE1A9}" destId="{4E7ECC11-A645-6F4F-9FD7-912317913997}" srcOrd="0" destOrd="0" presId="urn:microsoft.com/office/officeart/2005/8/layout/hierarchy2"/>
    <dgm:cxn modelId="{959DB8A4-BAC8-8443-9495-265B51BF5913}" type="presOf" srcId="{B4750D02-3A12-4843-A8EA-89BEA9E02A03}" destId="{17652485-1649-364A-8C56-37452A0643AB}" srcOrd="1" destOrd="0" presId="urn:microsoft.com/office/officeart/2005/8/layout/hierarchy2"/>
    <dgm:cxn modelId="{B2E824A8-AAE2-634E-9EA0-68D715B112C1}" type="presOf" srcId="{74AC96D5-2DF8-AF47-8FF4-4E31B52501F8}" destId="{6F8BED3C-E1A7-C541-9627-9DDAB29CF7CB}" srcOrd="0" destOrd="0" presId="urn:microsoft.com/office/officeart/2005/8/layout/hierarchy2"/>
    <dgm:cxn modelId="{783607BE-82DA-2D43-8311-61C53F890F54}" type="presOf" srcId="{8CB43F45-AF65-384F-A8CE-92B4D019A27A}" destId="{0F576B43-37AB-BF4A-9E62-28D535FF98BF}" srcOrd="0" destOrd="0" presId="urn:microsoft.com/office/officeart/2005/8/layout/hierarchy2"/>
    <dgm:cxn modelId="{92F3F7C3-8511-D940-8087-60CC74391FD7}" type="presOf" srcId="{183789F8-308F-4741-B6EE-9C38D5A2560B}" destId="{42551D6B-D4D9-9D4A-94BF-C50CD91B9ECC}" srcOrd="0" destOrd="0" presId="urn:microsoft.com/office/officeart/2005/8/layout/hierarchy2"/>
    <dgm:cxn modelId="{DE8D6FC5-F941-CD45-9904-93FC2E3F8C05}" srcId="{D881F72F-4D09-CB4D-8A41-C707CC21CDF4}" destId="{183789F8-308F-4741-B6EE-9C38D5A2560B}" srcOrd="2" destOrd="0" parTransId="{E880012D-C2DF-454F-8DDD-64B7AB914CC2}" sibTransId="{01C7F845-D701-A949-B94A-E834E8E739ED}"/>
    <dgm:cxn modelId="{AC8C9AC9-243B-864E-9B45-0A9BA4C5D362}" type="presOf" srcId="{A16122A4-16C2-754A-82C5-4050539EBC39}" destId="{1D67D980-F918-2C47-832E-334203AE2C65}" srcOrd="0" destOrd="0" presId="urn:microsoft.com/office/officeart/2005/8/layout/hierarchy2"/>
    <dgm:cxn modelId="{14E6F9DF-D5F4-A34F-9ACC-094B5B7663F6}" srcId="{FDB5AC5E-93ED-C249-AED7-62B62BB3080F}" destId="{01E5353B-FD2A-9F46-9E78-77F83C7AAFE2}" srcOrd="0" destOrd="0" parTransId="{506A974A-5E41-F740-A80C-99DAC2F10318}" sibTransId="{5F53D1E6-D971-2B4C-ADF4-9D3A302E8854}"/>
    <dgm:cxn modelId="{EED95FF6-4144-2243-8F6E-8404553A5E6C}" srcId="{B7A8FD33-64CC-7849-85BA-76B94489E38D}" destId="{8CB43F45-AF65-384F-A8CE-92B4D019A27A}" srcOrd="0" destOrd="0" parTransId="{1BF861E7-4719-DE42-83E5-A38007E15F76}" sibTransId="{B9EF5124-B7B5-2747-AF06-7B6FE14F8330}"/>
    <dgm:cxn modelId="{4738AAFA-895E-EA4A-B7DB-0FF60D6B8B06}" type="presOf" srcId="{4CAB522A-E3F0-8642-8774-0B6F6E2284B5}" destId="{0FC5E7D8-90D7-A648-8279-47C304C81D93}" srcOrd="0" destOrd="0" presId="urn:microsoft.com/office/officeart/2005/8/layout/hierarchy2"/>
    <dgm:cxn modelId="{DC3D69FD-D358-FA49-99CD-FF6A5FF96D73}" type="presOf" srcId="{1BF861E7-4719-DE42-83E5-A38007E15F76}" destId="{C73A51B7-EDE6-2449-BE87-C2D26522C2DF}" srcOrd="0" destOrd="0" presId="urn:microsoft.com/office/officeart/2005/8/layout/hierarchy2"/>
    <dgm:cxn modelId="{98B2CBEB-82BA-C74C-9207-7D1E3A52FBC0}" type="presParOf" srcId="{3BAF3EEF-9565-6042-8FC0-DC593D4C7D8A}" destId="{86859A13-63DD-4D43-8F6B-312A115AA8F0}" srcOrd="0" destOrd="0" presId="urn:microsoft.com/office/officeart/2005/8/layout/hierarchy2"/>
    <dgm:cxn modelId="{EED515EC-74B7-7B4D-9D23-051563D3CAAA}" type="presParOf" srcId="{86859A13-63DD-4D43-8F6B-312A115AA8F0}" destId="{49CC1093-40B2-C147-AC47-ABC48226D365}" srcOrd="0" destOrd="0" presId="urn:microsoft.com/office/officeart/2005/8/layout/hierarchy2"/>
    <dgm:cxn modelId="{973B0ABF-329A-6648-BA52-A623294D172E}" type="presParOf" srcId="{86859A13-63DD-4D43-8F6B-312A115AA8F0}" destId="{35F263DC-545D-8840-A906-0B12BBD5674D}" srcOrd="1" destOrd="0" presId="urn:microsoft.com/office/officeart/2005/8/layout/hierarchy2"/>
    <dgm:cxn modelId="{8F557E84-0C18-9643-A297-3970D48E7050}" type="presParOf" srcId="{35F263DC-545D-8840-A906-0B12BBD5674D}" destId="{C73A51B7-EDE6-2449-BE87-C2D26522C2DF}" srcOrd="0" destOrd="0" presId="urn:microsoft.com/office/officeart/2005/8/layout/hierarchy2"/>
    <dgm:cxn modelId="{BA8231AD-3C18-6248-9416-DFDA149310C5}" type="presParOf" srcId="{C73A51B7-EDE6-2449-BE87-C2D26522C2DF}" destId="{4C4A6B2A-07E2-BA40-959F-70B296B3187F}" srcOrd="0" destOrd="0" presId="urn:microsoft.com/office/officeart/2005/8/layout/hierarchy2"/>
    <dgm:cxn modelId="{BE1384BE-7665-EE44-80D7-FFB9707FFCF6}" type="presParOf" srcId="{35F263DC-545D-8840-A906-0B12BBD5674D}" destId="{240423C4-050A-E24D-AA55-9D796EE9EEC4}" srcOrd="1" destOrd="0" presId="urn:microsoft.com/office/officeart/2005/8/layout/hierarchy2"/>
    <dgm:cxn modelId="{9D52E1EF-4C42-5042-860E-5C0AD1E27CD5}" type="presParOf" srcId="{240423C4-050A-E24D-AA55-9D796EE9EEC4}" destId="{0F576B43-37AB-BF4A-9E62-28D535FF98BF}" srcOrd="0" destOrd="0" presId="urn:microsoft.com/office/officeart/2005/8/layout/hierarchy2"/>
    <dgm:cxn modelId="{3B949F66-931D-BE44-AC7B-A4C65DB22A03}" type="presParOf" srcId="{240423C4-050A-E24D-AA55-9D796EE9EEC4}" destId="{6DA316EC-140E-9840-B7D1-9C96CCF65E50}" srcOrd="1" destOrd="0" presId="urn:microsoft.com/office/officeart/2005/8/layout/hierarchy2"/>
    <dgm:cxn modelId="{0CE54E05-DC03-A947-8673-14550E43C16D}" type="presParOf" srcId="{35F263DC-545D-8840-A906-0B12BBD5674D}" destId="{4E7ECC11-A645-6F4F-9FD7-912317913997}" srcOrd="2" destOrd="0" presId="urn:microsoft.com/office/officeart/2005/8/layout/hierarchy2"/>
    <dgm:cxn modelId="{790CE0F5-D5F6-C544-892D-9F2890E4063C}" type="presParOf" srcId="{4E7ECC11-A645-6F4F-9FD7-912317913997}" destId="{091B59F1-371F-2B4E-ACA3-FE0AF84A0009}" srcOrd="0" destOrd="0" presId="urn:microsoft.com/office/officeart/2005/8/layout/hierarchy2"/>
    <dgm:cxn modelId="{914C692B-17F2-424E-BDCF-F53F08E8183E}" type="presParOf" srcId="{35F263DC-545D-8840-A906-0B12BBD5674D}" destId="{5DAD19E9-2C19-7D43-B100-576D4E3E1F45}" srcOrd="3" destOrd="0" presId="urn:microsoft.com/office/officeart/2005/8/layout/hierarchy2"/>
    <dgm:cxn modelId="{E460E25B-FB63-BB49-AC49-48DF2AA1ED86}" type="presParOf" srcId="{5DAD19E9-2C19-7D43-B100-576D4E3E1F45}" destId="{6F8BED3C-E1A7-C541-9627-9DDAB29CF7CB}" srcOrd="0" destOrd="0" presId="urn:microsoft.com/office/officeart/2005/8/layout/hierarchy2"/>
    <dgm:cxn modelId="{2494C5BE-47C9-7547-8939-4EF3E41FDEC6}" type="presParOf" srcId="{5DAD19E9-2C19-7D43-B100-576D4E3E1F45}" destId="{ACDC07FD-55FF-2D49-A085-F219C125FEB1}" srcOrd="1" destOrd="0" presId="urn:microsoft.com/office/officeart/2005/8/layout/hierarchy2"/>
    <dgm:cxn modelId="{1432F609-0C6B-514F-A8E5-F9F2E9C35EFB}" type="presParOf" srcId="{35F263DC-545D-8840-A906-0B12BBD5674D}" destId="{0FC5E7D8-90D7-A648-8279-47C304C81D93}" srcOrd="4" destOrd="0" presId="urn:microsoft.com/office/officeart/2005/8/layout/hierarchy2"/>
    <dgm:cxn modelId="{E6B4DBE5-5E18-7942-91C5-2D2EA2A79F26}" type="presParOf" srcId="{0FC5E7D8-90D7-A648-8279-47C304C81D93}" destId="{7FC592D3-B46D-334C-A597-9A10E5FB8F5F}" srcOrd="0" destOrd="0" presId="urn:microsoft.com/office/officeart/2005/8/layout/hierarchy2"/>
    <dgm:cxn modelId="{E3095277-5A8C-DA4E-AA8A-22F1C6E19A8C}" type="presParOf" srcId="{35F263DC-545D-8840-A906-0B12BBD5674D}" destId="{E6CA4AB7-11C6-4C4B-B0B5-CDBF04FB612F}" srcOrd="5" destOrd="0" presId="urn:microsoft.com/office/officeart/2005/8/layout/hierarchy2"/>
    <dgm:cxn modelId="{5E2EC643-5B82-D641-9EE2-AEAD38194C13}" type="presParOf" srcId="{E6CA4AB7-11C6-4C4B-B0B5-CDBF04FB612F}" destId="{A65196F4-3AD6-2D49-AAC8-6633CE2FFF6E}" srcOrd="0" destOrd="0" presId="urn:microsoft.com/office/officeart/2005/8/layout/hierarchy2"/>
    <dgm:cxn modelId="{17CB8F40-BAD3-A247-BA72-27DA02C6D0C8}" type="presParOf" srcId="{E6CA4AB7-11C6-4C4B-B0B5-CDBF04FB612F}" destId="{430B9CCF-319C-574D-9B96-B30F12365921}" srcOrd="1" destOrd="0" presId="urn:microsoft.com/office/officeart/2005/8/layout/hierarchy2"/>
    <dgm:cxn modelId="{467378D5-1010-F94F-BB41-538B97764B57}" type="presParOf" srcId="{35F263DC-545D-8840-A906-0B12BBD5674D}" destId="{4AA3F85E-50FA-DC45-A738-1F4D7AD9A8D1}" srcOrd="6" destOrd="0" presId="urn:microsoft.com/office/officeart/2005/8/layout/hierarchy2"/>
    <dgm:cxn modelId="{6DD43BFB-78C9-BD4D-BE42-E2F3303E0EC7}" type="presParOf" srcId="{4AA3F85E-50FA-DC45-A738-1F4D7AD9A8D1}" destId="{17652485-1649-364A-8C56-37452A0643AB}" srcOrd="0" destOrd="0" presId="urn:microsoft.com/office/officeart/2005/8/layout/hierarchy2"/>
    <dgm:cxn modelId="{96644A86-91C7-5E4E-8EAC-4EC248C00C51}" type="presParOf" srcId="{35F263DC-545D-8840-A906-0B12BBD5674D}" destId="{C9E668C3-352C-9040-820C-133379253FE5}" srcOrd="7" destOrd="0" presId="urn:microsoft.com/office/officeart/2005/8/layout/hierarchy2"/>
    <dgm:cxn modelId="{79B44D75-C78B-814C-BE6E-31CA723C03B4}" type="presParOf" srcId="{C9E668C3-352C-9040-820C-133379253FE5}" destId="{BA0E7A4B-0638-E642-9F33-51FE69B41A45}" srcOrd="0" destOrd="0" presId="urn:microsoft.com/office/officeart/2005/8/layout/hierarchy2"/>
    <dgm:cxn modelId="{8C3C9670-1837-DC49-AABE-45467A50FBB6}" type="presParOf" srcId="{C9E668C3-352C-9040-820C-133379253FE5}" destId="{153BCDBB-9561-A24F-BD59-B970DD4BB7A5}" srcOrd="1" destOrd="0" presId="urn:microsoft.com/office/officeart/2005/8/layout/hierarchy2"/>
    <dgm:cxn modelId="{6E5AAF12-3ED6-1E48-9A79-967C49206E4F}" type="presParOf" srcId="{153BCDBB-9561-A24F-BD59-B970DD4BB7A5}" destId="{10367FE3-4442-584F-8A30-674D2E1B7835}" srcOrd="0" destOrd="0" presId="urn:microsoft.com/office/officeart/2005/8/layout/hierarchy2"/>
    <dgm:cxn modelId="{1240C1DE-EEE1-8246-918D-23E3708C6D20}" type="presParOf" srcId="{10367FE3-4442-584F-8A30-674D2E1B7835}" destId="{9C1880CA-7931-E54D-BE27-2E625FB62CA3}" srcOrd="0" destOrd="0" presId="urn:microsoft.com/office/officeart/2005/8/layout/hierarchy2"/>
    <dgm:cxn modelId="{386EA443-6568-064F-AD9E-FCE88795029B}" type="presParOf" srcId="{153BCDBB-9561-A24F-BD59-B970DD4BB7A5}" destId="{1759A3E0-7360-BC49-83D1-757D72103529}" srcOrd="1" destOrd="0" presId="urn:microsoft.com/office/officeart/2005/8/layout/hierarchy2"/>
    <dgm:cxn modelId="{FA7C3341-D63F-CB49-81AA-30D9123FAC8F}" type="presParOf" srcId="{1759A3E0-7360-BC49-83D1-757D72103529}" destId="{1ACC7078-712D-0C4D-B588-196CF28E1BBB}" srcOrd="0" destOrd="0" presId="urn:microsoft.com/office/officeart/2005/8/layout/hierarchy2"/>
    <dgm:cxn modelId="{E894E82E-90E7-6B41-B945-7236EA1F609C}" type="presParOf" srcId="{1759A3E0-7360-BC49-83D1-757D72103529}" destId="{54A427EE-454E-0741-B24B-F850A641428F}" srcOrd="1" destOrd="0" presId="urn:microsoft.com/office/officeart/2005/8/layout/hierarchy2"/>
    <dgm:cxn modelId="{D5970533-93AE-8C4A-9F76-1A0496498ADC}" type="presParOf" srcId="{153BCDBB-9561-A24F-BD59-B970DD4BB7A5}" destId="{716B549F-6904-7542-A54E-CA96410F003D}" srcOrd="2" destOrd="0" presId="urn:microsoft.com/office/officeart/2005/8/layout/hierarchy2"/>
    <dgm:cxn modelId="{317B1185-B579-9C4E-9CD2-2DD1792BF4E2}" type="presParOf" srcId="{716B549F-6904-7542-A54E-CA96410F003D}" destId="{189F245C-AC1F-6D45-893D-CD7E056A6B8D}" srcOrd="0" destOrd="0" presId="urn:microsoft.com/office/officeart/2005/8/layout/hierarchy2"/>
    <dgm:cxn modelId="{201799AF-44A2-9D45-8A94-4EE148F71BCB}" type="presParOf" srcId="{153BCDBB-9561-A24F-BD59-B970DD4BB7A5}" destId="{018EE9C6-18BD-4642-84D9-F1785C10E461}" srcOrd="3" destOrd="0" presId="urn:microsoft.com/office/officeart/2005/8/layout/hierarchy2"/>
    <dgm:cxn modelId="{905F2D05-82BB-1B47-8F45-6EF7474BD49D}" type="presParOf" srcId="{018EE9C6-18BD-4642-84D9-F1785C10E461}" destId="{1D67D980-F918-2C47-832E-334203AE2C65}" srcOrd="0" destOrd="0" presId="urn:microsoft.com/office/officeart/2005/8/layout/hierarchy2"/>
    <dgm:cxn modelId="{1F2233B9-13B9-0D47-8F98-67C1AABCE004}" type="presParOf" srcId="{018EE9C6-18BD-4642-84D9-F1785C10E461}" destId="{091CDE5E-CD3D-F248-8D8E-E789A20DF5A0}" srcOrd="1" destOrd="0" presId="urn:microsoft.com/office/officeart/2005/8/layout/hierarchy2"/>
    <dgm:cxn modelId="{FCDB53A3-FE78-0C46-AC80-BCABF52A29A5}" type="presParOf" srcId="{3BAF3EEF-9565-6042-8FC0-DC593D4C7D8A}" destId="{37408BAF-25F8-D247-897D-3E63BF31E231}" srcOrd="1" destOrd="0" presId="urn:microsoft.com/office/officeart/2005/8/layout/hierarchy2"/>
    <dgm:cxn modelId="{9F98B308-8B2B-3744-A65F-861406EC677F}" type="presParOf" srcId="{37408BAF-25F8-D247-897D-3E63BF31E231}" destId="{729CD538-310C-6147-8D8A-3390ED83F690}" srcOrd="0" destOrd="0" presId="urn:microsoft.com/office/officeart/2005/8/layout/hierarchy2"/>
    <dgm:cxn modelId="{1A17AE1B-7CEB-8149-91C3-800F19093DF8}" type="presParOf" srcId="{37408BAF-25F8-D247-897D-3E63BF31E231}" destId="{0F34C7D3-8BE7-0043-8453-5083CDBDA25D}" srcOrd="1" destOrd="0" presId="urn:microsoft.com/office/officeart/2005/8/layout/hierarchy2"/>
    <dgm:cxn modelId="{217F9675-20BB-CD46-A869-3C8261100352}" type="presParOf" srcId="{3BAF3EEF-9565-6042-8FC0-DC593D4C7D8A}" destId="{8B0EF5D3-8310-314A-B040-10F888FAA42E}" srcOrd="2" destOrd="0" presId="urn:microsoft.com/office/officeart/2005/8/layout/hierarchy2"/>
    <dgm:cxn modelId="{80B2804E-19EE-C244-AF3F-A31C52BABA66}" type="presParOf" srcId="{8B0EF5D3-8310-314A-B040-10F888FAA42E}" destId="{42551D6B-D4D9-9D4A-94BF-C50CD91B9ECC}" srcOrd="0" destOrd="0" presId="urn:microsoft.com/office/officeart/2005/8/layout/hierarchy2"/>
    <dgm:cxn modelId="{4A43867E-7DA6-0048-B64C-67BC201C0710}" type="presParOf" srcId="{8B0EF5D3-8310-314A-B040-10F888FAA42E}" destId="{16543053-74FB-1B44-8D58-80F14EAE578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81F72F-4D09-CB4D-8A41-C707CC21CDF4}"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B7A8FD33-64CC-7849-85BA-76B94489E38D}">
      <dgm:prSet phldrT="[Text]"/>
      <dgm:spPr/>
      <dgm:t>
        <a:bodyPr/>
        <a:lstStyle/>
        <a:p>
          <a:pPr algn="l"/>
          <a:r>
            <a:rPr lang="en-US" dirty="0" err="1"/>
            <a:t>cpu</a:t>
          </a:r>
          <a:endParaRPr lang="en-US" dirty="0"/>
        </a:p>
      </dgm:t>
    </dgm:pt>
    <dgm:pt modelId="{0103B747-FA56-3C45-AE8F-902A2D05EBE0}" type="parTrans" cxnId="{0DD18991-50BD-C74E-9205-9634ED71E14E}">
      <dgm:prSet/>
      <dgm:spPr/>
      <dgm:t>
        <a:bodyPr/>
        <a:lstStyle/>
        <a:p>
          <a:pPr algn="l"/>
          <a:endParaRPr lang="en-US"/>
        </a:p>
      </dgm:t>
    </dgm:pt>
    <dgm:pt modelId="{2F5382E8-6F98-5940-92DD-AFCF4CE7B1C2}" type="sibTrans" cxnId="{0DD18991-50BD-C74E-9205-9634ED71E14E}">
      <dgm:prSet/>
      <dgm:spPr/>
      <dgm:t>
        <a:bodyPr/>
        <a:lstStyle/>
        <a:p>
          <a:pPr algn="l"/>
          <a:endParaRPr lang="en-US"/>
        </a:p>
      </dgm:t>
    </dgm:pt>
    <dgm:pt modelId="{1E5367B6-CFBA-604A-9DDA-EB50B4C27376}">
      <dgm:prSet phldrT="[Text]"/>
      <dgm:spPr/>
      <dgm:t>
        <a:bodyPr/>
        <a:lstStyle/>
        <a:p>
          <a:pPr algn="l"/>
          <a:r>
            <a:rPr lang="en-US" dirty="0"/>
            <a:t>memory</a:t>
          </a:r>
        </a:p>
      </dgm:t>
    </dgm:pt>
    <dgm:pt modelId="{91E63B35-AECD-574D-9EE6-F6FBF067C69F}" type="parTrans" cxnId="{16E2382C-FD44-B74A-B3ED-CE721A984B02}">
      <dgm:prSet/>
      <dgm:spPr/>
      <dgm:t>
        <a:bodyPr/>
        <a:lstStyle/>
        <a:p>
          <a:pPr algn="l"/>
          <a:endParaRPr lang="en-US"/>
        </a:p>
      </dgm:t>
    </dgm:pt>
    <dgm:pt modelId="{BE043FFC-2771-554B-BEDC-C9A163F6D12D}" type="sibTrans" cxnId="{16E2382C-FD44-B74A-B3ED-CE721A984B02}">
      <dgm:prSet/>
      <dgm:spPr/>
      <dgm:t>
        <a:bodyPr/>
        <a:lstStyle/>
        <a:p>
          <a:pPr algn="l"/>
          <a:endParaRPr lang="en-US"/>
        </a:p>
      </dgm:t>
    </dgm:pt>
    <dgm:pt modelId="{7780F02F-53C1-5345-9540-EE3EF5EA4D2B}">
      <dgm:prSet phldrT="[Text]"/>
      <dgm:spPr/>
      <dgm:t>
        <a:bodyPr/>
        <a:lstStyle/>
        <a:p>
          <a:pPr algn="l"/>
          <a:r>
            <a:rPr lang="en-US" dirty="0"/>
            <a:t>G2: 2GB</a:t>
          </a:r>
        </a:p>
      </dgm:t>
    </dgm:pt>
    <dgm:pt modelId="{68446544-203A-9F46-B995-C30C0C885A16}" type="parTrans" cxnId="{61245A12-E68C-774F-82D4-A05D22A2A864}">
      <dgm:prSet/>
      <dgm:spPr/>
      <dgm:t>
        <a:bodyPr/>
        <a:lstStyle/>
        <a:p>
          <a:pPr algn="l"/>
          <a:endParaRPr lang="en-US"/>
        </a:p>
      </dgm:t>
    </dgm:pt>
    <dgm:pt modelId="{2E1345D0-63BB-F74E-8C1B-48ADFA99EB6E}" type="sibTrans" cxnId="{61245A12-E68C-774F-82D4-A05D22A2A864}">
      <dgm:prSet/>
      <dgm:spPr/>
      <dgm:t>
        <a:bodyPr/>
        <a:lstStyle/>
        <a:p>
          <a:pPr algn="l"/>
          <a:endParaRPr lang="en-US"/>
        </a:p>
      </dgm:t>
    </dgm:pt>
    <dgm:pt modelId="{6FDC47EF-09AC-6246-BEEC-296A818E023B}">
      <dgm:prSet phldrT="[Text]"/>
      <dgm:spPr/>
      <dgm:t>
        <a:bodyPr/>
        <a:lstStyle/>
        <a:p>
          <a:pPr algn="l"/>
          <a:r>
            <a:rPr lang="en-US" dirty="0"/>
            <a:t>G3: 3GB</a:t>
          </a:r>
        </a:p>
      </dgm:t>
    </dgm:pt>
    <dgm:pt modelId="{9A573167-8148-BA44-8EB5-17DD7F7A419D}" type="parTrans" cxnId="{09FB48A6-C017-4740-B820-98C0A41F7447}">
      <dgm:prSet/>
      <dgm:spPr/>
      <dgm:t>
        <a:bodyPr/>
        <a:lstStyle/>
        <a:p>
          <a:pPr algn="l"/>
          <a:endParaRPr lang="en-US"/>
        </a:p>
      </dgm:t>
    </dgm:pt>
    <dgm:pt modelId="{73281D02-B5D7-BC47-9E06-504610AAB066}" type="sibTrans" cxnId="{09FB48A6-C017-4740-B820-98C0A41F7447}">
      <dgm:prSet/>
      <dgm:spPr/>
      <dgm:t>
        <a:bodyPr/>
        <a:lstStyle/>
        <a:p>
          <a:pPr algn="l"/>
          <a:endParaRPr lang="en-US"/>
        </a:p>
      </dgm:t>
    </dgm:pt>
    <dgm:pt modelId="{183789F8-308F-4741-B6EE-9C38D5A2560B}">
      <dgm:prSet phldrT="[Text]"/>
      <dgm:spPr/>
      <dgm:t>
        <a:bodyPr/>
        <a:lstStyle/>
        <a:p>
          <a:pPr algn="l"/>
          <a:r>
            <a:rPr lang="en-US" dirty="0"/>
            <a:t>...</a:t>
          </a:r>
        </a:p>
      </dgm:t>
    </dgm:pt>
    <dgm:pt modelId="{E880012D-C2DF-454F-8DDD-64B7AB914CC2}" type="parTrans" cxnId="{DE8D6FC5-F941-CD45-9904-93FC2E3F8C05}">
      <dgm:prSet/>
      <dgm:spPr/>
      <dgm:t>
        <a:bodyPr/>
        <a:lstStyle/>
        <a:p>
          <a:pPr algn="l"/>
          <a:endParaRPr lang="en-US"/>
        </a:p>
      </dgm:t>
    </dgm:pt>
    <dgm:pt modelId="{01C7F845-D701-A949-B94A-E834E8E739ED}" type="sibTrans" cxnId="{DE8D6FC5-F941-CD45-9904-93FC2E3F8C05}">
      <dgm:prSet/>
      <dgm:spPr/>
      <dgm:t>
        <a:bodyPr/>
        <a:lstStyle/>
        <a:p>
          <a:pPr algn="l"/>
          <a:endParaRPr lang="en-US"/>
        </a:p>
      </dgm:t>
    </dgm:pt>
    <dgm:pt modelId="{A64A7A0A-44D6-E146-BF95-60874DE080D9}">
      <dgm:prSet phldrT="[Text]"/>
      <dgm:spPr/>
      <dgm:t>
        <a:bodyPr/>
        <a:lstStyle/>
        <a:p>
          <a:pPr algn="l"/>
          <a:r>
            <a:rPr lang="en-US" dirty="0"/>
            <a:t>G2.1: 1GB</a:t>
          </a:r>
        </a:p>
      </dgm:t>
    </dgm:pt>
    <dgm:pt modelId="{02F97BE6-0D1F-6A47-B954-5AEB14CD47C9}" type="parTrans" cxnId="{45C9BCDD-6B64-4942-91DF-456070B2FCBD}">
      <dgm:prSet/>
      <dgm:spPr/>
      <dgm:t>
        <a:bodyPr/>
        <a:lstStyle/>
        <a:p>
          <a:endParaRPr lang="en-US"/>
        </a:p>
      </dgm:t>
    </dgm:pt>
    <dgm:pt modelId="{768D5CBE-50A5-E840-BB44-DE1ACDA85236}" type="sibTrans" cxnId="{45C9BCDD-6B64-4942-91DF-456070B2FCBD}">
      <dgm:prSet/>
      <dgm:spPr/>
      <dgm:t>
        <a:bodyPr/>
        <a:lstStyle/>
        <a:p>
          <a:endParaRPr lang="en-US"/>
        </a:p>
      </dgm:t>
    </dgm:pt>
    <dgm:pt modelId="{C3CD31DA-6506-6F42-B190-826103537E2F}">
      <dgm:prSet phldrT="[Text]"/>
      <dgm:spPr/>
      <dgm:t>
        <a:bodyPr/>
        <a:lstStyle/>
        <a:p>
          <a:pPr algn="l"/>
          <a:r>
            <a:rPr lang="en-US" dirty="0"/>
            <a:t>G2.2: 1.5GB</a:t>
          </a:r>
        </a:p>
      </dgm:t>
    </dgm:pt>
    <dgm:pt modelId="{908AFC68-9237-D24D-A5FF-0D74B8187271}" type="parTrans" cxnId="{26939EA4-9D83-744D-875F-3042A03ADAA0}">
      <dgm:prSet/>
      <dgm:spPr/>
      <dgm:t>
        <a:bodyPr/>
        <a:lstStyle/>
        <a:p>
          <a:endParaRPr lang="en-US"/>
        </a:p>
      </dgm:t>
    </dgm:pt>
    <dgm:pt modelId="{11D4B92F-7B9C-964D-991F-9DD792F893FC}" type="sibTrans" cxnId="{26939EA4-9D83-744D-875F-3042A03ADAA0}">
      <dgm:prSet/>
      <dgm:spPr/>
      <dgm:t>
        <a:bodyPr/>
        <a:lstStyle/>
        <a:p>
          <a:endParaRPr lang="en-US"/>
        </a:p>
      </dgm:t>
    </dgm:pt>
    <dgm:pt modelId="{3BAF3EEF-9565-6042-8FC0-DC593D4C7D8A}" type="pres">
      <dgm:prSet presAssocID="{D881F72F-4D09-CB4D-8A41-C707CC21CDF4}" presName="diagram" presStyleCnt="0">
        <dgm:presLayoutVars>
          <dgm:chPref val="1"/>
          <dgm:dir/>
          <dgm:animOne val="branch"/>
          <dgm:animLvl val="lvl"/>
          <dgm:resizeHandles val="exact"/>
        </dgm:presLayoutVars>
      </dgm:prSet>
      <dgm:spPr/>
    </dgm:pt>
    <dgm:pt modelId="{86859A13-63DD-4D43-8F6B-312A115AA8F0}" type="pres">
      <dgm:prSet presAssocID="{B7A8FD33-64CC-7849-85BA-76B94489E38D}" presName="root1" presStyleCnt="0"/>
      <dgm:spPr/>
    </dgm:pt>
    <dgm:pt modelId="{49CC1093-40B2-C147-AC47-ABC48226D365}" type="pres">
      <dgm:prSet presAssocID="{B7A8FD33-64CC-7849-85BA-76B94489E38D}" presName="LevelOneTextNode" presStyleLbl="node0" presStyleIdx="0" presStyleCnt="3">
        <dgm:presLayoutVars>
          <dgm:chPref val="3"/>
        </dgm:presLayoutVars>
      </dgm:prSet>
      <dgm:spPr/>
    </dgm:pt>
    <dgm:pt modelId="{35F263DC-545D-8840-A906-0B12BBD5674D}" type="pres">
      <dgm:prSet presAssocID="{B7A8FD33-64CC-7849-85BA-76B94489E38D}" presName="level2hierChild" presStyleCnt="0"/>
      <dgm:spPr/>
    </dgm:pt>
    <dgm:pt modelId="{37408BAF-25F8-D247-897D-3E63BF31E231}" type="pres">
      <dgm:prSet presAssocID="{1E5367B6-CFBA-604A-9DDA-EB50B4C27376}" presName="root1" presStyleCnt="0"/>
      <dgm:spPr/>
    </dgm:pt>
    <dgm:pt modelId="{729CD538-310C-6147-8D8A-3390ED83F690}" type="pres">
      <dgm:prSet presAssocID="{1E5367B6-CFBA-604A-9DDA-EB50B4C27376}" presName="LevelOneTextNode" presStyleLbl="node0" presStyleIdx="1" presStyleCnt="3">
        <dgm:presLayoutVars>
          <dgm:chPref val="3"/>
        </dgm:presLayoutVars>
      </dgm:prSet>
      <dgm:spPr/>
    </dgm:pt>
    <dgm:pt modelId="{0F34C7D3-8BE7-0043-8453-5083CDBDA25D}" type="pres">
      <dgm:prSet presAssocID="{1E5367B6-CFBA-604A-9DDA-EB50B4C27376}" presName="level2hierChild" presStyleCnt="0"/>
      <dgm:spPr/>
    </dgm:pt>
    <dgm:pt modelId="{72BF6BDE-E8F0-254F-B7F2-4CBC92188E9A}" type="pres">
      <dgm:prSet presAssocID="{68446544-203A-9F46-B995-C30C0C885A16}" presName="conn2-1" presStyleLbl="parChTrans1D2" presStyleIdx="0" presStyleCnt="2"/>
      <dgm:spPr/>
    </dgm:pt>
    <dgm:pt modelId="{069FCDCB-639E-FD47-B2F4-10F3140801FB}" type="pres">
      <dgm:prSet presAssocID="{68446544-203A-9F46-B995-C30C0C885A16}" presName="connTx" presStyleLbl="parChTrans1D2" presStyleIdx="0" presStyleCnt="2"/>
      <dgm:spPr/>
    </dgm:pt>
    <dgm:pt modelId="{F0037AAF-DBB8-A64B-9ADB-FC5614A1197F}" type="pres">
      <dgm:prSet presAssocID="{7780F02F-53C1-5345-9540-EE3EF5EA4D2B}" presName="root2" presStyleCnt="0"/>
      <dgm:spPr/>
    </dgm:pt>
    <dgm:pt modelId="{43B5C252-4391-DD4D-AAA7-2289E2838380}" type="pres">
      <dgm:prSet presAssocID="{7780F02F-53C1-5345-9540-EE3EF5EA4D2B}" presName="LevelTwoTextNode" presStyleLbl="node2" presStyleIdx="0" presStyleCnt="2" custScaleX="165644">
        <dgm:presLayoutVars>
          <dgm:chPref val="3"/>
        </dgm:presLayoutVars>
      </dgm:prSet>
      <dgm:spPr/>
    </dgm:pt>
    <dgm:pt modelId="{D5A59175-62D2-C44A-9B93-4613381AEA20}" type="pres">
      <dgm:prSet presAssocID="{7780F02F-53C1-5345-9540-EE3EF5EA4D2B}" presName="level3hierChild" presStyleCnt="0"/>
      <dgm:spPr/>
    </dgm:pt>
    <dgm:pt modelId="{7D8E5BBB-B3B4-EB45-9A16-27C2163BD1B6}" type="pres">
      <dgm:prSet presAssocID="{02F97BE6-0D1F-6A47-B954-5AEB14CD47C9}" presName="conn2-1" presStyleLbl="parChTrans1D3" presStyleIdx="0" presStyleCnt="2"/>
      <dgm:spPr/>
    </dgm:pt>
    <dgm:pt modelId="{8A6CDAF9-EE1F-614A-A7E7-1591C3D947E8}" type="pres">
      <dgm:prSet presAssocID="{02F97BE6-0D1F-6A47-B954-5AEB14CD47C9}" presName="connTx" presStyleLbl="parChTrans1D3" presStyleIdx="0" presStyleCnt="2"/>
      <dgm:spPr/>
    </dgm:pt>
    <dgm:pt modelId="{B58D924C-A71D-EC49-A125-77ADA1DD4063}" type="pres">
      <dgm:prSet presAssocID="{A64A7A0A-44D6-E146-BF95-60874DE080D9}" presName="root2" presStyleCnt="0"/>
      <dgm:spPr/>
    </dgm:pt>
    <dgm:pt modelId="{16F58D77-9DFA-0F4A-B737-DB73C2C3851E}" type="pres">
      <dgm:prSet presAssocID="{A64A7A0A-44D6-E146-BF95-60874DE080D9}" presName="LevelTwoTextNode" presStyleLbl="node3" presStyleIdx="0" presStyleCnt="2">
        <dgm:presLayoutVars>
          <dgm:chPref val="3"/>
        </dgm:presLayoutVars>
      </dgm:prSet>
      <dgm:spPr/>
    </dgm:pt>
    <dgm:pt modelId="{346ADADC-3E93-0242-B3A6-48C6169BCF66}" type="pres">
      <dgm:prSet presAssocID="{A64A7A0A-44D6-E146-BF95-60874DE080D9}" presName="level3hierChild" presStyleCnt="0"/>
      <dgm:spPr/>
    </dgm:pt>
    <dgm:pt modelId="{35715ADA-FF86-314D-B332-F049085C7D26}" type="pres">
      <dgm:prSet presAssocID="{908AFC68-9237-D24D-A5FF-0D74B8187271}" presName="conn2-1" presStyleLbl="parChTrans1D3" presStyleIdx="1" presStyleCnt="2"/>
      <dgm:spPr/>
    </dgm:pt>
    <dgm:pt modelId="{DAA47F09-78A1-7E44-83C8-07271F95FCDC}" type="pres">
      <dgm:prSet presAssocID="{908AFC68-9237-D24D-A5FF-0D74B8187271}" presName="connTx" presStyleLbl="parChTrans1D3" presStyleIdx="1" presStyleCnt="2"/>
      <dgm:spPr/>
    </dgm:pt>
    <dgm:pt modelId="{C4C008D7-A3A0-3D4F-AF6E-28BCDEEA6954}" type="pres">
      <dgm:prSet presAssocID="{C3CD31DA-6506-6F42-B190-826103537E2F}" presName="root2" presStyleCnt="0"/>
      <dgm:spPr/>
    </dgm:pt>
    <dgm:pt modelId="{E84DE092-75C5-1644-9503-F9D92018D7D7}" type="pres">
      <dgm:prSet presAssocID="{C3CD31DA-6506-6F42-B190-826103537E2F}" presName="LevelTwoTextNode" presStyleLbl="node3" presStyleIdx="1" presStyleCnt="2">
        <dgm:presLayoutVars>
          <dgm:chPref val="3"/>
        </dgm:presLayoutVars>
      </dgm:prSet>
      <dgm:spPr/>
    </dgm:pt>
    <dgm:pt modelId="{43FEB3FE-8851-624D-ACB6-15217D58478E}" type="pres">
      <dgm:prSet presAssocID="{C3CD31DA-6506-6F42-B190-826103537E2F}" presName="level3hierChild" presStyleCnt="0"/>
      <dgm:spPr/>
    </dgm:pt>
    <dgm:pt modelId="{420D402F-70FD-8446-9D02-E095C9C9B71C}" type="pres">
      <dgm:prSet presAssocID="{9A573167-8148-BA44-8EB5-17DD7F7A419D}" presName="conn2-1" presStyleLbl="parChTrans1D2" presStyleIdx="1" presStyleCnt="2"/>
      <dgm:spPr/>
    </dgm:pt>
    <dgm:pt modelId="{CC7EADE2-D956-A34A-B2F7-80D0E42E2E64}" type="pres">
      <dgm:prSet presAssocID="{9A573167-8148-BA44-8EB5-17DD7F7A419D}" presName="connTx" presStyleLbl="parChTrans1D2" presStyleIdx="1" presStyleCnt="2"/>
      <dgm:spPr/>
    </dgm:pt>
    <dgm:pt modelId="{40078AEF-CA7B-E148-8770-41CDDDF9A043}" type="pres">
      <dgm:prSet presAssocID="{6FDC47EF-09AC-6246-BEEC-296A818E023B}" presName="root2" presStyleCnt="0"/>
      <dgm:spPr/>
    </dgm:pt>
    <dgm:pt modelId="{F3EC69BE-BF24-FB46-AC44-4D5F0AC107C2}" type="pres">
      <dgm:prSet presAssocID="{6FDC47EF-09AC-6246-BEEC-296A818E023B}" presName="LevelTwoTextNode" presStyleLbl="node2" presStyleIdx="1" presStyleCnt="2" custScaleX="165644">
        <dgm:presLayoutVars>
          <dgm:chPref val="3"/>
        </dgm:presLayoutVars>
      </dgm:prSet>
      <dgm:spPr/>
    </dgm:pt>
    <dgm:pt modelId="{F049506E-03E1-F54A-B1A1-078DEDE34DD3}" type="pres">
      <dgm:prSet presAssocID="{6FDC47EF-09AC-6246-BEEC-296A818E023B}" presName="level3hierChild" presStyleCnt="0"/>
      <dgm:spPr/>
    </dgm:pt>
    <dgm:pt modelId="{8B0EF5D3-8310-314A-B040-10F888FAA42E}" type="pres">
      <dgm:prSet presAssocID="{183789F8-308F-4741-B6EE-9C38D5A2560B}" presName="root1" presStyleCnt="0"/>
      <dgm:spPr/>
    </dgm:pt>
    <dgm:pt modelId="{42551D6B-D4D9-9D4A-94BF-C50CD91B9ECC}" type="pres">
      <dgm:prSet presAssocID="{183789F8-308F-4741-B6EE-9C38D5A2560B}" presName="LevelOneTextNode" presStyleLbl="node0" presStyleIdx="2" presStyleCnt="3">
        <dgm:presLayoutVars>
          <dgm:chPref val="3"/>
        </dgm:presLayoutVars>
      </dgm:prSet>
      <dgm:spPr/>
    </dgm:pt>
    <dgm:pt modelId="{16543053-74FB-1B44-8D58-80F14EAE5789}" type="pres">
      <dgm:prSet presAssocID="{183789F8-308F-4741-B6EE-9C38D5A2560B}" presName="level2hierChild" presStyleCnt="0"/>
      <dgm:spPr/>
    </dgm:pt>
  </dgm:ptLst>
  <dgm:cxnLst>
    <dgm:cxn modelId="{33D8DC01-5FFB-8D41-97B5-5AB4BE2F52FD}" type="presOf" srcId="{02F97BE6-0D1F-6A47-B954-5AEB14CD47C9}" destId="{8A6CDAF9-EE1F-614A-A7E7-1591C3D947E8}" srcOrd="1" destOrd="0" presId="urn:microsoft.com/office/officeart/2005/8/layout/hierarchy2"/>
    <dgm:cxn modelId="{61245A12-E68C-774F-82D4-A05D22A2A864}" srcId="{1E5367B6-CFBA-604A-9DDA-EB50B4C27376}" destId="{7780F02F-53C1-5345-9540-EE3EF5EA4D2B}" srcOrd="0" destOrd="0" parTransId="{68446544-203A-9F46-B995-C30C0C885A16}" sibTransId="{2E1345D0-63BB-F74E-8C1B-48ADFA99EB6E}"/>
    <dgm:cxn modelId="{F89A5220-F2B2-8248-A67B-96E152A20C1B}" type="presOf" srcId="{A64A7A0A-44D6-E146-BF95-60874DE080D9}" destId="{16F58D77-9DFA-0F4A-B737-DB73C2C3851E}" srcOrd="0" destOrd="0" presId="urn:microsoft.com/office/officeart/2005/8/layout/hierarchy2"/>
    <dgm:cxn modelId="{B283BB22-98F4-6B44-BF3F-7975C0B530E1}" type="presOf" srcId="{D881F72F-4D09-CB4D-8A41-C707CC21CDF4}" destId="{3BAF3EEF-9565-6042-8FC0-DC593D4C7D8A}" srcOrd="0" destOrd="0" presId="urn:microsoft.com/office/officeart/2005/8/layout/hierarchy2"/>
    <dgm:cxn modelId="{26172726-FE79-4A42-919D-4319652E9CCE}" type="presOf" srcId="{B7A8FD33-64CC-7849-85BA-76B94489E38D}" destId="{49CC1093-40B2-C147-AC47-ABC48226D365}" srcOrd="0" destOrd="0" presId="urn:microsoft.com/office/officeart/2005/8/layout/hierarchy2"/>
    <dgm:cxn modelId="{16E2382C-FD44-B74A-B3ED-CE721A984B02}" srcId="{D881F72F-4D09-CB4D-8A41-C707CC21CDF4}" destId="{1E5367B6-CFBA-604A-9DDA-EB50B4C27376}" srcOrd="1" destOrd="0" parTransId="{91E63B35-AECD-574D-9EE6-F6FBF067C69F}" sibTransId="{BE043FFC-2771-554B-BEDC-C9A163F6D12D}"/>
    <dgm:cxn modelId="{82771350-9B79-5445-94CA-F1C46848CF8C}" type="presOf" srcId="{7780F02F-53C1-5345-9540-EE3EF5EA4D2B}" destId="{43B5C252-4391-DD4D-AAA7-2289E2838380}" srcOrd="0" destOrd="0" presId="urn:microsoft.com/office/officeart/2005/8/layout/hierarchy2"/>
    <dgm:cxn modelId="{3A89765D-F09C-7249-B477-FA67CD14CAB9}" type="presOf" srcId="{C3CD31DA-6506-6F42-B190-826103537E2F}" destId="{E84DE092-75C5-1644-9503-F9D92018D7D7}" srcOrd="0" destOrd="0" presId="urn:microsoft.com/office/officeart/2005/8/layout/hierarchy2"/>
    <dgm:cxn modelId="{74F07580-464C-7A45-84E7-3F23E991260B}" type="presOf" srcId="{68446544-203A-9F46-B995-C30C0C885A16}" destId="{069FCDCB-639E-FD47-B2F4-10F3140801FB}" srcOrd="1" destOrd="0" presId="urn:microsoft.com/office/officeart/2005/8/layout/hierarchy2"/>
    <dgm:cxn modelId="{23EFE78E-8E13-F748-8738-4BBF956DAEFE}" type="presOf" srcId="{9A573167-8148-BA44-8EB5-17DD7F7A419D}" destId="{CC7EADE2-D956-A34A-B2F7-80D0E42E2E64}" srcOrd="1" destOrd="0" presId="urn:microsoft.com/office/officeart/2005/8/layout/hierarchy2"/>
    <dgm:cxn modelId="{0DD18991-50BD-C74E-9205-9634ED71E14E}" srcId="{D881F72F-4D09-CB4D-8A41-C707CC21CDF4}" destId="{B7A8FD33-64CC-7849-85BA-76B94489E38D}" srcOrd="0" destOrd="0" parTransId="{0103B747-FA56-3C45-AE8F-902A2D05EBE0}" sibTransId="{2F5382E8-6F98-5940-92DD-AFCF4CE7B1C2}"/>
    <dgm:cxn modelId="{F393F993-281E-C54E-B1CE-57790E8A57DA}" type="presOf" srcId="{1E5367B6-CFBA-604A-9DDA-EB50B4C27376}" destId="{729CD538-310C-6147-8D8A-3390ED83F690}" srcOrd="0" destOrd="0" presId="urn:microsoft.com/office/officeart/2005/8/layout/hierarchy2"/>
    <dgm:cxn modelId="{1EE017A0-141E-BD4C-BC14-A81BC572B93D}" type="presOf" srcId="{908AFC68-9237-D24D-A5FF-0D74B8187271}" destId="{35715ADA-FF86-314D-B332-F049085C7D26}" srcOrd="0" destOrd="0" presId="urn:microsoft.com/office/officeart/2005/8/layout/hierarchy2"/>
    <dgm:cxn modelId="{26939EA4-9D83-744D-875F-3042A03ADAA0}" srcId="{7780F02F-53C1-5345-9540-EE3EF5EA4D2B}" destId="{C3CD31DA-6506-6F42-B190-826103537E2F}" srcOrd="1" destOrd="0" parTransId="{908AFC68-9237-D24D-A5FF-0D74B8187271}" sibTransId="{11D4B92F-7B9C-964D-991F-9DD792F893FC}"/>
    <dgm:cxn modelId="{09FB48A6-C017-4740-B820-98C0A41F7447}" srcId="{1E5367B6-CFBA-604A-9DDA-EB50B4C27376}" destId="{6FDC47EF-09AC-6246-BEEC-296A818E023B}" srcOrd="1" destOrd="0" parTransId="{9A573167-8148-BA44-8EB5-17DD7F7A419D}" sibTransId="{73281D02-B5D7-BC47-9E06-504610AAB066}"/>
    <dgm:cxn modelId="{CBCC55AF-4B86-8F46-9658-8F3D593B3131}" type="presOf" srcId="{6FDC47EF-09AC-6246-BEEC-296A818E023B}" destId="{F3EC69BE-BF24-FB46-AC44-4D5F0AC107C2}" srcOrd="0" destOrd="0" presId="urn:microsoft.com/office/officeart/2005/8/layout/hierarchy2"/>
    <dgm:cxn modelId="{9FF3C6B2-B98C-F34A-9903-D63C87739D06}" type="presOf" srcId="{02F97BE6-0D1F-6A47-B954-5AEB14CD47C9}" destId="{7D8E5BBB-B3B4-EB45-9A16-27C2163BD1B6}" srcOrd="0" destOrd="0" presId="urn:microsoft.com/office/officeart/2005/8/layout/hierarchy2"/>
    <dgm:cxn modelId="{0C533EB3-66D4-3A49-A59B-793979C21A56}" type="presOf" srcId="{68446544-203A-9F46-B995-C30C0C885A16}" destId="{72BF6BDE-E8F0-254F-B7F2-4CBC92188E9A}" srcOrd="0" destOrd="0" presId="urn:microsoft.com/office/officeart/2005/8/layout/hierarchy2"/>
    <dgm:cxn modelId="{92F3F7C3-8511-D940-8087-60CC74391FD7}" type="presOf" srcId="{183789F8-308F-4741-B6EE-9C38D5A2560B}" destId="{42551D6B-D4D9-9D4A-94BF-C50CD91B9ECC}" srcOrd="0" destOrd="0" presId="urn:microsoft.com/office/officeart/2005/8/layout/hierarchy2"/>
    <dgm:cxn modelId="{DE8D6FC5-F941-CD45-9904-93FC2E3F8C05}" srcId="{D881F72F-4D09-CB4D-8A41-C707CC21CDF4}" destId="{183789F8-308F-4741-B6EE-9C38D5A2560B}" srcOrd="2" destOrd="0" parTransId="{E880012D-C2DF-454F-8DDD-64B7AB914CC2}" sibTransId="{01C7F845-D701-A949-B94A-E834E8E739ED}"/>
    <dgm:cxn modelId="{668C59D1-35F2-9F4E-BC7E-28A9AE94F53B}" type="presOf" srcId="{908AFC68-9237-D24D-A5FF-0D74B8187271}" destId="{DAA47F09-78A1-7E44-83C8-07271F95FCDC}" srcOrd="1" destOrd="0" presId="urn:microsoft.com/office/officeart/2005/8/layout/hierarchy2"/>
    <dgm:cxn modelId="{45C9BCDD-6B64-4942-91DF-456070B2FCBD}" srcId="{7780F02F-53C1-5345-9540-EE3EF5EA4D2B}" destId="{A64A7A0A-44D6-E146-BF95-60874DE080D9}" srcOrd="0" destOrd="0" parTransId="{02F97BE6-0D1F-6A47-B954-5AEB14CD47C9}" sibTransId="{768D5CBE-50A5-E840-BB44-DE1ACDA85236}"/>
    <dgm:cxn modelId="{55D072F6-C7EF-C04B-8761-A41396695C0A}" type="presOf" srcId="{9A573167-8148-BA44-8EB5-17DD7F7A419D}" destId="{420D402F-70FD-8446-9D02-E095C9C9B71C}" srcOrd="0" destOrd="0" presId="urn:microsoft.com/office/officeart/2005/8/layout/hierarchy2"/>
    <dgm:cxn modelId="{98B2CBEB-82BA-C74C-9207-7D1E3A52FBC0}" type="presParOf" srcId="{3BAF3EEF-9565-6042-8FC0-DC593D4C7D8A}" destId="{86859A13-63DD-4D43-8F6B-312A115AA8F0}" srcOrd="0" destOrd="0" presId="urn:microsoft.com/office/officeart/2005/8/layout/hierarchy2"/>
    <dgm:cxn modelId="{EED515EC-74B7-7B4D-9D23-051563D3CAAA}" type="presParOf" srcId="{86859A13-63DD-4D43-8F6B-312A115AA8F0}" destId="{49CC1093-40B2-C147-AC47-ABC48226D365}" srcOrd="0" destOrd="0" presId="urn:microsoft.com/office/officeart/2005/8/layout/hierarchy2"/>
    <dgm:cxn modelId="{973B0ABF-329A-6648-BA52-A623294D172E}" type="presParOf" srcId="{86859A13-63DD-4D43-8F6B-312A115AA8F0}" destId="{35F263DC-545D-8840-A906-0B12BBD5674D}" srcOrd="1" destOrd="0" presId="urn:microsoft.com/office/officeart/2005/8/layout/hierarchy2"/>
    <dgm:cxn modelId="{FCDB53A3-FE78-0C46-AC80-BCABF52A29A5}" type="presParOf" srcId="{3BAF3EEF-9565-6042-8FC0-DC593D4C7D8A}" destId="{37408BAF-25F8-D247-897D-3E63BF31E231}" srcOrd="1" destOrd="0" presId="urn:microsoft.com/office/officeart/2005/8/layout/hierarchy2"/>
    <dgm:cxn modelId="{9F98B308-8B2B-3744-A65F-861406EC677F}" type="presParOf" srcId="{37408BAF-25F8-D247-897D-3E63BF31E231}" destId="{729CD538-310C-6147-8D8A-3390ED83F690}" srcOrd="0" destOrd="0" presId="urn:microsoft.com/office/officeart/2005/8/layout/hierarchy2"/>
    <dgm:cxn modelId="{1A17AE1B-7CEB-8149-91C3-800F19093DF8}" type="presParOf" srcId="{37408BAF-25F8-D247-897D-3E63BF31E231}" destId="{0F34C7D3-8BE7-0043-8453-5083CDBDA25D}" srcOrd="1" destOrd="0" presId="urn:microsoft.com/office/officeart/2005/8/layout/hierarchy2"/>
    <dgm:cxn modelId="{9B3F8340-2D5D-E546-8850-14A7E5AF360E}" type="presParOf" srcId="{0F34C7D3-8BE7-0043-8453-5083CDBDA25D}" destId="{72BF6BDE-E8F0-254F-B7F2-4CBC92188E9A}" srcOrd="0" destOrd="0" presId="urn:microsoft.com/office/officeart/2005/8/layout/hierarchy2"/>
    <dgm:cxn modelId="{E3338687-6085-5F43-8B44-F21C0DE381C9}" type="presParOf" srcId="{72BF6BDE-E8F0-254F-B7F2-4CBC92188E9A}" destId="{069FCDCB-639E-FD47-B2F4-10F3140801FB}" srcOrd="0" destOrd="0" presId="urn:microsoft.com/office/officeart/2005/8/layout/hierarchy2"/>
    <dgm:cxn modelId="{E6302DC3-3D23-2948-B46D-009CFAE2FF96}" type="presParOf" srcId="{0F34C7D3-8BE7-0043-8453-5083CDBDA25D}" destId="{F0037AAF-DBB8-A64B-9ADB-FC5614A1197F}" srcOrd="1" destOrd="0" presId="urn:microsoft.com/office/officeart/2005/8/layout/hierarchy2"/>
    <dgm:cxn modelId="{98680A0F-7CA0-824B-9CA0-3C54FDE72700}" type="presParOf" srcId="{F0037AAF-DBB8-A64B-9ADB-FC5614A1197F}" destId="{43B5C252-4391-DD4D-AAA7-2289E2838380}" srcOrd="0" destOrd="0" presId="urn:microsoft.com/office/officeart/2005/8/layout/hierarchy2"/>
    <dgm:cxn modelId="{74E12A40-2F6C-124E-A6DD-A14FF209CC75}" type="presParOf" srcId="{F0037AAF-DBB8-A64B-9ADB-FC5614A1197F}" destId="{D5A59175-62D2-C44A-9B93-4613381AEA20}" srcOrd="1" destOrd="0" presId="urn:microsoft.com/office/officeart/2005/8/layout/hierarchy2"/>
    <dgm:cxn modelId="{A6993517-763A-5942-9E0B-41B486003AAA}" type="presParOf" srcId="{D5A59175-62D2-C44A-9B93-4613381AEA20}" destId="{7D8E5BBB-B3B4-EB45-9A16-27C2163BD1B6}" srcOrd="0" destOrd="0" presId="urn:microsoft.com/office/officeart/2005/8/layout/hierarchy2"/>
    <dgm:cxn modelId="{E109EFC5-E8DD-F44E-A2EF-F82584553AF5}" type="presParOf" srcId="{7D8E5BBB-B3B4-EB45-9A16-27C2163BD1B6}" destId="{8A6CDAF9-EE1F-614A-A7E7-1591C3D947E8}" srcOrd="0" destOrd="0" presId="urn:microsoft.com/office/officeart/2005/8/layout/hierarchy2"/>
    <dgm:cxn modelId="{E7A5A7A6-C01E-6742-85E0-B4654C904210}" type="presParOf" srcId="{D5A59175-62D2-C44A-9B93-4613381AEA20}" destId="{B58D924C-A71D-EC49-A125-77ADA1DD4063}" srcOrd="1" destOrd="0" presId="urn:microsoft.com/office/officeart/2005/8/layout/hierarchy2"/>
    <dgm:cxn modelId="{3E9E240A-27B1-EF41-AB5F-52F56AC41505}" type="presParOf" srcId="{B58D924C-A71D-EC49-A125-77ADA1DD4063}" destId="{16F58D77-9DFA-0F4A-B737-DB73C2C3851E}" srcOrd="0" destOrd="0" presId="urn:microsoft.com/office/officeart/2005/8/layout/hierarchy2"/>
    <dgm:cxn modelId="{2183F0FB-1D05-2A42-B6AF-A994303BE5D8}" type="presParOf" srcId="{B58D924C-A71D-EC49-A125-77ADA1DD4063}" destId="{346ADADC-3E93-0242-B3A6-48C6169BCF66}" srcOrd="1" destOrd="0" presId="urn:microsoft.com/office/officeart/2005/8/layout/hierarchy2"/>
    <dgm:cxn modelId="{397B70A3-9C5E-724D-AA6E-70BDB5DA9AA1}" type="presParOf" srcId="{D5A59175-62D2-C44A-9B93-4613381AEA20}" destId="{35715ADA-FF86-314D-B332-F049085C7D26}" srcOrd="2" destOrd="0" presId="urn:microsoft.com/office/officeart/2005/8/layout/hierarchy2"/>
    <dgm:cxn modelId="{AC8C5E58-2018-9748-8048-DFCF3702DCEA}" type="presParOf" srcId="{35715ADA-FF86-314D-B332-F049085C7D26}" destId="{DAA47F09-78A1-7E44-83C8-07271F95FCDC}" srcOrd="0" destOrd="0" presId="urn:microsoft.com/office/officeart/2005/8/layout/hierarchy2"/>
    <dgm:cxn modelId="{3708325F-BA02-B94D-BA28-753569F24AD7}" type="presParOf" srcId="{D5A59175-62D2-C44A-9B93-4613381AEA20}" destId="{C4C008D7-A3A0-3D4F-AF6E-28BCDEEA6954}" srcOrd="3" destOrd="0" presId="urn:microsoft.com/office/officeart/2005/8/layout/hierarchy2"/>
    <dgm:cxn modelId="{0AFDEA7B-7EE8-6248-8A69-B8121047DA4F}" type="presParOf" srcId="{C4C008D7-A3A0-3D4F-AF6E-28BCDEEA6954}" destId="{E84DE092-75C5-1644-9503-F9D92018D7D7}" srcOrd="0" destOrd="0" presId="urn:microsoft.com/office/officeart/2005/8/layout/hierarchy2"/>
    <dgm:cxn modelId="{31E3CEEE-7534-6649-9B9C-F540072CBAF8}" type="presParOf" srcId="{C4C008D7-A3A0-3D4F-AF6E-28BCDEEA6954}" destId="{43FEB3FE-8851-624D-ACB6-15217D58478E}" srcOrd="1" destOrd="0" presId="urn:microsoft.com/office/officeart/2005/8/layout/hierarchy2"/>
    <dgm:cxn modelId="{F95E0452-5CE9-EF4D-B7B3-54D6F7B96193}" type="presParOf" srcId="{0F34C7D3-8BE7-0043-8453-5083CDBDA25D}" destId="{420D402F-70FD-8446-9D02-E095C9C9B71C}" srcOrd="2" destOrd="0" presId="urn:microsoft.com/office/officeart/2005/8/layout/hierarchy2"/>
    <dgm:cxn modelId="{7B49F6C7-396D-464D-8D29-8C4FB3106646}" type="presParOf" srcId="{420D402F-70FD-8446-9D02-E095C9C9B71C}" destId="{CC7EADE2-D956-A34A-B2F7-80D0E42E2E64}" srcOrd="0" destOrd="0" presId="urn:microsoft.com/office/officeart/2005/8/layout/hierarchy2"/>
    <dgm:cxn modelId="{ED6EFED4-CB1F-3042-8012-70EC5E897AD0}" type="presParOf" srcId="{0F34C7D3-8BE7-0043-8453-5083CDBDA25D}" destId="{40078AEF-CA7B-E148-8770-41CDDDF9A043}" srcOrd="3" destOrd="0" presId="urn:microsoft.com/office/officeart/2005/8/layout/hierarchy2"/>
    <dgm:cxn modelId="{4CA6E678-BB07-6247-B367-A670906493E9}" type="presParOf" srcId="{40078AEF-CA7B-E148-8770-41CDDDF9A043}" destId="{F3EC69BE-BF24-FB46-AC44-4D5F0AC107C2}" srcOrd="0" destOrd="0" presId="urn:microsoft.com/office/officeart/2005/8/layout/hierarchy2"/>
    <dgm:cxn modelId="{03142CDC-D41F-684E-B55D-ADEB825551FC}" type="presParOf" srcId="{40078AEF-CA7B-E148-8770-41CDDDF9A043}" destId="{F049506E-03E1-F54A-B1A1-078DEDE34DD3}" srcOrd="1" destOrd="0" presId="urn:microsoft.com/office/officeart/2005/8/layout/hierarchy2"/>
    <dgm:cxn modelId="{217F9675-20BB-CD46-A869-3C8261100352}" type="presParOf" srcId="{3BAF3EEF-9565-6042-8FC0-DC593D4C7D8A}" destId="{8B0EF5D3-8310-314A-B040-10F888FAA42E}" srcOrd="2" destOrd="0" presId="urn:microsoft.com/office/officeart/2005/8/layout/hierarchy2"/>
    <dgm:cxn modelId="{80B2804E-19EE-C244-AF3F-A31C52BABA66}" type="presParOf" srcId="{8B0EF5D3-8310-314A-B040-10F888FAA42E}" destId="{42551D6B-D4D9-9D4A-94BF-C50CD91B9ECC}" srcOrd="0" destOrd="0" presId="urn:microsoft.com/office/officeart/2005/8/layout/hierarchy2"/>
    <dgm:cxn modelId="{4A43867E-7DA6-0048-B64C-67BC201C0710}" type="presParOf" srcId="{8B0EF5D3-8310-314A-B040-10F888FAA42E}" destId="{16543053-74FB-1B44-8D58-80F14EAE578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C1093-40B2-C147-AC47-ABC48226D365}">
      <dsp:nvSpPr>
        <dsp:cNvPr id="0" name=""/>
        <dsp:cNvSpPr/>
      </dsp:nvSpPr>
      <dsp:spPr>
        <a:xfrm>
          <a:off x="3163" y="1607623"/>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cpu</a:t>
          </a:r>
          <a:endParaRPr lang="en-US" sz="2100" kern="1200" dirty="0"/>
        </a:p>
      </dsp:txBody>
      <dsp:txXfrm>
        <a:off x="24290" y="1628750"/>
        <a:ext cx="1400401" cy="679073"/>
      </dsp:txXfrm>
    </dsp:sp>
    <dsp:sp modelId="{C73A51B7-EDE6-2449-BE87-C2D26522C2DF}">
      <dsp:nvSpPr>
        <dsp:cNvPr id="0" name=""/>
        <dsp:cNvSpPr/>
      </dsp:nvSpPr>
      <dsp:spPr>
        <a:xfrm rot="17692822">
          <a:off x="1048555" y="1331222"/>
          <a:ext cx="1371590" cy="29838"/>
        </a:xfrm>
        <a:custGeom>
          <a:avLst/>
          <a:gdLst/>
          <a:ahLst/>
          <a:cxnLst/>
          <a:rect l="0" t="0" r="0" b="0"/>
          <a:pathLst>
            <a:path>
              <a:moveTo>
                <a:pt x="0" y="14919"/>
              </a:moveTo>
              <a:lnTo>
                <a:pt x="1371590"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00060" y="1311852"/>
        <a:ext cx="68579" cy="68579"/>
      </dsp:txXfrm>
    </dsp:sp>
    <dsp:sp modelId="{0F576B43-37AB-BF4A-9E62-28D535FF98BF}">
      <dsp:nvSpPr>
        <dsp:cNvPr id="0" name=""/>
        <dsp:cNvSpPr/>
      </dsp:nvSpPr>
      <dsp:spPr>
        <a:xfrm>
          <a:off x="2022881" y="363333"/>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system.slice</a:t>
          </a:r>
          <a:r>
            <a:rPr lang="en-US" sz="2100" kern="1200" dirty="0"/>
            <a:t>: 100</a:t>
          </a:r>
        </a:p>
      </dsp:txBody>
      <dsp:txXfrm>
        <a:off x="2044008" y="384460"/>
        <a:ext cx="2347418" cy="679073"/>
      </dsp:txXfrm>
    </dsp:sp>
    <dsp:sp modelId="{4E7ECC11-A645-6F4F-9FD7-912317913997}">
      <dsp:nvSpPr>
        <dsp:cNvPr id="0" name=""/>
        <dsp:cNvSpPr/>
      </dsp:nvSpPr>
      <dsp:spPr>
        <a:xfrm rot="19457599">
          <a:off x="1379023" y="1745986"/>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1743139"/>
        <a:ext cx="35532" cy="35532"/>
      </dsp:txXfrm>
    </dsp:sp>
    <dsp:sp modelId="{6F8BED3C-E1A7-C541-9627-9DDAB29CF7CB}">
      <dsp:nvSpPr>
        <dsp:cNvPr id="0" name=""/>
        <dsp:cNvSpPr/>
      </dsp:nvSpPr>
      <dsp:spPr>
        <a:xfrm>
          <a:off x="2022881" y="1192859"/>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user.slice</a:t>
          </a:r>
          <a:r>
            <a:rPr lang="en-US" sz="2100" kern="1200" dirty="0"/>
            <a:t>: 100</a:t>
          </a:r>
        </a:p>
      </dsp:txBody>
      <dsp:txXfrm>
        <a:off x="2044008" y="1213986"/>
        <a:ext cx="2347418" cy="679073"/>
      </dsp:txXfrm>
    </dsp:sp>
    <dsp:sp modelId="{0FC5E7D8-90D7-A648-8279-47C304C81D93}">
      <dsp:nvSpPr>
        <dsp:cNvPr id="0" name=""/>
        <dsp:cNvSpPr/>
      </dsp:nvSpPr>
      <dsp:spPr>
        <a:xfrm rot="2142401">
          <a:off x="1379023" y="2160749"/>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2157902"/>
        <a:ext cx="35532" cy="35532"/>
      </dsp:txXfrm>
    </dsp:sp>
    <dsp:sp modelId="{A65196F4-3AD6-2D49-AAC8-6633CE2FFF6E}">
      <dsp:nvSpPr>
        <dsp:cNvPr id="0" name=""/>
        <dsp:cNvSpPr/>
      </dsp:nvSpPr>
      <dsp:spPr>
        <a:xfrm>
          <a:off x="2022881" y="2022386"/>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machine.slice</a:t>
          </a:r>
          <a:r>
            <a:rPr lang="en-US" sz="2100" kern="1200" dirty="0"/>
            <a:t>: 100</a:t>
          </a:r>
        </a:p>
      </dsp:txBody>
      <dsp:txXfrm>
        <a:off x="2044008" y="2043513"/>
        <a:ext cx="2347418" cy="679073"/>
      </dsp:txXfrm>
    </dsp:sp>
    <dsp:sp modelId="{4AA3F85E-50FA-DC45-A738-1F4D7AD9A8D1}">
      <dsp:nvSpPr>
        <dsp:cNvPr id="0" name=""/>
        <dsp:cNvSpPr/>
      </dsp:nvSpPr>
      <dsp:spPr>
        <a:xfrm rot="3907178">
          <a:off x="1048555" y="2575513"/>
          <a:ext cx="1371590" cy="29838"/>
        </a:xfrm>
        <a:custGeom>
          <a:avLst/>
          <a:gdLst/>
          <a:ahLst/>
          <a:cxnLst/>
          <a:rect l="0" t="0" r="0" b="0"/>
          <a:pathLst>
            <a:path>
              <a:moveTo>
                <a:pt x="0" y="14919"/>
              </a:moveTo>
              <a:lnTo>
                <a:pt x="1371590"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00060" y="2556142"/>
        <a:ext cx="68579" cy="68579"/>
      </dsp:txXfrm>
    </dsp:sp>
    <dsp:sp modelId="{BA0E7A4B-0638-E642-9F33-51FE69B41A45}">
      <dsp:nvSpPr>
        <dsp:cNvPr id="0" name=""/>
        <dsp:cNvSpPr/>
      </dsp:nvSpPr>
      <dsp:spPr>
        <a:xfrm>
          <a:off x="2022881" y="2851913"/>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 100</a:t>
          </a:r>
        </a:p>
      </dsp:txBody>
      <dsp:txXfrm>
        <a:off x="2044008" y="2873040"/>
        <a:ext cx="2347418" cy="679073"/>
      </dsp:txXfrm>
    </dsp:sp>
    <dsp:sp modelId="{10367FE3-4442-584F-8A30-674D2E1B7835}">
      <dsp:nvSpPr>
        <dsp:cNvPr id="0" name=""/>
        <dsp:cNvSpPr/>
      </dsp:nvSpPr>
      <dsp:spPr>
        <a:xfrm rot="19457599">
          <a:off x="4345757" y="2990276"/>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4683318" y="2987429"/>
        <a:ext cx="35532" cy="35532"/>
      </dsp:txXfrm>
    </dsp:sp>
    <dsp:sp modelId="{1ACC7078-712D-0C4D-B588-196CF28E1BBB}">
      <dsp:nvSpPr>
        <dsp:cNvPr id="0" name=""/>
        <dsp:cNvSpPr/>
      </dsp:nvSpPr>
      <dsp:spPr>
        <a:xfrm>
          <a:off x="4989615" y="2437150"/>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G1.A: 1000</a:t>
          </a:r>
        </a:p>
      </dsp:txBody>
      <dsp:txXfrm>
        <a:off x="5010742" y="2458277"/>
        <a:ext cx="1400401" cy="679073"/>
      </dsp:txXfrm>
    </dsp:sp>
    <dsp:sp modelId="{716B549F-6904-7542-A54E-CA96410F003D}">
      <dsp:nvSpPr>
        <dsp:cNvPr id="0" name=""/>
        <dsp:cNvSpPr/>
      </dsp:nvSpPr>
      <dsp:spPr>
        <a:xfrm rot="2142401">
          <a:off x="4345757" y="3405039"/>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4683318" y="3402193"/>
        <a:ext cx="35532" cy="35532"/>
      </dsp:txXfrm>
    </dsp:sp>
    <dsp:sp modelId="{1D67D980-F918-2C47-832E-334203AE2C65}">
      <dsp:nvSpPr>
        <dsp:cNvPr id="0" name=""/>
        <dsp:cNvSpPr/>
      </dsp:nvSpPr>
      <dsp:spPr>
        <a:xfrm>
          <a:off x="4989615" y="3266677"/>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G1.B: 10000</a:t>
          </a:r>
        </a:p>
      </dsp:txBody>
      <dsp:txXfrm>
        <a:off x="5010742" y="3287804"/>
        <a:ext cx="1400401" cy="679073"/>
      </dsp:txXfrm>
    </dsp:sp>
    <dsp:sp modelId="{729CD538-310C-6147-8D8A-3390ED83F690}">
      <dsp:nvSpPr>
        <dsp:cNvPr id="0" name=""/>
        <dsp:cNvSpPr/>
      </dsp:nvSpPr>
      <dsp:spPr>
        <a:xfrm>
          <a:off x="3163" y="2437150"/>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memory</a:t>
          </a:r>
        </a:p>
      </dsp:txBody>
      <dsp:txXfrm>
        <a:off x="24290" y="2458277"/>
        <a:ext cx="1400401" cy="679073"/>
      </dsp:txXfrm>
    </dsp:sp>
    <dsp:sp modelId="{42551D6B-D4D9-9D4A-94BF-C50CD91B9ECC}">
      <dsp:nvSpPr>
        <dsp:cNvPr id="0" name=""/>
        <dsp:cNvSpPr/>
      </dsp:nvSpPr>
      <dsp:spPr>
        <a:xfrm>
          <a:off x="3163" y="3266677"/>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a:t>
          </a:r>
        </a:p>
      </dsp:txBody>
      <dsp:txXfrm>
        <a:off x="24290" y="3287804"/>
        <a:ext cx="1400401" cy="679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C1093-40B2-C147-AC47-ABC48226D365}">
      <dsp:nvSpPr>
        <dsp:cNvPr id="0" name=""/>
        <dsp:cNvSpPr/>
      </dsp:nvSpPr>
      <dsp:spPr>
        <a:xfrm>
          <a:off x="3163" y="985478"/>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err="1"/>
            <a:t>cpu</a:t>
          </a:r>
          <a:endParaRPr lang="en-US" sz="2300" kern="1200" dirty="0"/>
        </a:p>
      </dsp:txBody>
      <dsp:txXfrm>
        <a:off x="24290" y="1006605"/>
        <a:ext cx="1400401" cy="679073"/>
      </dsp:txXfrm>
    </dsp:sp>
    <dsp:sp modelId="{729CD538-310C-6147-8D8A-3390ED83F690}">
      <dsp:nvSpPr>
        <dsp:cNvPr id="0" name=""/>
        <dsp:cNvSpPr/>
      </dsp:nvSpPr>
      <dsp:spPr>
        <a:xfrm>
          <a:off x="3163" y="1815005"/>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memory</a:t>
          </a:r>
        </a:p>
      </dsp:txBody>
      <dsp:txXfrm>
        <a:off x="24290" y="1836132"/>
        <a:ext cx="1400401" cy="679073"/>
      </dsp:txXfrm>
    </dsp:sp>
    <dsp:sp modelId="{72BF6BDE-E8F0-254F-B7F2-4CBC92188E9A}">
      <dsp:nvSpPr>
        <dsp:cNvPr id="0" name=""/>
        <dsp:cNvSpPr/>
      </dsp:nvSpPr>
      <dsp:spPr>
        <a:xfrm rot="19457599">
          <a:off x="1379023" y="1953367"/>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1950520"/>
        <a:ext cx="35532" cy="35532"/>
      </dsp:txXfrm>
    </dsp:sp>
    <dsp:sp modelId="{43B5C252-4391-DD4D-AAA7-2289E2838380}">
      <dsp:nvSpPr>
        <dsp:cNvPr id="0" name=""/>
        <dsp:cNvSpPr/>
      </dsp:nvSpPr>
      <dsp:spPr>
        <a:xfrm>
          <a:off x="2022881" y="1400241"/>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 2GB</a:t>
          </a:r>
        </a:p>
      </dsp:txBody>
      <dsp:txXfrm>
        <a:off x="2044008" y="1421368"/>
        <a:ext cx="2347418" cy="679073"/>
      </dsp:txXfrm>
    </dsp:sp>
    <dsp:sp modelId="{7D8E5BBB-B3B4-EB45-9A16-27C2163BD1B6}">
      <dsp:nvSpPr>
        <dsp:cNvPr id="0" name=""/>
        <dsp:cNvSpPr/>
      </dsp:nvSpPr>
      <dsp:spPr>
        <a:xfrm rot="19457599">
          <a:off x="4345757" y="1538604"/>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3318" y="1535757"/>
        <a:ext cx="35532" cy="35532"/>
      </dsp:txXfrm>
    </dsp:sp>
    <dsp:sp modelId="{16F58D77-9DFA-0F4A-B737-DB73C2C3851E}">
      <dsp:nvSpPr>
        <dsp:cNvPr id="0" name=""/>
        <dsp:cNvSpPr/>
      </dsp:nvSpPr>
      <dsp:spPr>
        <a:xfrm>
          <a:off x="4989615" y="985478"/>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G2.1: 1GB</a:t>
          </a:r>
        </a:p>
      </dsp:txBody>
      <dsp:txXfrm>
        <a:off x="5010742" y="1006605"/>
        <a:ext cx="1400401" cy="679073"/>
      </dsp:txXfrm>
    </dsp:sp>
    <dsp:sp modelId="{35715ADA-FF86-314D-B332-F049085C7D26}">
      <dsp:nvSpPr>
        <dsp:cNvPr id="0" name=""/>
        <dsp:cNvSpPr/>
      </dsp:nvSpPr>
      <dsp:spPr>
        <a:xfrm rot="2142401">
          <a:off x="4345757" y="1953367"/>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3318" y="1950520"/>
        <a:ext cx="35532" cy="35532"/>
      </dsp:txXfrm>
    </dsp:sp>
    <dsp:sp modelId="{E84DE092-75C5-1644-9503-F9D92018D7D7}">
      <dsp:nvSpPr>
        <dsp:cNvPr id="0" name=""/>
        <dsp:cNvSpPr/>
      </dsp:nvSpPr>
      <dsp:spPr>
        <a:xfrm>
          <a:off x="4989615" y="1815005"/>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G2.2: 1.5GB</a:t>
          </a:r>
        </a:p>
      </dsp:txBody>
      <dsp:txXfrm>
        <a:off x="5010742" y="1836132"/>
        <a:ext cx="1400401" cy="679073"/>
      </dsp:txXfrm>
    </dsp:sp>
    <dsp:sp modelId="{420D402F-70FD-8446-9D02-E095C9C9B71C}">
      <dsp:nvSpPr>
        <dsp:cNvPr id="0" name=""/>
        <dsp:cNvSpPr/>
      </dsp:nvSpPr>
      <dsp:spPr>
        <a:xfrm rot="2142401">
          <a:off x="1379023" y="2368131"/>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2365284"/>
        <a:ext cx="35532" cy="35532"/>
      </dsp:txXfrm>
    </dsp:sp>
    <dsp:sp modelId="{F3EC69BE-BF24-FB46-AC44-4D5F0AC107C2}">
      <dsp:nvSpPr>
        <dsp:cNvPr id="0" name=""/>
        <dsp:cNvSpPr/>
      </dsp:nvSpPr>
      <dsp:spPr>
        <a:xfrm>
          <a:off x="2022881" y="2229768"/>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G3: 3GB</a:t>
          </a:r>
        </a:p>
      </dsp:txBody>
      <dsp:txXfrm>
        <a:off x="2044008" y="2250895"/>
        <a:ext cx="2347418" cy="679073"/>
      </dsp:txXfrm>
    </dsp:sp>
    <dsp:sp modelId="{42551D6B-D4D9-9D4A-94BF-C50CD91B9ECC}">
      <dsp:nvSpPr>
        <dsp:cNvPr id="0" name=""/>
        <dsp:cNvSpPr/>
      </dsp:nvSpPr>
      <dsp:spPr>
        <a:xfrm>
          <a:off x="3163" y="2644532"/>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a:t>
          </a:r>
        </a:p>
      </dsp:txBody>
      <dsp:txXfrm>
        <a:off x="24290" y="2665659"/>
        <a:ext cx="1400401" cy="67907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A1724-FE87-D744-AEFA-DF7E2B83349C}" type="datetimeFigureOut">
              <a:rPr lang="en-SE" smtClean="0"/>
              <a:t>7/14/26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3DE0-5E9E-8947-9DAA-E91C371FD659}" type="slidenum">
              <a:rPr lang="en-SE" smtClean="0"/>
              <a:t>‹#›</a:t>
            </a:fld>
            <a:endParaRPr lang="en-SE"/>
          </a:p>
        </p:txBody>
      </p:sp>
    </p:spTree>
    <p:extLst>
      <p:ext uri="{BB962C8B-B14F-4D97-AF65-F5344CB8AC3E}">
        <p14:creationId xmlns:p14="http://schemas.microsoft.com/office/powerpoint/2010/main" val="420624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ln/>
        </p:spPr>
        <p:txBody>
          <a:bodyPr/>
          <a:lstStyle/>
          <a:p>
            <a:endParaRPr lang="en-US"/>
          </a:p>
        </p:txBody>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232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a:t>
            </a:fld>
            <a:endParaRPr lang="en-US" altLang="en-US"/>
          </a:p>
        </p:txBody>
      </p:sp>
    </p:spTree>
    <p:extLst>
      <p:ext uri="{BB962C8B-B14F-4D97-AF65-F5344CB8AC3E}">
        <p14:creationId xmlns:p14="http://schemas.microsoft.com/office/powerpoint/2010/main" val="70434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virtualization by interception</a:t>
            </a:r>
            <a:r>
              <a:rPr lang="en-US" dirty="0"/>
              <a:t> — privileged operations are trapped and emulated safely so that the guest </a:t>
            </a:r>
            <a:r>
              <a:rPr lang="en-US" i="1" dirty="0"/>
              <a:t>believes</a:t>
            </a:r>
            <a:r>
              <a:rPr lang="en-US" dirty="0"/>
              <a:t> it has full control of the machine.</a:t>
            </a:r>
          </a:p>
        </p:txBody>
      </p:sp>
      <p:sp>
        <p:nvSpPr>
          <p:cNvPr id="4" name="Slide Number Placeholder 3"/>
          <p:cNvSpPr>
            <a:spLocks noGrp="1"/>
          </p:cNvSpPr>
          <p:nvPr>
            <p:ph type="sldNum" sz="quarter" idx="5"/>
          </p:nvPr>
        </p:nvSpPr>
        <p:spPr/>
        <p:txBody>
          <a:bodyPr/>
          <a:lstStyle/>
          <a:p>
            <a:fld id="{C55E3DE0-5E9E-8947-9DAA-E91C371FD659}" type="slidenum">
              <a:rPr lang="en-SE" smtClean="0"/>
              <a:t>9</a:t>
            </a:fld>
            <a:endParaRPr lang="en-SE"/>
          </a:p>
        </p:txBody>
      </p:sp>
    </p:spTree>
    <p:extLst>
      <p:ext uri="{BB962C8B-B14F-4D97-AF65-F5344CB8AC3E}">
        <p14:creationId xmlns:p14="http://schemas.microsoft.com/office/powerpoint/2010/main" val="1457926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SE" dirty="0"/>
              <a:t>If the guest OS runs as user and can run sensitive as user instead of kernel, it does not work</a:t>
            </a:r>
          </a:p>
          <a:p>
            <a:r>
              <a:rPr lang="en-SE" dirty="0"/>
              <a:t>BE CLEAR BEFORE THE GUEST OS RUNS AS USER</a:t>
            </a:r>
          </a:p>
          <a:p>
            <a:r>
              <a:rPr lang="en-SE" dirty="0"/>
              <a:t>Example: command to push flags from the CPU to the stack. If kernel all flags, if user only some.</a:t>
            </a:r>
          </a:p>
          <a:p>
            <a:r>
              <a:rPr lang="en-SE" dirty="0"/>
              <a:t>Another example: reading from specific in port. Some devices can have direct communication with user, </a:t>
            </a:r>
            <a:r>
              <a:rPr lang="en-SE"/>
              <a:t>others cannot</a:t>
            </a:r>
            <a:endParaRPr lang="en-US" dirty="0"/>
          </a:p>
          <a:p>
            <a:endParaRPr lang="en-US" dirty="0"/>
          </a:p>
          <a:p>
            <a:r>
              <a:rPr lang="en-US" sz="1200" b="1" kern="1200" dirty="0">
                <a:solidFill>
                  <a:schemeClr val="tx1"/>
                </a:solidFill>
                <a:latin typeface="+mn-lt"/>
                <a:ea typeface="+mn-ea"/>
                <a:cs typeface="+mn-cs"/>
              </a:rPr>
              <a:t>POPF</a:t>
            </a:r>
            <a:r>
              <a:rPr lang="en-US" dirty="0"/>
              <a:t> (Pop Flags), which restores the CPU flags register from the stack.</a:t>
            </a:r>
            <a:br>
              <a:rPr lang="en-US" dirty="0"/>
            </a:br>
            <a:r>
              <a:rPr lang="en-US" dirty="0"/>
              <a:t>Among those flags is the </a:t>
            </a:r>
            <a:r>
              <a:rPr lang="en-US" b="1" dirty="0"/>
              <a:t>interrupt flag (IF)</a:t>
            </a:r>
            <a:r>
              <a:rPr lang="en-US" dirty="0"/>
              <a:t>, which controls whether hardware interrupts are enabled.</a:t>
            </a:r>
            <a:br>
              <a:rPr lang="en-US" dirty="0"/>
            </a:br>
            <a:r>
              <a:rPr lang="en-US" dirty="0"/>
              <a:t>When executed in </a:t>
            </a:r>
            <a:r>
              <a:rPr lang="en-US" b="1" dirty="0"/>
              <a:t>kernel mode</a:t>
            </a:r>
            <a:r>
              <a:rPr lang="en-US" dirty="0"/>
              <a:t>, </a:t>
            </a:r>
            <a:r>
              <a:rPr lang="en-US" sz="1200" kern="1200" dirty="0">
                <a:solidFill>
                  <a:schemeClr val="tx1"/>
                </a:solidFill>
                <a:latin typeface="+mn-lt"/>
                <a:ea typeface="+mn-ea"/>
                <a:cs typeface="+mn-cs"/>
              </a:rPr>
              <a:t>POPF </a:t>
            </a:r>
            <a:r>
              <a:rPr lang="en-US" dirty="0"/>
              <a:t>will actually change the interrupt flag bit — enabling or disabling hardware interrupts as requested.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executed in </a:t>
            </a:r>
            <a:r>
              <a:rPr lang="en-US" b="1" dirty="0"/>
              <a:t>user mode</a:t>
            </a:r>
            <a:r>
              <a:rPr lang="en-US" dirty="0"/>
              <a:t>, </a:t>
            </a:r>
            <a:r>
              <a:rPr lang="en-US" sz="1200" kern="1200" dirty="0">
                <a:solidFill>
                  <a:schemeClr val="tx1"/>
                </a:solidFill>
                <a:latin typeface="+mn-lt"/>
                <a:ea typeface="+mn-ea"/>
                <a:cs typeface="+mn-cs"/>
              </a:rPr>
              <a:t>POPF</a:t>
            </a:r>
            <a:r>
              <a:rPr lang="en-US" dirty="0"/>
              <a:t> will </a:t>
            </a:r>
            <a:r>
              <a:rPr lang="en-US" b="1" dirty="0"/>
              <a:t>not</a:t>
            </a:r>
            <a:r>
              <a:rPr lang="en-US" dirty="0"/>
              <a:t> change the interrupt flag, even though it </a:t>
            </a:r>
            <a:r>
              <a:rPr lang="en-US" i="1" dirty="0"/>
              <a:t>appears</a:t>
            </a:r>
            <a:r>
              <a:rPr lang="en-US" dirty="0"/>
              <a:t> to execute successfully. It just silently ignores attempts to modify that privileged bit.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instruction is </a:t>
            </a:r>
            <a:r>
              <a:rPr lang="en-US" b="1" dirty="0"/>
              <a:t>sensitive</a:t>
            </a:r>
            <a:r>
              <a:rPr lang="en-US" dirty="0"/>
              <a:t> because it depends on and affects CPU state (interrupt handling). But it’s </a:t>
            </a:r>
            <a:r>
              <a:rPr lang="en-US" b="1" dirty="0"/>
              <a:t>not privileged</a:t>
            </a:r>
            <a:r>
              <a:rPr lang="en-US" dirty="0"/>
              <a:t> on older x86 CPUs — it doesn’t trap when run in user mode.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a problem for virtualization: a guest OS running in user mode could execute </a:t>
            </a:r>
            <a:r>
              <a:rPr lang="en-US" sz="1200" kern="1200" dirty="0">
                <a:solidFill>
                  <a:schemeClr val="tx1"/>
                </a:solidFill>
                <a:latin typeface="+mn-lt"/>
                <a:ea typeface="+mn-ea"/>
                <a:cs typeface="+mn-cs"/>
              </a:rPr>
              <a:t>POPF</a:t>
            </a:r>
            <a:r>
              <a:rPr lang="en-US" dirty="0"/>
              <a:t> thinking it disabled interrupts, but the host CPU won’t actually do so, and no trap is generated — so the hypervisor can’t emulate the correct behavior.</a:t>
            </a:r>
          </a:p>
          <a:p>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10</a:t>
            </a:fld>
            <a:endParaRPr lang="en-SE"/>
          </a:p>
        </p:txBody>
      </p:sp>
    </p:spTree>
    <p:extLst>
      <p:ext uri="{BB962C8B-B14F-4D97-AF65-F5344CB8AC3E}">
        <p14:creationId xmlns:p14="http://schemas.microsoft.com/office/powerpoint/2010/main" val="3804864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They allow each virtual machine to act as if it has its own dedicated processor and memory, even though they share the same physical hardware.</a:t>
            </a:r>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11</a:t>
            </a:fld>
            <a:endParaRPr lang="en-SE"/>
          </a:p>
        </p:txBody>
      </p:sp>
    </p:spTree>
    <p:extLst>
      <p:ext uri="{BB962C8B-B14F-4D97-AF65-F5344CB8AC3E}">
        <p14:creationId xmlns:p14="http://schemas.microsoft.com/office/powerpoint/2010/main" val="1765752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Say we mostly talk of type 1 here</a:t>
            </a:r>
          </a:p>
        </p:txBody>
      </p:sp>
      <p:sp>
        <p:nvSpPr>
          <p:cNvPr id="4" name="Slide Number Placeholder 3"/>
          <p:cNvSpPr>
            <a:spLocks noGrp="1"/>
          </p:cNvSpPr>
          <p:nvPr>
            <p:ph type="sldNum" sz="quarter" idx="5"/>
          </p:nvPr>
        </p:nvSpPr>
        <p:spPr/>
        <p:txBody>
          <a:bodyPr/>
          <a:lstStyle/>
          <a:p>
            <a:fld id="{C55E3DE0-5E9E-8947-9DAA-E91C371FD659}" type="slidenum">
              <a:rPr lang="en-SE" smtClean="0"/>
              <a:t>13</a:t>
            </a:fld>
            <a:endParaRPr lang="en-SE"/>
          </a:p>
        </p:txBody>
      </p:sp>
    </p:spTree>
    <p:extLst>
      <p:ext uri="{BB962C8B-B14F-4D97-AF65-F5344CB8AC3E}">
        <p14:creationId xmlns:p14="http://schemas.microsoft.com/office/powerpoint/2010/main" val="274626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SE" dirty="0"/>
              <a:t>This slide is to differentiate between kernel/user mode and virtual kernel/user mode</a:t>
            </a:r>
          </a:p>
          <a:p>
            <a:endParaRPr lang="en-SE" dirty="0"/>
          </a:p>
          <a:p>
            <a:r>
              <a:rPr lang="en-SE"/>
              <a:t>I THINK the reason why they do not mention sensitive/priviledge here is because if the Guest OS gets direct access to the hardware then it sorts of work as always, it not really executing as a virtualizd unit</a:t>
            </a:r>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15</a:t>
            </a:fld>
            <a:endParaRPr lang="en-SE"/>
          </a:p>
        </p:txBody>
      </p:sp>
    </p:spTree>
    <p:extLst>
      <p:ext uri="{BB962C8B-B14F-4D97-AF65-F5344CB8AC3E}">
        <p14:creationId xmlns:p14="http://schemas.microsoft.com/office/powerpoint/2010/main" val="3815813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what if there’s no VT? How was it done before</a:t>
            </a:r>
          </a:p>
        </p:txBody>
      </p:sp>
      <p:sp>
        <p:nvSpPr>
          <p:cNvPr id="4" name="Slide Number Placeholder 3"/>
          <p:cNvSpPr>
            <a:spLocks noGrp="1"/>
          </p:cNvSpPr>
          <p:nvPr>
            <p:ph type="sldNum" sz="quarter" idx="5"/>
          </p:nvPr>
        </p:nvSpPr>
        <p:spPr/>
        <p:txBody>
          <a:bodyPr/>
          <a:lstStyle/>
          <a:p>
            <a:fld id="{C55E3DE0-5E9E-8947-9DAA-E91C371FD659}" type="slidenum">
              <a:rPr lang="en-SE" smtClean="0"/>
              <a:t>16</a:t>
            </a:fld>
            <a:endParaRPr lang="en-SE"/>
          </a:p>
        </p:txBody>
      </p:sp>
    </p:spTree>
    <p:extLst>
      <p:ext uri="{BB962C8B-B14F-4D97-AF65-F5344CB8AC3E}">
        <p14:creationId xmlns:p14="http://schemas.microsoft.com/office/powerpoint/2010/main" val="2693325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what if there’s no VT? How was it done before</a:t>
            </a:r>
          </a:p>
        </p:txBody>
      </p:sp>
      <p:sp>
        <p:nvSpPr>
          <p:cNvPr id="4" name="Slide Number Placeholder 3"/>
          <p:cNvSpPr>
            <a:spLocks noGrp="1"/>
          </p:cNvSpPr>
          <p:nvPr>
            <p:ph type="sldNum" sz="quarter" idx="5"/>
          </p:nvPr>
        </p:nvSpPr>
        <p:spPr/>
        <p:txBody>
          <a:bodyPr/>
          <a:lstStyle/>
          <a:p>
            <a:fld id="{C55E3DE0-5E9E-8947-9DAA-E91C371FD659}" type="slidenum">
              <a:rPr lang="en-SE" smtClean="0"/>
              <a:t>17</a:t>
            </a:fld>
            <a:endParaRPr lang="en-SE"/>
          </a:p>
        </p:txBody>
      </p:sp>
    </p:spTree>
    <p:extLst>
      <p:ext uri="{BB962C8B-B14F-4D97-AF65-F5344CB8AC3E}">
        <p14:creationId xmlns:p14="http://schemas.microsoft.com/office/powerpoint/2010/main" val="2918668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18</a:t>
            </a:fld>
            <a:endParaRPr lang="en-SE"/>
          </a:p>
        </p:txBody>
      </p:sp>
    </p:spTree>
    <p:extLst>
      <p:ext uri="{BB962C8B-B14F-4D97-AF65-F5344CB8AC3E}">
        <p14:creationId xmlns:p14="http://schemas.microsoft.com/office/powerpoint/2010/main" val="374126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Yet another example of cooperation between OS and hardware…</a:t>
            </a:r>
          </a:p>
          <a:p>
            <a:r>
              <a:rPr lang="en-US" dirty="0"/>
              <a:t>Example: NIC Network Interface Card</a:t>
            </a:r>
          </a:p>
          <a:p>
            <a:endParaRPr lang="en-US" dirty="0"/>
          </a:p>
          <a:p>
            <a:r>
              <a:rPr lang="en-US" dirty="0"/>
              <a:t>The NIC exposes:</a:t>
            </a:r>
          </a:p>
          <a:p>
            <a:r>
              <a:rPr lang="en-US" b="1" dirty="0"/>
              <a:t>One Physical Function (PF):</a:t>
            </a:r>
            <a:r>
              <a:rPr lang="en-US" dirty="0"/>
              <a:t> the full-featured PCIe function managed by the hypervisor or host OS.</a:t>
            </a:r>
          </a:p>
          <a:p>
            <a:r>
              <a:rPr lang="en-US" b="1" dirty="0"/>
              <a:t>Multiple Virtual Functions (VFs):</a:t>
            </a:r>
            <a:r>
              <a:rPr lang="en-US" dirty="0"/>
              <a:t> lightweight “virtual” PCIe devices that share the same physical hardware but appear as independent NICs to the VMs.</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27</a:t>
            </a:fld>
            <a:endParaRPr lang="en-SE"/>
          </a:p>
        </p:txBody>
      </p:sp>
    </p:spTree>
    <p:extLst>
      <p:ext uri="{BB962C8B-B14F-4D97-AF65-F5344CB8AC3E}">
        <p14:creationId xmlns:p14="http://schemas.microsoft.com/office/powerpoint/2010/main" val="802518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Containers became widely popular around 2013–2015, following Docker’s launch in 2013 and Kubernetes’ introduction in 2014. We can say that if a VM virtualizes hardware and runs a complete guest OS, then a container isolates one or more processes while sharing the host OS kernel. These processes are isolated from other processes, but their performance can still be affected by other workloads, as with VMs. The key difference is that containers also share the same kernel.</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37</a:t>
            </a:fld>
            <a:endParaRPr lang="en-SE"/>
          </a:p>
        </p:txBody>
      </p:sp>
    </p:spTree>
    <p:extLst>
      <p:ext uri="{BB962C8B-B14F-4D97-AF65-F5344CB8AC3E}">
        <p14:creationId xmlns:p14="http://schemas.microsoft.com/office/powerpoint/2010/main" val="3695974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isolate a set of processes, we must isolate resources and system views such as the filesystem, process IDs, user IDs, network interfaces, and IPC endpoints. For example, processes in different containers can have the same process ID. We may also define limits, quotas, or priorities for memory, CPU, and I/O. All in all, namespaces isolate what processes can see, while cgroups control or account for the resources they use.</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38</a:t>
            </a:fld>
            <a:endParaRPr lang="en-SE"/>
          </a:p>
        </p:txBody>
      </p:sp>
    </p:spTree>
    <p:extLst>
      <p:ext uri="{BB962C8B-B14F-4D97-AF65-F5344CB8AC3E}">
        <p14:creationId xmlns:p14="http://schemas.microsoft.com/office/powerpoint/2010/main" val="831354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of these features are handled through namespaces. A namespace is a kernel feature that limits or isolates what a process can see and access. A process belongs to one namespace of each type. New namespaces can be created when a process starts, and a process can also join an existing namespace. Memory, CPU, and I/O controls instead require the kernel to account for resource usage and enforce limits or priorities.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39</a:t>
            </a:fld>
            <a:endParaRPr lang="en-SE"/>
          </a:p>
        </p:txBody>
      </p:sp>
    </p:spTree>
    <p:extLst>
      <p:ext uri="{BB962C8B-B14F-4D97-AF65-F5344CB8AC3E}">
        <p14:creationId xmlns:p14="http://schemas.microsoft.com/office/powerpoint/2010/main" val="615113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mount namespace isolates the set of filesystem mounts visible to a process. Two processes in different mount namespaces may see different filesystems or different directory trees, even though they run on the same host. Container runtimes use mount namespaces together with other filesystem mechanisms to give each container its own root </a:t>
            </a:r>
            <a:r>
              <a:rPr lang="en-US"/>
              <a:t>filesystem.</a:t>
            </a:r>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40</a:t>
            </a:fld>
            <a:endParaRPr lang="en-SE"/>
          </a:p>
        </p:txBody>
      </p:sp>
    </p:spTree>
    <p:extLst>
      <p:ext uri="{BB962C8B-B14F-4D97-AF65-F5344CB8AC3E}">
        <p14:creationId xmlns:p14="http://schemas.microsoft.com/office/powerpoint/2010/main" val="587956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resources that require monitoring, the kernel provides controllers for resource types such as CPU, memory, and I/O. For each resource, cgroups are organized in a tree and specify restrictions. A process can belong to one cgroup for each resource.</a:t>
            </a:r>
          </a:p>
          <a:p>
            <a:endParaRPr lang="en-US" dirty="0"/>
          </a:p>
          <a:p>
            <a:r>
              <a:rPr lang="en-US" dirty="0"/>
              <a:t>For example, we could have a CPU controller with a cgroup representing a 50% CPU limit—using percentages only as a simplification—and a memory controller with a cgroup limiting usage to 2 GB. To limit processes A and B together to 50% of the CPU, we place both in cgroup c1. To also limit B to 2 GB of memory, we place B in memory cgroup m1.</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41</a:t>
            </a:fld>
            <a:endParaRPr lang="en-SE"/>
          </a:p>
        </p:txBody>
      </p:sp>
    </p:spTree>
    <p:extLst>
      <p:ext uri="{BB962C8B-B14F-4D97-AF65-F5344CB8AC3E}">
        <p14:creationId xmlns:p14="http://schemas.microsoft.com/office/powerpoint/2010/main" val="3043646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6BF8-26A8-0477-2285-23EE7A17F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0E2EF-FE85-8682-33AB-81CC6372D0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0D189F-CAD5-D196-D800-427A3F71CE26}"/>
              </a:ext>
            </a:extLst>
          </p:cNvPr>
          <p:cNvSpPr>
            <a:spLocks noGrp="1"/>
          </p:cNvSpPr>
          <p:nvPr>
            <p:ph type="body" idx="1"/>
          </p:nvPr>
        </p:nvSpPr>
        <p:spPr/>
        <p:txBody>
          <a:bodyPr/>
          <a:lstStyle/>
          <a:p>
            <a:r>
              <a:rPr lang="en-US" dirty="0"/>
              <a:t>So, why are cgroups hierarchical, and why are there multiple controllers?</a:t>
            </a:r>
          </a:p>
          <a:p>
            <a:endParaRPr lang="en-US" dirty="0"/>
          </a:p>
          <a:p>
            <a:r>
              <a:rPr lang="en-US" dirty="0"/>
              <a:t>The hierarchy allows limits and resource distribution to be defined at several levels. Multiple controllers exist because CPU time, CPU placement, memory, I/O, and process counts require different accounting and enforcement mechanisms.</a:t>
            </a:r>
          </a:p>
          <a:p>
            <a:endParaRPr lang="en-US" dirty="0"/>
          </a:p>
          <a:p>
            <a:r>
              <a:rPr lang="en-US" dirty="0"/>
              <a:t>In the previous example, A and B together received 50% of the CPU. To divide that allocation further—for example, 80% for A and 20% for B—we can create two child cgroups below the 50% group.</a:t>
            </a:r>
          </a:p>
          <a:p>
            <a:endParaRPr lang="en-US" dirty="0"/>
          </a:p>
          <a:p>
            <a:r>
              <a:rPr lang="en-US" dirty="0"/>
              <a:t>Some controllers affect related aspects of execution. The CPU controller manages CPU time, while the </a:t>
            </a:r>
            <a:r>
              <a:rPr lang="en-US" dirty="0" err="1"/>
              <a:t>cpuset</a:t>
            </a:r>
            <a:r>
              <a:rPr lang="en-US" dirty="0"/>
              <a:t> controller determines which CPUs a process may use. On a four-core system, restricting A and B to two cores prevents them from using more than two cores simultaneously.</a:t>
            </a:r>
          </a:p>
          <a:p>
            <a:endParaRPr lang="en-US" dirty="0"/>
          </a:p>
        </p:txBody>
      </p:sp>
      <p:sp>
        <p:nvSpPr>
          <p:cNvPr id="4" name="Slide Number Placeholder 3">
            <a:extLst>
              <a:ext uri="{FF2B5EF4-FFF2-40B4-BE49-F238E27FC236}">
                <a16:creationId xmlns:a16="http://schemas.microsoft.com/office/drawing/2014/main" id="{0367F920-8001-5AAE-84C5-77D6056D7F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0417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3AFE-169F-3BDA-46A1-43DBE4447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B73DA-1C61-83BA-95C5-0BFB1D27D1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459E9C-87B5-6246-0472-340B33EC8AEE}"/>
              </a:ext>
            </a:extLst>
          </p:cNvPr>
          <p:cNvSpPr>
            <a:spLocks noGrp="1"/>
          </p:cNvSpPr>
          <p:nvPr>
            <p:ph type="body" idx="1"/>
          </p:nvPr>
        </p:nvSpPr>
        <p:spPr/>
        <p:txBody>
          <a:bodyPr/>
          <a:lstStyle/>
          <a:p>
            <a:r>
              <a:rPr lang="en-US" dirty="0"/>
              <a:t>Different restrictions may conflict. For example, a process may belong to a </a:t>
            </a:r>
            <a:r>
              <a:rPr lang="en-US" dirty="0" err="1"/>
              <a:t>cpuset</a:t>
            </a:r>
            <a:r>
              <a:rPr lang="en-US" dirty="0"/>
              <a:t> cgroup that permits only core 1, while one of its threads is pinned to core 2. The OS enforces the intersection of these restrictions. Since the thread has no eligible CPU, it cannot be scheduled until one restriction changes.</a:t>
            </a:r>
          </a:p>
        </p:txBody>
      </p:sp>
      <p:sp>
        <p:nvSpPr>
          <p:cNvPr id="4" name="Slide Number Placeholder 3">
            <a:extLst>
              <a:ext uri="{FF2B5EF4-FFF2-40B4-BE49-F238E27FC236}">
                <a16:creationId xmlns:a16="http://schemas.microsoft.com/office/drawing/2014/main" id="{CE9C847E-C866-28DE-52DB-9F8A69C729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55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385E-45F9-0DD4-BEE0-E13217A6B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37140-45C9-9B8C-8366-034BDA8D3E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6C777A-36E8-14AD-0F57-489F17C0CBB6}"/>
              </a:ext>
            </a:extLst>
          </p:cNvPr>
          <p:cNvSpPr>
            <a:spLocks noGrp="1"/>
          </p:cNvSpPr>
          <p:nvPr>
            <p:ph type="body" idx="1"/>
          </p:nvPr>
        </p:nvSpPr>
        <p:spPr/>
        <p:txBody>
          <a:bodyPr/>
          <a:lstStyle/>
          <a:p>
            <a:r>
              <a:rPr lang="en-US" dirty="0"/>
              <a:t>Different controllers manage different resources. For example, the CPU controller manages CPU bandwidth or relative weight, </a:t>
            </a:r>
            <a:r>
              <a:rPr lang="en-US" dirty="0" err="1"/>
              <a:t>cpuset</a:t>
            </a:r>
            <a:r>
              <a:rPr lang="en-US" dirty="0"/>
              <a:t> controls CPU and NUMA placement, memory controls memory usage, and </a:t>
            </a:r>
            <a:r>
              <a:rPr lang="en-US" dirty="0" err="1"/>
              <a:t>pids</a:t>
            </a:r>
            <a:r>
              <a:rPr lang="en-US" dirty="0"/>
              <a:t> limits the number of processes or tasks. The devices controller manages device access. For disk I/O, </a:t>
            </a:r>
            <a:r>
              <a:rPr lang="en-US" sz="1200" kern="1200" dirty="0" err="1">
                <a:solidFill>
                  <a:schemeClr val="tx1"/>
                </a:solidFill>
                <a:latin typeface="+mn-lt"/>
                <a:ea typeface="+mn-ea"/>
                <a:cs typeface="+mn-cs"/>
              </a:rPr>
              <a:t>blkio</a:t>
            </a:r>
            <a:r>
              <a:rPr lang="en-US" dirty="0"/>
              <a:t> is the cgroup v1 controller, while </a:t>
            </a:r>
            <a:r>
              <a:rPr lang="en-US" sz="1200" kern="1200" dirty="0">
                <a:solidFill>
                  <a:schemeClr val="tx1"/>
                </a:solidFill>
                <a:latin typeface="+mn-lt"/>
                <a:ea typeface="+mn-ea"/>
                <a:cs typeface="+mn-cs"/>
              </a:rPr>
              <a:t>io</a:t>
            </a:r>
            <a:r>
              <a:rPr lang="en-US" dirty="0"/>
              <a:t> is the corresponding cgroup v2 controller.</a:t>
            </a:r>
          </a:p>
        </p:txBody>
      </p:sp>
      <p:sp>
        <p:nvSpPr>
          <p:cNvPr id="4" name="Slide Number Placeholder 3">
            <a:extLst>
              <a:ext uri="{FF2B5EF4-FFF2-40B4-BE49-F238E27FC236}">
                <a16:creationId xmlns:a16="http://schemas.microsoft.com/office/drawing/2014/main" id="{D643444D-89AB-1E4A-F969-5D03097063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2131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note that Linux supports two main versions of the cgroup interface.</a:t>
            </a:r>
          </a:p>
          <a:p>
            <a:endParaRPr lang="en-US" dirty="0"/>
          </a:p>
          <a:p>
            <a:r>
              <a:rPr lang="en-US" dirty="0"/>
              <a:t>In cgroup v1, controllers can use separate hierarchies, so a process may belong to one cgroup for CPU control and another for memory control. This is flexible but can be difficult to manage.</a:t>
            </a:r>
          </a:p>
          <a:p>
            <a:endParaRPr lang="en-US" dirty="0"/>
          </a:p>
          <a:p>
            <a:r>
              <a:rPr lang="en-US" dirty="0"/>
              <a:t>Cgroup v2 uses one unified hierarchy. A process belongs to one cgroup in that hierarchy, and the relevant controllers are enabled for that part of the tree. This provides a more consistent relationship between processes, parent groups, and resource limits.</a:t>
            </a:r>
          </a:p>
          <a:p>
            <a:endParaRPr lang="en-US" dirty="0"/>
          </a:p>
          <a:p>
            <a:r>
              <a:rPr lang="en-US" dirty="0"/>
              <a:t>The following examples mix both versions because their purpose is to illustrate what cgroups can do rather than the exact configuration interface.</a:t>
            </a:r>
          </a:p>
        </p:txBody>
      </p:sp>
      <p:sp>
        <p:nvSpPr>
          <p:cNvPr id="4" name="Slide Number Placeholder 3"/>
          <p:cNvSpPr>
            <a:spLocks noGrp="1"/>
          </p:cNvSpPr>
          <p:nvPr>
            <p:ph type="sldNum" sz="quarter" idx="5"/>
          </p:nvPr>
        </p:nvSpPr>
        <p:spPr/>
        <p:txBody>
          <a:bodyPr/>
          <a:lstStyle/>
          <a:p>
            <a:fld id="{C55E3DE0-5E9E-8947-9DAA-E91C371FD659}" type="slidenum">
              <a:rPr lang="en-SE" smtClean="0"/>
              <a:t>45</a:t>
            </a:fld>
            <a:endParaRPr lang="en-SE"/>
          </a:p>
        </p:txBody>
      </p:sp>
    </p:spTree>
    <p:extLst>
      <p:ext uri="{BB962C8B-B14F-4D97-AF65-F5344CB8AC3E}">
        <p14:creationId xmlns:p14="http://schemas.microsoft.com/office/powerpoint/2010/main" val="33568788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1B563-5EFA-7E9C-7511-2E504BF3C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A75FF-560F-7AC1-1503-8730BB8494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97A464-331F-CFB9-2521-7FFFD0DA18C1}"/>
              </a:ext>
            </a:extLst>
          </p:cNvPr>
          <p:cNvSpPr>
            <a:spLocks noGrp="1"/>
          </p:cNvSpPr>
          <p:nvPr>
            <p:ph type="body" idx="1"/>
          </p:nvPr>
        </p:nvSpPr>
        <p:spPr/>
        <p:txBody>
          <a:bodyPr/>
          <a:lstStyle/>
          <a:p>
            <a:r>
              <a:rPr lang="en-US" dirty="0"/>
              <a:t>Let’s look at a more thorough example for the CPU controller. Each cgroup is assigned a number of shares. Typically, </a:t>
            </a:r>
            <a:r>
              <a:rPr lang="en-US" sz="1200" kern="1200" dirty="0" err="1">
                <a:solidFill>
                  <a:schemeClr val="tx1"/>
                </a:solidFill>
                <a:latin typeface="+mn-lt"/>
                <a:ea typeface="+mn-ea"/>
                <a:cs typeface="+mn-cs"/>
              </a:rPr>
              <a:t>system.slice</a:t>
            </a:r>
            <a:r>
              <a:rPr lang="en-US" dirty="0"/>
              <a:t> contains system services, </a:t>
            </a:r>
            <a:r>
              <a:rPr lang="en-US" sz="1200" kern="1200" dirty="0" err="1">
                <a:solidFill>
                  <a:schemeClr val="tx1"/>
                </a:solidFill>
                <a:latin typeface="+mn-lt"/>
                <a:ea typeface="+mn-ea"/>
                <a:cs typeface="+mn-cs"/>
              </a:rPr>
              <a:t>user.slice</a:t>
            </a:r>
            <a:r>
              <a:rPr lang="en-US" dirty="0"/>
              <a:t> contains user processes, and </a:t>
            </a:r>
            <a:r>
              <a:rPr lang="en-US" sz="1200" kern="1200" dirty="0" err="1">
                <a:solidFill>
                  <a:schemeClr val="tx1"/>
                </a:solidFill>
                <a:latin typeface="+mn-lt"/>
                <a:ea typeface="+mn-ea"/>
                <a:cs typeface="+mn-cs"/>
              </a:rPr>
              <a:t>machine.slice</a:t>
            </a:r>
            <a:r>
              <a:rPr lang="en-US" dirty="0"/>
              <a:t> contains VMs and containers.</a:t>
            </a:r>
          </a:p>
          <a:p>
            <a:endParaRPr lang="en-US" dirty="0"/>
          </a:p>
          <a:p>
            <a:r>
              <a:rPr lang="en-US" dirty="0"/>
              <a:t>In this example, these three groups and G1 have equal shares. Under contention, G1 therefore receives approximately one quarter of the available CPU time. Shares matter only during contention: they define relative fairness, not fixed limits.</a:t>
            </a:r>
          </a:p>
          <a:p>
            <a:endParaRPr lang="en-US" dirty="0"/>
          </a:p>
          <a:p>
            <a:r>
              <a:rPr lang="en-US" dirty="0"/>
              <a:t>Within G1, G1.A has 1,000 shares and G1.B has 10,000. G1.A therefore receives approximately one eleventh of G1’s allocation, or about 1/44— so around 2.3%—of the total CPU capacity under full contention.</a:t>
            </a:r>
          </a:p>
          <a:p>
            <a:endParaRPr lang="en-US" dirty="0"/>
          </a:p>
          <a:p>
            <a:r>
              <a:rPr lang="en-US" dirty="0"/>
              <a:t>A strict maximum instead can be for instance enforced with </a:t>
            </a:r>
            <a:r>
              <a:rPr lang="en-US" sz="1200" kern="1200" dirty="0" err="1">
                <a:solidFill>
                  <a:schemeClr val="tx1"/>
                </a:solidFill>
                <a:latin typeface="+mn-lt"/>
                <a:ea typeface="+mn-ea"/>
                <a:cs typeface="+mn-cs"/>
              </a:rPr>
              <a:t>cpu.max</a:t>
            </a:r>
            <a:r>
              <a:rPr lang="en-US" dirty="0"/>
              <a:t> in </a:t>
            </a:r>
            <a:r>
              <a:rPr lang="en-US"/>
              <a:t>cgroup v2.</a:t>
            </a:r>
            <a:endParaRPr lang="en-US" dirty="0"/>
          </a:p>
          <a:p>
            <a:endParaRPr lang="en-US" dirty="0"/>
          </a:p>
        </p:txBody>
      </p:sp>
      <p:sp>
        <p:nvSpPr>
          <p:cNvPr id="4" name="Slide Number Placeholder 3">
            <a:extLst>
              <a:ext uri="{FF2B5EF4-FFF2-40B4-BE49-F238E27FC236}">
                <a16:creationId xmlns:a16="http://schemas.microsoft.com/office/drawing/2014/main" id="{B3209606-3785-D6F7-BF11-FF31CC703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096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F223-54BD-32C6-7EBB-B0869C17C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988F8-21CE-5255-0F50-F9F8162BF2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F469E6-F899-C1EB-3304-FBD66A841F1D}"/>
              </a:ext>
            </a:extLst>
          </p:cNvPr>
          <p:cNvSpPr>
            <a:spLocks noGrp="1"/>
          </p:cNvSpPr>
          <p:nvPr>
            <p:ph type="body" idx="1"/>
          </p:nvPr>
        </p:nvSpPr>
        <p:spPr/>
        <p:txBody>
          <a:bodyPr/>
          <a:lstStyle/>
          <a:p>
            <a:r>
              <a:rPr lang="en-US" dirty="0"/>
              <a:t>Different controllers use different types of thresholds. Memory limits, for example, are commonly expressed as absolute byte values.</a:t>
            </a:r>
          </a:p>
          <a:p>
            <a:r>
              <a:rPr lang="en-US" dirty="0"/>
              <a:t>Here, G2.1 is limited to 1 GB and G2.2 to 1.5 GB. Together, however, they cannot use more than the 2 GB limit of their parent, G2. A child cgroup is constrained by both its own limit and its ancestors’ limits.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BF9E486-8F15-AB11-C6FA-03A3AFE630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4840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C246-0D6A-7E1E-3B0B-BF21F428D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FFAF5-311A-0E65-5B55-0A54270BF4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892993-F71D-A2E8-64E4-11F92E7ED165}"/>
              </a:ext>
            </a:extLst>
          </p:cNvPr>
          <p:cNvSpPr>
            <a:spLocks noGrp="1"/>
          </p:cNvSpPr>
          <p:nvPr>
            <p:ph type="body" idx="1"/>
          </p:nvPr>
        </p:nvSpPr>
        <p:spPr/>
        <p:txBody>
          <a:bodyPr/>
          <a:lstStyle/>
          <a:p>
            <a:r>
              <a:rPr lang="en-US" dirty="0"/>
              <a:t>This file shows the cgroup membership of process 4042126. Each line identifies a cgroup hierarchy or controller and the path of the cgroup to which the process belongs.</a:t>
            </a:r>
          </a:p>
        </p:txBody>
      </p:sp>
      <p:sp>
        <p:nvSpPr>
          <p:cNvPr id="4" name="Slide Number Placeholder 3">
            <a:extLst>
              <a:ext uri="{FF2B5EF4-FFF2-40B4-BE49-F238E27FC236}">
                <a16:creationId xmlns:a16="http://schemas.microsoft.com/office/drawing/2014/main" id="{73F4E0D2-F73D-7830-2E8F-066F475B31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175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6406-ED90-B8EC-A04F-5A388590E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176EB-294B-2DC0-F370-D8F083C4EC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1FAB40-6667-00EE-5B4D-CCD3D776FE44}"/>
              </a:ext>
            </a:extLst>
          </p:cNvPr>
          <p:cNvSpPr>
            <a:spLocks noGrp="1"/>
          </p:cNvSpPr>
          <p:nvPr>
            <p:ph type="body" idx="1"/>
          </p:nvPr>
        </p:nvSpPr>
        <p:spPr/>
        <p:txBody>
          <a:bodyPr/>
          <a:lstStyle/>
          <a:p>
            <a:r>
              <a:rPr lang="en-US" dirty="0"/>
              <a:t>This directory contains the cgroup v1 </a:t>
            </a:r>
            <a:r>
              <a:rPr lang="en-US" sz="1200" kern="1200" dirty="0" err="1">
                <a:solidFill>
                  <a:schemeClr val="tx1"/>
                </a:solidFill>
                <a:latin typeface="+mn-lt"/>
                <a:ea typeface="+mn-ea"/>
                <a:cs typeface="+mn-cs"/>
              </a:rPr>
              <a:t>blkio</a:t>
            </a:r>
            <a:r>
              <a:rPr lang="en-US" dirty="0"/>
              <a:t> controller files for </a:t>
            </a:r>
            <a:r>
              <a:rPr lang="en-US" sz="1200" kern="1200" dirty="0" err="1">
                <a:solidFill>
                  <a:schemeClr val="tx1"/>
                </a:solidFill>
                <a:latin typeface="+mn-lt"/>
                <a:ea typeface="+mn-ea"/>
                <a:cs typeface="+mn-cs"/>
              </a:rPr>
              <a:t>user.slice</a:t>
            </a:r>
            <a:r>
              <a:rPr lang="en-US" dirty="0"/>
              <a:t>. For example, reading </a:t>
            </a:r>
            <a:r>
              <a:rPr lang="en-US" sz="1200" kern="1200" dirty="0" err="1">
                <a:solidFill>
                  <a:schemeClr val="tx1"/>
                </a:solidFill>
                <a:latin typeface="+mn-lt"/>
                <a:ea typeface="+mn-ea"/>
                <a:cs typeface="+mn-cs"/>
              </a:rPr>
              <a:t>blkio.throttle.io_service_bytes</a:t>
            </a:r>
            <a:r>
              <a:rPr lang="en-US" dirty="0"/>
              <a:t> shows the accumulated bytes transferred by devices for this cgroup.</a:t>
            </a:r>
          </a:p>
        </p:txBody>
      </p:sp>
      <p:sp>
        <p:nvSpPr>
          <p:cNvPr id="4" name="Slide Number Placeholder 3">
            <a:extLst>
              <a:ext uri="{FF2B5EF4-FFF2-40B4-BE49-F238E27FC236}">
                <a16:creationId xmlns:a16="http://schemas.microsoft.com/office/drawing/2014/main" id="{7BF30940-32E8-6D70-67ED-7DFB3B2201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31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F0F1-1843-724F-B215-978458531A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C0A6BDDD-4823-594E-94C3-642B9D75B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BB19075E-76BE-0B4E-87E3-C86346B455EE}"/>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DB6D373C-59B1-C04D-9310-B49C0D7D112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F0C66AA-10AC-5145-B9AE-E4624CFFEE43}"/>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208646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1B75-9F2F-9A47-BA42-B4635B19FB8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003DF002-DD6F-5348-BEB9-948BCCF9A8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88BDE9A0-C859-934D-AAF1-F3D65323EC2E}"/>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27506BD3-C707-DB43-919F-A0EF287EA286}"/>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66A7B32A-76D9-B045-BD7F-1FB3155A81E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556232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1380-70E6-7540-A39E-32794F2E2AB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C4AF2A90-A6D8-6A44-8145-EFACA802F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691DE-5957-6245-919C-DB3776544D17}"/>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BC38DFC5-F5E1-374E-A1CC-BFC9BAF77D2F}"/>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8B57249-A2A2-2D41-B6EA-69AC9572611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65493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B341-527A-2C4C-9C8F-C5CCCEF3AB0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8DDBE6B2-8336-794A-B3B8-F61A093C48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DFC7FF17-B2ED-B44A-835E-E627833F87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6F28A02C-60EC-7A44-974F-BFA165F9F226}"/>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4F4BBD83-9281-1042-8C59-21524331ED28}"/>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B0A84436-4D8A-F646-B270-00418A198C6F}"/>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780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66211-67EA-5842-84AD-E310BD838A03}"/>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702177AA-8D0F-6948-B56B-EA956A4C6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F44A0C-89D5-5448-94CB-602D7112BC1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189E4B0D-B76D-754F-9E32-4E42AE199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7FC5E8-24C6-B04B-9729-296E2A17BA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D79D7358-9F54-624C-9DD8-8C054260C2B2}"/>
              </a:ext>
            </a:extLst>
          </p:cNvPr>
          <p:cNvSpPr>
            <a:spLocks noGrp="1"/>
          </p:cNvSpPr>
          <p:nvPr>
            <p:ph type="dt" sz="half" idx="10"/>
          </p:nvPr>
        </p:nvSpPr>
        <p:spPr/>
        <p:txBody>
          <a:bodyPr/>
          <a:lstStyle/>
          <a:p>
            <a:r>
              <a:rPr lang="sv-SE"/>
              <a:t>Vincenzo Gulisano</a:t>
            </a:r>
            <a:endParaRPr lang="en-SE"/>
          </a:p>
        </p:txBody>
      </p:sp>
      <p:sp>
        <p:nvSpPr>
          <p:cNvPr id="8" name="Footer Placeholder 7">
            <a:extLst>
              <a:ext uri="{FF2B5EF4-FFF2-40B4-BE49-F238E27FC236}">
                <a16:creationId xmlns:a16="http://schemas.microsoft.com/office/drawing/2014/main" id="{FCED4D62-2B66-5346-B09E-78D2B39C6048}"/>
              </a:ext>
            </a:extLst>
          </p:cNvPr>
          <p:cNvSpPr>
            <a:spLocks noGrp="1"/>
          </p:cNvSpPr>
          <p:nvPr>
            <p:ph type="ftr" sz="quarter" idx="11"/>
          </p:nvPr>
        </p:nvSpPr>
        <p:spPr/>
        <p:txBody>
          <a:bodyPr/>
          <a:lstStyle/>
          <a:p>
            <a:r>
              <a:rPr lang="en-GB"/>
              <a:t>Operating Systems - Virtualization</a:t>
            </a:r>
            <a:endParaRPr lang="en-SE"/>
          </a:p>
        </p:txBody>
      </p:sp>
      <p:sp>
        <p:nvSpPr>
          <p:cNvPr id="9" name="Slide Number Placeholder 8">
            <a:extLst>
              <a:ext uri="{FF2B5EF4-FFF2-40B4-BE49-F238E27FC236}">
                <a16:creationId xmlns:a16="http://schemas.microsoft.com/office/drawing/2014/main" id="{C240A51E-7A46-E24B-BB91-E9549771C6B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6070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A8E5-B9E8-C949-8F61-89706B358BA3}"/>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20D88673-1DC9-6941-BBF3-90DAC95EF4F3}"/>
              </a:ext>
            </a:extLst>
          </p:cNvPr>
          <p:cNvSpPr>
            <a:spLocks noGrp="1"/>
          </p:cNvSpPr>
          <p:nvPr>
            <p:ph type="dt" sz="half" idx="10"/>
          </p:nvPr>
        </p:nvSpPr>
        <p:spPr/>
        <p:txBody>
          <a:bodyPr/>
          <a:lstStyle/>
          <a:p>
            <a:r>
              <a:rPr lang="sv-SE"/>
              <a:t>Vincenzo Gulisano</a:t>
            </a:r>
            <a:endParaRPr lang="en-SE"/>
          </a:p>
        </p:txBody>
      </p:sp>
      <p:sp>
        <p:nvSpPr>
          <p:cNvPr id="4" name="Footer Placeholder 3">
            <a:extLst>
              <a:ext uri="{FF2B5EF4-FFF2-40B4-BE49-F238E27FC236}">
                <a16:creationId xmlns:a16="http://schemas.microsoft.com/office/drawing/2014/main" id="{8CB5DFD8-CDAA-EE46-A9A6-0C8858A88420}"/>
              </a:ext>
            </a:extLst>
          </p:cNvPr>
          <p:cNvSpPr>
            <a:spLocks noGrp="1"/>
          </p:cNvSpPr>
          <p:nvPr>
            <p:ph type="ftr" sz="quarter" idx="11"/>
          </p:nvPr>
        </p:nvSpPr>
        <p:spPr/>
        <p:txBody>
          <a:bodyPr/>
          <a:lstStyle/>
          <a:p>
            <a:r>
              <a:rPr lang="en-GB"/>
              <a:t>Operating Systems - Virtualization</a:t>
            </a:r>
            <a:endParaRPr lang="en-SE"/>
          </a:p>
        </p:txBody>
      </p:sp>
      <p:sp>
        <p:nvSpPr>
          <p:cNvPr id="5" name="Slide Number Placeholder 4">
            <a:extLst>
              <a:ext uri="{FF2B5EF4-FFF2-40B4-BE49-F238E27FC236}">
                <a16:creationId xmlns:a16="http://schemas.microsoft.com/office/drawing/2014/main" id="{9FA8F970-4795-4C4D-88DF-23650EF2AD7D}"/>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23041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0D805-DDE6-B743-B329-54B5924D239C}"/>
              </a:ext>
            </a:extLst>
          </p:cNvPr>
          <p:cNvSpPr>
            <a:spLocks noGrp="1"/>
          </p:cNvSpPr>
          <p:nvPr>
            <p:ph type="dt" sz="half" idx="10"/>
          </p:nvPr>
        </p:nvSpPr>
        <p:spPr/>
        <p:txBody>
          <a:bodyPr/>
          <a:lstStyle/>
          <a:p>
            <a:r>
              <a:rPr lang="sv-SE"/>
              <a:t>Vincenzo Gulisano</a:t>
            </a:r>
            <a:endParaRPr lang="en-SE"/>
          </a:p>
        </p:txBody>
      </p:sp>
      <p:sp>
        <p:nvSpPr>
          <p:cNvPr id="3" name="Footer Placeholder 2">
            <a:extLst>
              <a:ext uri="{FF2B5EF4-FFF2-40B4-BE49-F238E27FC236}">
                <a16:creationId xmlns:a16="http://schemas.microsoft.com/office/drawing/2014/main" id="{5F8E5938-69BA-9241-84C8-378208A70AB7}"/>
              </a:ext>
            </a:extLst>
          </p:cNvPr>
          <p:cNvSpPr>
            <a:spLocks noGrp="1"/>
          </p:cNvSpPr>
          <p:nvPr>
            <p:ph type="ftr" sz="quarter" idx="11"/>
          </p:nvPr>
        </p:nvSpPr>
        <p:spPr/>
        <p:txBody>
          <a:bodyPr/>
          <a:lstStyle/>
          <a:p>
            <a:r>
              <a:rPr lang="en-GB"/>
              <a:t>Operating Systems - Virtualization</a:t>
            </a:r>
            <a:endParaRPr lang="en-SE"/>
          </a:p>
        </p:txBody>
      </p:sp>
      <p:sp>
        <p:nvSpPr>
          <p:cNvPr id="4" name="Slide Number Placeholder 3">
            <a:extLst>
              <a:ext uri="{FF2B5EF4-FFF2-40B4-BE49-F238E27FC236}">
                <a16:creationId xmlns:a16="http://schemas.microsoft.com/office/drawing/2014/main" id="{525AB921-DF96-8B44-B71B-9CF5F196E41C}"/>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50492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ED46-865F-034E-834E-FE8F963B8A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77BC798-4A1A-2E42-81E2-ADC52BF46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AB7E8876-4CE1-F24B-A32B-3CAB8ADC8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B6FBF-7BE5-414E-965D-F76E11C8BECF}"/>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6DF2BCF5-8E6C-6D46-B6AB-AF4F01EF0F05}"/>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6D0972B3-C073-FE4A-A635-48C2FB48DCF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139281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E075-34C9-694B-A745-4D6643940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DA72B1D-84FC-8A4B-B1A9-58F62ACBA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E3FCCD6C-DF8C-1347-AA4D-AE52BE626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B910C7-9698-F641-BEF3-79DA50DEC09C}"/>
              </a:ext>
            </a:extLst>
          </p:cNvPr>
          <p:cNvSpPr>
            <a:spLocks noGrp="1"/>
          </p:cNvSpPr>
          <p:nvPr>
            <p:ph type="dt" sz="half" idx="10"/>
          </p:nvPr>
        </p:nvSpPr>
        <p:spPr/>
        <p:txBody>
          <a:bodyPr/>
          <a:lstStyle/>
          <a:p>
            <a:r>
              <a:rPr lang="sv-SE"/>
              <a:t>Vincenzo Gulisano</a:t>
            </a:r>
            <a:endParaRPr lang="en-SE"/>
          </a:p>
        </p:txBody>
      </p:sp>
      <p:sp>
        <p:nvSpPr>
          <p:cNvPr id="6" name="Footer Placeholder 5">
            <a:extLst>
              <a:ext uri="{FF2B5EF4-FFF2-40B4-BE49-F238E27FC236}">
                <a16:creationId xmlns:a16="http://schemas.microsoft.com/office/drawing/2014/main" id="{73315824-6C67-0049-9D6C-E168DBC28EC1}"/>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6310BEBD-1848-8044-9310-BCB76E7E2E3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0286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5A6A-797E-DD45-B50D-9B1E24F023F9}"/>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82582A39-E3B4-4243-87DA-F26A5B9968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AB08A01B-CFDA-EF40-AFAB-DB08B2D19A3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ACDDD58-44FC-1B49-8DFF-8112FE92F751}"/>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F8ED37C7-E290-3545-9E31-F2E023CC9976}"/>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53793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21F8FD-1FDD-0C44-A7D5-F21C0737DC9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C99C2F47-0ABF-BD4E-9200-A7209BAAE4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97302F4F-BEA1-C444-99DB-685518179B80}"/>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0E04195-2CEA-3C40-A246-9CBFFCAC7D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3F8B9E9-5765-A74A-A8B2-995051F74C78}"/>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761093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34628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1A68E2-7F6E-DC40-831A-D9D9F025B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4EC1E9FB-834F-0944-8BFA-AE8014AF5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C2E9666C-3E82-5F4A-9AC8-5AF539AA0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sv-SE"/>
              <a:t>Vincenzo Gulisano</a:t>
            </a:r>
            <a:endParaRPr lang="en-SE"/>
          </a:p>
        </p:txBody>
      </p:sp>
      <p:sp>
        <p:nvSpPr>
          <p:cNvPr id="5" name="Footer Placeholder 4">
            <a:extLst>
              <a:ext uri="{FF2B5EF4-FFF2-40B4-BE49-F238E27FC236}">
                <a16:creationId xmlns:a16="http://schemas.microsoft.com/office/drawing/2014/main" id="{C7862E5B-940B-6647-A776-CC5045E5F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64B81D62-1D32-3143-8FF4-66E9FB1434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894D7-1DF0-2544-A605-B97A2B84F4F8}" type="slidenum">
              <a:rPr lang="en-SE" smtClean="0"/>
              <a:t>‹#›</a:t>
            </a:fld>
            <a:endParaRPr lang="en-SE"/>
          </a:p>
        </p:txBody>
      </p:sp>
    </p:spTree>
    <p:extLst>
      <p:ext uri="{BB962C8B-B14F-4D97-AF65-F5344CB8AC3E}">
        <p14:creationId xmlns:p14="http://schemas.microsoft.com/office/powerpoint/2010/main" val="29194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dfreephotos.com/vector-images/server-rack-vector-clipart.png.php" TargetMode="External"/><Relationship Id="rId7" Type="http://schemas.openxmlformats.org/officeDocument/2006/relationships/hyperlink" Target="https://commons.wikimedia.org/wiki/File:Logo-ubuntu_cof-white_orange-hex.svg"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sr.wikipedia.org/wiki/%D0%94%D0%B0%D1%82%D0%BE%D1%82%D0%B5%D0%BA%D0%B0:Windows_logo_-_2006.svg"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pixabay.com/en/check-unchecked-checked-approved-297273/"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hyperlink" Target="https://en.wikipedia.org/wiki/File:Light_green_check.sv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www.shapingyouth.org/meetup-com-bringing-communities-together-post-9-1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orldbuilding.stackexchange.com/questions/56204/stunting-technological-growth-after-world-war-ii" TargetMode="External"/><Relationship Id="rId3" Type="http://schemas.openxmlformats.org/officeDocument/2006/relationships/hyperlink" Target="https://www.goodfreephotos.com/vector-images/server-rack-vector-clipart.png.php" TargetMode="External"/><Relationship Id="rId7" Type="http://schemas.openxmlformats.org/officeDocument/2006/relationships/image" Target="../media/image14.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ommons.wikimedia.org/wiki/File:Logo-ubuntu_cof-white_orange-hex.svg" TargetMode="External"/><Relationship Id="rId5" Type="http://schemas.openxmlformats.org/officeDocument/2006/relationships/image" Target="../media/image5.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27"/>
            <a:ext cx="6908800" cy="1890183"/>
          </a:xfrm>
          <a:prstGeom prst="rect">
            <a:avLst/>
          </a:prstGeom>
        </p:spPr>
        <p:txBody>
          <a:bodyPr lIns="81280" tIns="40640" rIns="81280" bIns="4064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sz="3556" dirty="0"/>
              <a:t>Virtualization</a:t>
            </a:r>
            <a:br>
              <a:rPr lang="en-US" altLang="en-US" sz="3556" dirty="0"/>
            </a:br>
            <a:r>
              <a:rPr lang="en-US" altLang="en-US" sz="3556" dirty="0"/>
              <a:t>Operating Systems – EDA093/DIT401</a:t>
            </a:r>
            <a:br>
              <a:rPr lang="en-US" altLang="en-US" sz="3822" dirty="0"/>
            </a:b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grpSp>
        <p:nvGrpSpPr>
          <p:cNvPr id="2" name="Group 1">
            <a:extLst>
              <a:ext uri="{FF2B5EF4-FFF2-40B4-BE49-F238E27FC236}">
                <a16:creationId xmlns:a16="http://schemas.microsoft.com/office/drawing/2014/main" id="{4C4701C0-5203-16A1-0C12-B3CC7D54FD55}"/>
              </a:ext>
            </a:extLst>
          </p:cNvPr>
          <p:cNvGrpSpPr/>
          <p:nvPr/>
        </p:nvGrpSpPr>
        <p:grpSpPr>
          <a:xfrm>
            <a:off x="2495989" y="4734746"/>
            <a:ext cx="7104771" cy="1547400"/>
            <a:chOff x="777241" y="4793437"/>
            <a:chExt cx="7104771" cy="1547400"/>
          </a:xfrm>
        </p:grpSpPr>
        <p:pic>
          <p:nvPicPr>
            <p:cNvPr id="3" name="Picture 2">
              <a:extLst>
                <a:ext uri="{FF2B5EF4-FFF2-40B4-BE49-F238E27FC236}">
                  <a16:creationId xmlns:a16="http://schemas.microsoft.com/office/drawing/2014/main" id="{3BBE0694-08F4-B895-E9AF-2AFC62B4F9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ABB56D5-8A33-D4C0-B0A1-119BF1987104}"/>
                </a:ext>
              </a:extLst>
            </p:cNvPr>
            <p:cNvPicPr>
              <a:picLocks noChangeAspect="1"/>
            </p:cNvPicPr>
            <p:nvPr/>
          </p:nvPicPr>
          <p:blipFill>
            <a:blip r:embed="rId4"/>
            <a:stretch>
              <a:fillRect/>
            </a:stretch>
          </p:blipFill>
          <p:spPr>
            <a:xfrm>
              <a:off x="777241" y="4973870"/>
              <a:ext cx="4724632" cy="1186535"/>
            </a:xfrm>
            <a:prstGeom prst="rect">
              <a:avLst/>
            </a:prstGeom>
          </p:spPr>
        </p:pic>
      </p:grpSp>
    </p:spTree>
    <p:extLst>
      <p:ext uri="{BB962C8B-B14F-4D97-AF65-F5344CB8AC3E}">
        <p14:creationId xmlns:p14="http://schemas.microsoft.com/office/powerpoint/2010/main" val="151232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Reading instructions</a:t>
            </a:r>
          </a:p>
        </p:txBody>
      </p:sp>
      <p:sp>
        <p:nvSpPr>
          <p:cNvPr id="3" name="Content Placeholder 2"/>
          <p:cNvSpPr>
            <a:spLocks noGrp="1"/>
          </p:cNvSpPr>
          <p:nvPr>
            <p:ph idx="1"/>
          </p:nvPr>
        </p:nvSpPr>
        <p:spPr/>
        <p:txBody>
          <a:bodyPr rtlCol="0">
            <a:normAutofit/>
          </a:bodyPr>
          <a:lstStyle/>
          <a:p>
            <a:pPr marL="228600" lvl="1">
              <a:spcBef>
                <a:spcPts val="1000"/>
              </a:spcBef>
              <a:defRPr/>
            </a:pPr>
            <a:r>
              <a:rPr lang="en-US" altLang="en-US" sz="2400" dirty="0"/>
              <a:t>Chapter 7, 7.1-7.</a:t>
            </a:r>
            <a:r>
              <a:rPr lang="en-US" altLang="en-US" dirty="0"/>
              <a:t>10</a:t>
            </a:r>
            <a:r>
              <a:rPr lang="en-US" altLang="en-US" sz="2400" dirty="0"/>
              <a:t> (included)</a:t>
            </a:r>
          </a:p>
          <a:p>
            <a:pPr marL="228600" lvl="1">
              <a:spcBef>
                <a:spcPts val="1000"/>
              </a:spcBef>
              <a:defRPr/>
            </a:pPr>
            <a:endParaRPr lang="en-US" altLang="en-US" sz="2400" dirty="0"/>
          </a:p>
        </p:txBody>
      </p:sp>
      <p:sp>
        <p:nvSpPr>
          <p:cNvPr id="4" name="Date Placeholder 3"/>
          <p:cNvSpPr>
            <a:spLocks noGrp="1"/>
          </p:cNvSpPr>
          <p:nvPr>
            <p:ph type="dt" sz="quarter" idx="10"/>
          </p:nvPr>
        </p:nvSpPr>
        <p:spPr/>
        <p:txBody>
          <a:bodyPr/>
          <a:lstStyle/>
          <a:p>
            <a:pPr>
              <a:defRPr/>
            </a:pPr>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Virtualization</a:t>
            </a:r>
            <a:endParaRPr lang="en-US" dirty="0"/>
          </a:p>
        </p:txBody>
      </p:sp>
      <p:sp>
        <p:nvSpPr>
          <p:cNvPr id="6" name="Slide Number Placeholder 5"/>
          <p:cNvSpPr>
            <a:spLocks noGrp="1"/>
          </p:cNvSpPr>
          <p:nvPr>
            <p:ph type="sldNum" sz="quarter" idx="12"/>
          </p:nvPr>
        </p:nvSpPr>
        <p:spPr/>
        <p:txBody>
          <a:bodyPr/>
          <a:lstStyle/>
          <a:p>
            <a:pPr>
              <a:defRPr/>
            </a:pPr>
            <a:fld id="{87D4570F-528B-41C8-95DC-75649D9B5A34}" type="slidenum">
              <a:rPr lang="en-US"/>
              <a:pPr>
                <a:defRPr/>
              </a:pPr>
              <a:t>2</a:t>
            </a:fld>
            <a:endParaRPr lang="en-US"/>
          </a:p>
        </p:txBody>
      </p:sp>
    </p:spTree>
    <p:extLst>
      <p:ext uri="{BB962C8B-B14F-4D97-AF65-F5344CB8AC3E}">
        <p14:creationId xmlns:p14="http://schemas.microsoft.com/office/powerpoint/2010/main" val="384252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t>Introduction</a:t>
            </a:r>
          </a:p>
          <a:p>
            <a:r>
              <a:rPr lang="en-SE" dirty="0"/>
              <a:t>Requirement for virtualization</a:t>
            </a:r>
          </a:p>
          <a:p>
            <a:r>
              <a:rPr lang="en-SE" dirty="0"/>
              <a:t>Type 1 and type 2 hypervisors</a:t>
            </a:r>
          </a:p>
          <a:p>
            <a:r>
              <a:rPr lang="en-SE" dirty="0"/>
              <a:t>Techniques for Efficient Virtualization</a:t>
            </a:r>
          </a:p>
          <a:p>
            <a:r>
              <a:rPr lang="en-SE" dirty="0"/>
              <a:t>Memory virtualization</a:t>
            </a:r>
          </a:p>
          <a:p>
            <a:r>
              <a:rPr lang="en-SE" dirty="0"/>
              <a:t>I/O virtualization</a:t>
            </a:r>
          </a:p>
          <a:p>
            <a:r>
              <a:rPr lang="en-SE" dirty="0"/>
              <a:t>Other benefits of virtualization</a:t>
            </a:r>
          </a:p>
          <a:p>
            <a:r>
              <a:rPr lang="en-SE"/>
              <a:t>Clouds</a:t>
            </a:r>
            <a:endParaRPr lang="en-US" dirty="0"/>
          </a:p>
          <a:p>
            <a:r>
              <a:rPr lang="en-US" dirty="0"/>
              <a:t>Containers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a:t>
            </a:fld>
            <a:endParaRPr lang="en-SE"/>
          </a:p>
        </p:txBody>
      </p:sp>
    </p:spTree>
    <p:extLst>
      <p:ext uri="{BB962C8B-B14F-4D97-AF65-F5344CB8AC3E}">
        <p14:creationId xmlns:p14="http://schemas.microsoft.com/office/powerpoint/2010/main" val="163611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4</a:t>
            </a:fld>
            <a:endParaRPr lang="en-SE"/>
          </a:p>
        </p:txBody>
      </p:sp>
    </p:spTree>
    <p:extLst>
      <p:ext uri="{BB962C8B-B14F-4D97-AF65-F5344CB8AC3E}">
        <p14:creationId xmlns:p14="http://schemas.microsoft.com/office/powerpoint/2010/main" val="1108441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1BE551-C573-D446-B2D2-5BF72F38204A}"/>
              </a:ext>
            </a:extLst>
          </p:cNvPr>
          <p:cNvSpPr txBox="1"/>
          <p:nvPr/>
        </p:nvSpPr>
        <p:spPr>
          <a:xfrm>
            <a:off x="2515281" y="1171565"/>
            <a:ext cx="2236959" cy="369332"/>
          </a:xfrm>
          <a:prstGeom prst="rect">
            <a:avLst/>
          </a:prstGeom>
          <a:noFill/>
        </p:spPr>
        <p:txBody>
          <a:bodyPr wrap="none" rtlCol="0">
            <a:spAutoFit/>
          </a:bodyPr>
          <a:lstStyle/>
          <a:p>
            <a:pPr algn="ctr"/>
            <a:r>
              <a:rPr lang="en-US" dirty="0"/>
              <a:t>Without virtualization</a:t>
            </a:r>
            <a:endParaRPr lang="en-SE" dirty="0"/>
          </a:p>
        </p:txBody>
      </p:sp>
      <p:sp>
        <p:nvSpPr>
          <p:cNvPr id="8" name="TextBox 7">
            <a:extLst>
              <a:ext uri="{FF2B5EF4-FFF2-40B4-BE49-F238E27FC236}">
                <a16:creationId xmlns:a16="http://schemas.microsoft.com/office/drawing/2014/main" id="{3AFE0732-E26B-5847-88B1-B59730FDD7DF}"/>
              </a:ext>
            </a:extLst>
          </p:cNvPr>
          <p:cNvSpPr txBox="1"/>
          <p:nvPr/>
        </p:nvSpPr>
        <p:spPr>
          <a:xfrm>
            <a:off x="6691715" y="1033066"/>
            <a:ext cx="2659702" cy="646331"/>
          </a:xfrm>
          <a:prstGeom prst="rect">
            <a:avLst/>
          </a:prstGeom>
          <a:noFill/>
        </p:spPr>
        <p:txBody>
          <a:bodyPr wrap="none" rtlCol="0">
            <a:spAutoFit/>
          </a:bodyPr>
          <a:lstStyle/>
          <a:p>
            <a:pPr algn="ctr"/>
            <a:r>
              <a:rPr lang="en-US" dirty="0"/>
              <a:t>With virtualization </a:t>
            </a:r>
            <a:br>
              <a:rPr lang="en-US" dirty="0"/>
            </a:br>
            <a:r>
              <a:rPr lang="en-US" dirty="0"/>
              <a:t>(discussed since the 60s…)</a:t>
            </a:r>
          </a:p>
        </p:txBody>
      </p:sp>
      <p:grpSp>
        <p:nvGrpSpPr>
          <p:cNvPr id="39" name="Group 38">
            <a:extLst>
              <a:ext uri="{FF2B5EF4-FFF2-40B4-BE49-F238E27FC236}">
                <a16:creationId xmlns:a16="http://schemas.microsoft.com/office/drawing/2014/main" id="{8169BAA8-7D2A-9441-91AE-875BEE1852FF}"/>
              </a:ext>
            </a:extLst>
          </p:cNvPr>
          <p:cNvGrpSpPr/>
          <p:nvPr/>
        </p:nvGrpSpPr>
        <p:grpSpPr>
          <a:xfrm>
            <a:off x="1830342" y="1865330"/>
            <a:ext cx="3606836" cy="3429000"/>
            <a:chOff x="2023202" y="1714500"/>
            <a:chExt cx="3606836" cy="3429000"/>
          </a:xfrm>
        </p:grpSpPr>
        <p:pic>
          <p:nvPicPr>
            <p:cNvPr id="5" name="Picture 4" descr="Graphical user interface&#10;&#10;Description automatically generated">
              <a:extLst>
                <a:ext uri="{FF2B5EF4-FFF2-40B4-BE49-F238E27FC236}">
                  <a16:creationId xmlns:a16="http://schemas.microsoft.com/office/drawing/2014/main" id="{84942ADA-5A9D-814B-91B0-B3D87BE8490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023202" y="1714500"/>
              <a:ext cx="1465523" cy="3429000"/>
            </a:xfrm>
            <a:prstGeom prst="rect">
              <a:avLst/>
            </a:prstGeom>
          </p:spPr>
        </p:pic>
        <p:sp>
          <p:nvSpPr>
            <p:cNvPr id="6" name="TextBox 5">
              <a:extLst>
                <a:ext uri="{FF2B5EF4-FFF2-40B4-BE49-F238E27FC236}">
                  <a16:creationId xmlns:a16="http://schemas.microsoft.com/office/drawing/2014/main" id="{76AF124F-E319-5D42-A15C-235A99D800C3}"/>
                </a:ext>
              </a:extLst>
            </p:cNvPr>
            <p:cNvSpPr txBox="1"/>
            <p:nvPr/>
          </p:nvSpPr>
          <p:spPr>
            <a:xfrm>
              <a:off x="3563254" y="2155721"/>
              <a:ext cx="1256498" cy="369332"/>
            </a:xfrm>
            <a:prstGeom prst="rect">
              <a:avLst/>
            </a:prstGeom>
            <a:noFill/>
          </p:spPr>
          <p:txBody>
            <a:bodyPr wrap="none" rtlCol="0">
              <a:spAutoFit/>
            </a:bodyPr>
            <a:lstStyle/>
            <a:p>
              <a:r>
                <a:rPr lang="en-SE" dirty="0"/>
                <a:t>Web server</a:t>
              </a:r>
            </a:p>
          </p:txBody>
        </p:sp>
        <p:pic>
          <p:nvPicPr>
            <p:cNvPr id="17" name="Picture 16" descr="Icon&#10;&#10;Description automatically generated">
              <a:extLst>
                <a:ext uri="{FF2B5EF4-FFF2-40B4-BE49-F238E27FC236}">
                  <a16:creationId xmlns:a16="http://schemas.microsoft.com/office/drawing/2014/main" id="{B8B3265D-AAA3-D142-9BB4-0CFA3F54F10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1790700"/>
              <a:ext cx="318740" cy="315658"/>
            </a:xfrm>
            <a:prstGeom prst="rect">
              <a:avLst/>
            </a:prstGeom>
          </p:spPr>
        </p:pic>
        <p:pic>
          <p:nvPicPr>
            <p:cNvPr id="20" name="Picture 19" descr="Logo, icon&#10;&#10;Description automatically generated">
              <a:extLst>
                <a:ext uri="{FF2B5EF4-FFF2-40B4-BE49-F238E27FC236}">
                  <a16:creationId xmlns:a16="http://schemas.microsoft.com/office/drawing/2014/main" id="{D94383E2-A9AC-D44D-81C6-620E0D8CCA79}"/>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3095247" y="3242143"/>
              <a:ext cx="373713" cy="373713"/>
            </a:xfrm>
            <a:prstGeom prst="rect">
              <a:avLst/>
            </a:prstGeom>
          </p:spPr>
        </p:pic>
        <p:pic>
          <p:nvPicPr>
            <p:cNvPr id="22" name="Picture 21" descr="Icon&#10;&#10;Description automatically generated">
              <a:extLst>
                <a:ext uri="{FF2B5EF4-FFF2-40B4-BE49-F238E27FC236}">
                  <a16:creationId xmlns:a16="http://schemas.microsoft.com/office/drawing/2014/main" id="{B2EB413A-B136-4A4B-B5AC-08F318C9909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2182558"/>
              <a:ext cx="318740" cy="315658"/>
            </a:xfrm>
            <a:prstGeom prst="rect">
              <a:avLst/>
            </a:prstGeom>
          </p:spPr>
        </p:pic>
        <p:pic>
          <p:nvPicPr>
            <p:cNvPr id="23" name="Picture 22" descr="Icon&#10;&#10;Description automatically generated">
              <a:extLst>
                <a:ext uri="{FF2B5EF4-FFF2-40B4-BE49-F238E27FC236}">
                  <a16:creationId xmlns:a16="http://schemas.microsoft.com/office/drawing/2014/main" id="{1D700132-6BBF-204A-9BD2-D2182E43930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2515424"/>
              <a:ext cx="318740" cy="315658"/>
            </a:xfrm>
            <a:prstGeom prst="rect">
              <a:avLst/>
            </a:prstGeom>
          </p:spPr>
        </p:pic>
        <p:sp>
          <p:nvSpPr>
            <p:cNvPr id="24" name="TextBox 23">
              <a:extLst>
                <a:ext uri="{FF2B5EF4-FFF2-40B4-BE49-F238E27FC236}">
                  <a16:creationId xmlns:a16="http://schemas.microsoft.com/office/drawing/2014/main" id="{EF4AD39D-A258-DD4D-9A7B-AAA72B4B05F4}"/>
                </a:ext>
              </a:extLst>
            </p:cNvPr>
            <p:cNvSpPr txBox="1"/>
            <p:nvPr/>
          </p:nvSpPr>
          <p:spPr>
            <a:xfrm>
              <a:off x="3563254" y="3246524"/>
              <a:ext cx="2066784" cy="369332"/>
            </a:xfrm>
            <a:prstGeom prst="rect">
              <a:avLst/>
            </a:prstGeom>
            <a:noFill/>
          </p:spPr>
          <p:txBody>
            <a:bodyPr wrap="none" rtlCol="0">
              <a:spAutoFit/>
            </a:bodyPr>
            <a:lstStyle/>
            <a:p>
              <a:r>
                <a:rPr lang="en-SE" dirty="0"/>
                <a:t>E-commerce service</a:t>
              </a:r>
            </a:p>
          </p:txBody>
        </p:sp>
        <p:sp>
          <p:nvSpPr>
            <p:cNvPr id="25" name="TextBox 24">
              <a:extLst>
                <a:ext uri="{FF2B5EF4-FFF2-40B4-BE49-F238E27FC236}">
                  <a16:creationId xmlns:a16="http://schemas.microsoft.com/office/drawing/2014/main" id="{5F409ECF-92B5-E740-B86D-B13000356541}"/>
                </a:ext>
              </a:extLst>
            </p:cNvPr>
            <p:cNvSpPr txBox="1"/>
            <p:nvPr/>
          </p:nvSpPr>
          <p:spPr>
            <a:xfrm>
              <a:off x="3563254" y="1813226"/>
              <a:ext cx="1335494" cy="369332"/>
            </a:xfrm>
            <a:prstGeom prst="rect">
              <a:avLst/>
            </a:prstGeom>
            <a:noFill/>
          </p:spPr>
          <p:txBody>
            <a:bodyPr wrap="none" rtlCol="0">
              <a:spAutoFit/>
            </a:bodyPr>
            <a:lstStyle/>
            <a:p>
              <a:r>
                <a:rPr lang="en-GB" dirty="0"/>
                <a:t>E</a:t>
              </a:r>
              <a:r>
                <a:rPr lang="en-SE" dirty="0"/>
                <a:t>mail server</a:t>
              </a:r>
            </a:p>
          </p:txBody>
        </p:sp>
        <p:sp>
          <p:nvSpPr>
            <p:cNvPr id="26" name="TextBox 25">
              <a:extLst>
                <a:ext uri="{FF2B5EF4-FFF2-40B4-BE49-F238E27FC236}">
                  <a16:creationId xmlns:a16="http://schemas.microsoft.com/office/drawing/2014/main" id="{D8EDDD54-B257-AF4D-AED0-8683469724DE}"/>
                </a:ext>
              </a:extLst>
            </p:cNvPr>
            <p:cNvSpPr txBox="1"/>
            <p:nvPr/>
          </p:nvSpPr>
          <p:spPr>
            <a:xfrm>
              <a:off x="3563254" y="2488587"/>
              <a:ext cx="1159163" cy="369332"/>
            </a:xfrm>
            <a:prstGeom prst="rect">
              <a:avLst/>
            </a:prstGeom>
            <a:noFill/>
          </p:spPr>
          <p:txBody>
            <a:bodyPr wrap="none" rtlCol="0">
              <a:spAutoFit/>
            </a:bodyPr>
            <a:lstStyle/>
            <a:p>
              <a:r>
                <a:rPr lang="en-SE" dirty="0"/>
                <a:t>FTP server</a:t>
              </a:r>
            </a:p>
          </p:txBody>
        </p:sp>
      </p:grpSp>
      <p:grpSp>
        <p:nvGrpSpPr>
          <p:cNvPr id="40" name="Group 39">
            <a:extLst>
              <a:ext uri="{FF2B5EF4-FFF2-40B4-BE49-F238E27FC236}">
                <a16:creationId xmlns:a16="http://schemas.microsoft.com/office/drawing/2014/main" id="{16C4F79E-5A19-E641-9709-3FEBC5170EFC}"/>
              </a:ext>
            </a:extLst>
          </p:cNvPr>
          <p:cNvGrpSpPr/>
          <p:nvPr/>
        </p:nvGrpSpPr>
        <p:grpSpPr>
          <a:xfrm>
            <a:off x="6171689" y="1792727"/>
            <a:ext cx="3699754" cy="3501603"/>
            <a:chOff x="6972969" y="1641897"/>
            <a:chExt cx="3699754" cy="3501603"/>
          </a:xfrm>
        </p:grpSpPr>
        <p:grpSp>
          <p:nvGrpSpPr>
            <p:cNvPr id="14" name="Group 13">
              <a:extLst>
                <a:ext uri="{FF2B5EF4-FFF2-40B4-BE49-F238E27FC236}">
                  <a16:creationId xmlns:a16="http://schemas.microsoft.com/office/drawing/2014/main" id="{A26A6297-3BD6-114D-B290-94790B0D520B}"/>
                </a:ext>
              </a:extLst>
            </p:cNvPr>
            <p:cNvGrpSpPr/>
            <p:nvPr/>
          </p:nvGrpSpPr>
          <p:grpSpPr>
            <a:xfrm>
              <a:off x="7837041" y="4583492"/>
              <a:ext cx="1800443" cy="560008"/>
              <a:chOff x="8267483" y="2606928"/>
              <a:chExt cx="1800443" cy="560008"/>
            </a:xfrm>
          </p:grpSpPr>
          <p:pic>
            <p:nvPicPr>
              <p:cNvPr id="12" name="Picture 11" descr="Graphical user interface&#10;&#10;Description automatically generated">
                <a:extLst>
                  <a:ext uri="{FF2B5EF4-FFF2-40B4-BE49-F238E27FC236}">
                    <a16:creationId xmlns:a16="http://schemas.microsoft.com/office/drawing/2014/main" id="{58EC8121-CF94-054A-9666-F5B4FC9DC2BF}"/>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88433"/>
              <a:stretch/>
            </p:blipFill>
            <p:spPr>
              <a:xfrm>
                <a:off x="8267483" y="2606928"/>
                <a:ext cx="1465523" cy="396622"/>
              </a:xfrm>
              <a:prstGeom prst="rect">
                <a:avLst/>
              </a:prstGeom>
            </p:spPr>
          </p:pic>
          <p:sp>
            <p:nvSpPr>
              <p:cNvPr id="13" name="Rectangle 12">
                <a:extLst>
                  <a:ext uri="{FF2B5EF4-FFF2-40B4-BE49-F238E27FC236}">
                    <a16:creationId xmlns:a16="http://schemas.microsoft.com/office/drawing/2014/main" id="{03CA6EEB-25DD-4B4E-BC4C-A6E3080D5E28}"/>
                  </a:ext>
                </a:extLst>
              </p:cNvPr>
              <p:cNvSpPr/>
              <p:nvPr/>
            </p:nvSpPr>
            <p:spPr>
              <a:xfrm rot="19350854">
                <a:off x="9607551" y="2840164"/>
                <a:ext cx="460375" cy="3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15" name="Rectangle 14">
              <a:extLst>
                <a:ext uri="{FF2B5EF4-FFF2-40B4-BE49-F238E27FC236}">
                  <a16:creationId xmlns:a16="http://schemas.microsoft.com/office/drawing/2014/main" id="{358487F7-C51B-AE46-8351-A4A5A8C31DAD}"/>
                </a:ext>
              </a:extLst>
            </p:cNvPr>
            <p:cNvSpPr/>
            <p:nvPr/>
          </p:nvSpPr>
          <p:spPr>
            <a:xfrm>
              <a:off x="6972969" y="3915889"/>
              <a:ext cx="3412672" cy="604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Hypervisor / </a:t>
              </a:r>
              <a:br>
                <a:rPr lang="en-SE" dirty="0"/>
              </a:br>
              <a:r>
                <a:rPr lang="en-SE" dirty="0"/>
                <a:t>Virtual Machine Monitor (VMM)</a:t>
              </a:r>
            </a:p>
          </p:txBody>
        </p:sp>
        <p:pic>
          <p:nvPicPr>
            <p:cNvPr id="27" name="Picture 26" descr="Icon&#10;&#10;Description automatically generated">
              <a:extLst>
                <a:ext uri="{FF2B5EF4-FFF2-40B4-BE49-F238E27FC236}">
                  <a16:creationId xmlns:a16="http://schemas.microsoft.com/office/drawing/2014/main" id="{322D3A14-2259-304A-8A19-957C81A917E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229330" y="3513938"/>
              <a:ext cx="318740" cy="315658"/>
            </a:xfrm>
            <a:prstGeom prst="rect">
              <a:avLst/>
            </a:prstGeom>
          </p:spPr>
        </p:pic>
        <p:pic>
          <p:nvPicPr>
            <p:cNvPr id="28" name="Picture 27" descr="Logo, icon&#10;&#10;Description automatically generated">
              <a:extLst>
                <a:ext uri="{FF2B5EF4-FFF2-40B4-BE49-F238E27FC236}">
                  <a16:creationId xmlns:a16="http://schemas.microsoft.com/office/drawing/2014/main" id="{1DE32784-BBC9-404A-A960-89752076A443}"/>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9689383" y="3515780"/>
              <a:ext cx="373713" cy="373713"/>
            </a:xfrm>
            <a:prstGeom prst="rect">
              <a:avLst/>
            </a:prstGeom>
          </p:spPr>
        </p:pic>
        <p:pic>
          <p:nvPicPr>
            <p:cNvPr id="29" name="Picture 28" descr="Icon&#10;&#10;Description automatically generated">
              <a:extLst>
                <a:ext uri="{FF2B5EF4-FFF2-40B4-BE49-F238E27FC236}">
                  <a16:creationId xmlns:a16="http://schemas.microsoft.com/office/drawing/2014/main" id="{1F3B0DE1-85DC-2443-834B-CFF1BC54D1F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976969" y="3513938"/>
              <a:ext cx="318740" cy="315658"/>
            </a:xfrm>
            <a:prstGeom prst="rect">
              <a:avLst/>
            </a:prstGeom>
          </p:spPr>
        </p:pic>
        <p:pic>
          <p:nvPicPr>
            <p:cNvPr id="30" name="Picture 29" descr="Icon&#10;&#10;Description automatically generated">
              <a:extLst>
                <a:ext uri="{FF2B5EF4-FFF2-40B4-BE49-F238E27FC236}">
                  <a16:creationId xmlns:a16="http://schemas.microsoft.com/office/drawing/2014/main" id="{FFBA3E3C-8CA2-674D-8368-064CC0F39C4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8739297" y="3513938"/>
              <a:ext cx="318740" cy="315658"/>
            </a:xfrm>
            <a:prstGeom prst="rect">
              <a:avLst/>
            </a:prstGeom>
          </p:spPr>
        </p:pic>
        <p:sp>
          <p:nvSpPr>
            <p:cNvPr id="35" name="TextBox 34">
              <a:extLst>
                <a:ext uri="{FF2B5EF4-FFF2-40B4-BE49-F238E27FC236}">
                  <a16:creationId xmlns:a16="http://schemas.microsoft.com/office/drawing/2014/main" id="{788D778A-192D-8E40-B32C-180193DCE1FE}"/>
                </a:ext>
              </a:extLst>
            </p:cNvPr>
            <p:cNvSpPr txBox="1"/>
            <p:nvPr/>
          </p:nvSpPr>
          <p:spPr>
            <a:xfrm rot="18840000">
              <a:off x="7813760" y="2782058"/>
              <a:ext cx="1256498" cy="369332"/>
            </a:xfrm>
            <a:prstGeom prst="rect">
              <a:avLst/>
            </a:prstGeom>
            <a:noFill/>
          </p:spPr>
          <p:txBody>
            <a:bodyPr wrap="none" rtlCol="0">
              <a:spAutoFit/>
            </a:bodyPr>
            <a:lstStyle/>
            <a:p>
              <a:r>
                <a:rPr lang="en-SE" dirty="0"/>
                <a:t>Web server</a:t>
              </a:r>
            </a:p>
          </p:txBody>
        </p:sp>
        <p:sp>
          <p:nvSpPr>
            <p:cNvPr id="36" name="TextBox 35">
              <a:extLst>
                <a:ext uri="{FF2B5EF4-FFF2-40B4-BE49-F238E27FC236}">
                  <a16:creationId xmlns:a16="http://schemas.microsoft.com/office/drawing/2014/main" id="{714015E8-85F3-AF4C-BA34-16F6C1DF1CD1}"/>
                </a:ext>
              </a:extLst>
            </p:cNvPr>
            <p:cNvSpPr txBox="1"/>
            <p:nvPr/>
          </p:nvSpPr>
          <p:spPr>
            <a:xfrm rot="18840000">
              <a:off x="9454665" y="2490623"/>
              <a:ext cx="2066784" cy="369332"/>
            </a:xfrm>
            <a:prstGeom prst="rect">
              <a:avLst/>
            </a:prstGeom>
            <a:noFill/>
          </p:spPr>
          <p:txBody>
            <a:bodyPr wrap="none" rtlCol="0">
              <a:spAutoFit/>
            </a:bodyPr>
            <a:lstStyle/>
            <a:p>
              <a:r>
                <a:rPr lang="en-SE" dirty="0"/>
                <a:t>E-commerce service</a:t>
              </a:r>
            </a:p>
          </p:txBody>
        </p:sp>
        <p:sp>
          <p:nvSpPr>
            <p:cNvPr id="37" name="TextBox 36">
              <a:extLst>
                <a:ext uri="{FF2B5EF4-FFF2-40B4-BE49-F238E27FC236}">
                  <a16:creationId xmlns:a16="http://schemas.microsoft.com/office/drawing/2014/main" id="{A61F398C-3B64-CE47-AA5B-260FE67EB1B3}"/>
                </a:ext>
              </a:extLst>
            </p:cNvPr>
            <p:cNvSpPr txBox="1"/>
            <p:nvPr/>
          </p:nvSpPr>
          <p:spPr>
            <a:xfrm rot="18833344">
              <a:off x="7067183" y="2753006"/>
              <a:ext cx="1335494" cy="369332"/>
            </a:xfrm>
            <a:prstGeom prst="rect">
              <a:avLst/>
            </a:prstGeom>
            <a:noFill/>
          </p:spPr>
          <p:txBody>
            <a:bodyPr wrap="none" rtlCol="0">
              <a:spAutoFit/>
            </a:bodyPr>
            <a:lstStyle/>
            <a:p>
              <a:r>
                <a:rPr lang="en-GB" dirty="0"/>
                <a:t>E</a:t>
              </a:r>
              <a:r>
                <a:rPr lang="en-SE" dirty="0"/>
                <a:t>mail server</a:t>
              </a:r>
            </a:p>
          </p:txBody>
        </p:sp>
        <p:sp>
          <p:nvSpPr>
            <p:cNvPr id="38" name="TextBox 37">
              <a:extLst>
                <a:ext uri="{FF2B5EF4-FFF2-40B4-BE49-F238E27FC236}">
                  <a16:creationId xmlns:a16="http://schemas.microsoft.com/office/drawing/2014/main" id="{039B19F7-388E-4A46-85F2-94E248D9EED2}"/>
                </a:ext>
              </a:extLst>
            </p:cNvPr>
            <p:cNvSpPr txBox="1"/>
            <p:nvPr/>
          </p:nvSpPr>
          <p:spPr>
            <a:xfrm rot="18840000">
              <a:off x="8651110" y="2817067"/>
              <a:ext cx="1159163" cy="369332"/>
            </a:xfrm>
            <a:prstGeom prst="rect">
              <a:avLst/>
            </a:prstGeom>
            <a:noFill/>
          </p:spPr>
          <p:txBody>
            <a:bodyPr wrap="none" rtlCol="0">
              <a:spAutoFit/>
            </a:bodyPr>
            <a:lstStyle/>
            <a:p>
              <a:r>
                <a:rPr lang="en-SE" dirty="0"/>
                <a:t>FTP server</a:t>
              </a:r>
            </a:p>
          </p:txBody>
        </p:sp>
      </p:grpSp>
      <p:sp>
        <p:nvSpPr>
          <p:cNvPr id="2" name="Date Placeholder 1">
            <a:extLst>
              <a:ext uri="{FF2B5EF4-FFF2-40B4-BE49-F238E27FC236}">
                <a16:creationId xmlns:a16="http://schemas.microsoft.com/office/drawing/2014/main" id="{D6C05912-9CD5-2B41-8CE4-602CE8D7514C}"/>
              </a:ext>
            </a:extLst>
          </p:cNvPr>
          <p:cNvSpPr>
            <a:spLocks noGrp="1"/>
          </p:cNvSpPr>
          <p:nvPr>
            <p:ph type="dt" sz="half" idx="10"/>
          </p:nvPr>
        </p:nvSpPr>
        <p:spPr/>
        <p:txBody>
          <a:bodyPr/>
          <a:lstStyle/>
          <a:p>
            <a:r>
              <a:rPr lang="sv-SE"/>
              <a:t>Vincenzo Gulisano</a:t>
            </a:r>
            <a:endParaRPr lang="en-SE"/>
          </a:p>
        </p:txBody>
      </p:sp>
      <p:sp>
        <p:nvSpPr>
          <p:cNvPr id="3" name="Footer Placeholder 2">
            <a:extLst>
              <a:ext uri="{FF2B5EF4-FFF2-40B4-BE49-F238E27FC236}">
                <a16:creationId xmlns:a16="http://schemas.microsoft.com/office/drawing/2014/main" id="{32C157EC-EA13-3F4D-8FCB-DB6369FF1455}"/>
              </a:ext>
            </a:extLst>
          </p:cNvPr>
          <p:cNvSpPr>
            <a:spLocks noGrp="1"/>
          </p:cNvSpPr>
          <p:nvPr>
            <p:ph type="ftr" sz="quarter" idx="11"/>
          </p:nvPr>
        </p:nvSpPr>
        <p:spPr/>
        <p:txBody>
          <a:bodyPr/>
          <a:lstStyle/>
          <a:p>
            <a:r>
              <a:rPr lang="en-GB"/>
              <a:t>Operating Systems - Virtualization</a:t>
            </a:r>
            <a:endParaRPr lang="en-SE"/>
          </a:p>
        </p:txBody>
      </p:sp>
      <p:sp>
        <p:nvSpPr>
          <p:cNvPr id="4" name="Slide Number Placeholder 3">
            <a:extLst>
              <a:ext uri="{FF2B5EF4-FFF2-40B4-BE49-F238E27FC236}">
                <a16:creationId xmlns:a16="http://schemas.microsoft.com/office/drawing/2014/main" id="{612F5FA2-BE2A-CA47-AE6A-8B68D75106E9}"/>
              </a:ext>
            </a:extLst>
          </p:cNvPr>
          <p:cNvSpPr>
            <a:spLocks noGrp="1"/>
          </p:cNvSpPr>
          <p:nvPr>
            <p:ph type="sldNum" sz="quarter" idx="12"/>
          </p:nvPr>
        </p:nvSpPr>
        <p:spPr/>
        <p:txBody>
          <a:bodyPr/>
          <a:lstStyle/>
          <a:p>
            <a:fld id="{C92894D7-1DF0-2544-A605-B97A2B84F4F8}" type="slidenum">
              <a:rPr lang="en-SE" smtClean="0"/>
              <a:t>5</a:t>
            </a:fld>
            <a:endParaRPr lang="en-SE"/>
          </a:p>
        </p:txBody>
      </p:sp>
    </p:spTree>
    <p:extLst>
      <p:ext uri="{BB962C8B-B14F-4D97-AF65-F5344CB8AC3E}">
        <p14:creationId xmlns:p14="http://schemas.microsoft.com/office/powerpoint/2010/main" val="129087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B79D2C-2EF3-6449-BFC1-93CA36B1D815}"/>
              </a:ext>
            </a:extLst>
          </p:cNvPr>
          <p:cNvSpPr txBox="1"/>
          <p:nvPr/>
        </p:nvSpPr>
        <p:spPr>
          <a:xfrm>
            <a:off x="1894397" y="1171565"/>
            <a:ext cx="2236959" cy="369332"/>
          </a:xfrm>
          <a:prstGeom prst="rect">
            <a:avLst/>
          </a:prstGeom>
          <a:noFill/>
        </p:spPr>
        <p:txBody>
          <a:bodyPr wrap="none" rtlCol="0">
            <a:spAutoFit/>
          </a:bodyPr>
          <a:lstStyle/>
          <a:p>
            <a:pPr algn="ctr"/>
            <a:r>
              <a:rPr lang="en-US" dirty="0"/>
              <a:t>Without virtualization</a:t>
            </a:r>
            <a:endParaRPr lang="en-SE" dirty="0"/>
          </a:p>
        </p:txBody>
      </p:sp>
      <p:sp>
        <p:nvSpPr>
          <p:cNvPr id="5" name="TextBox 4">
            <a:extLst>
              <a:ext uri="{FF2B5EF4-FFF2-40B4-BE49-F238E27FC236}">
                <a16:creationId xmlns:a16="http://schemas.microsoft.com/office/drawing/2014/main" id="{6E2B0F19-04FB-714C-A6B5-E06814269323}"/>
              </a:ext>
            </a:extLst>
          </p:cNvPr>
          <p:cNvSpPr txBox="1"/>
          <p:nvPr/>
        </p:nvSpPr>
        <p:spPr>
          <a:xfrm>
            <a:off x="7393764" y="1033066"/>
            <a:ext cx="1969257" cy="369332"/>
          </a:xfrm>
          <a:prstGeom prst="rect">
            <a:avLst/>
          </a:prstGeom>
          <a:noFill/>
        </p:spPr>
        <p:txBody>
          <a:bodyPr wrap="none" rtlCol="0">
            <a:spAutoFit/>
          </a:bodyPr>
          <a:lstStyle/>
          <a:p>
            <a:pPr algn="ctr"/>
            <a:r>
              <a:rPr lang="en-US" dirty="0"/>
              <a:t>With virtualization </a:t>
            </a:r>
          </a:p>
        </p:txBody>
      </p:sp>
      <p:sp>
        <p:nvSpPr>
          <p:cNvPr id="6" name="TextBox 5">
            <a:extLst>
              <a:ext uri="{FF2B5EF4-FFF2-40B4-BE49-F238E27FC236}">
                <a16:creationId xmlns:a16="http://schemas.microsoft.com/office/drawing/2014/main" id="{3203FD85-9A14-9243-9C91-ECE631154360}"/>
              </a:ext>
            </a:extLst>
          </p:cNvPr>
          <p:cNvSpPr txBox="1"/>
          <p:nvPr/>
        </p:nvSpPr>
        <p:spPr>
          <a:xfrm>
            <a:off x="205952" y="2787392"/>
            <a:ext cx="684162" cy="369332"/>
          </a:xfrm>
          <a:prstGeom prst="rect">
            <a:avLst/>
          </a:prstGeom>
          <a:noFill/>
        </p:spPr>
        <p:txBody>
          <a:bodyPr wrap="none" rtlCol="0">
            <a:spAutoFit/>
          </a:bodyPr>
          <a:lstStyle/>
          <a:p>
            <a:pPr algn="ctr"/>
            <a:r>
              <a:rPr lang="en-US" dirty="0"/>
              <a:t>PROS</a:t>
            </a:r>
            <a:endParaRPr lang="en-SE" dirty="0"/>
          </a:p>
        </p:txBody>
      </p:sp>
      <p:sp>
        <p:nvSpPr>
          <p:cNvPr id="7" name="TextBox 6">
            <a:extLst>
              <a:ext uri="{FF2B5EF4-FFF2-40B4-BE49-F238E27FC236}">
                <a16:creationId xmlns:a16="http://schemas.microsoft.com/office/drawing/2014/main" id="{BAD3A918-673A-F040-A7AD-AD4FDE8B6C61}"/>
              </a:ext>
            </a:extLst>
          </p:cNvPr>
          <p:cNvSpPr txBox="1"/>
          <p:nvPr/>
        </p:nvSpPr>
        <p:spPr>
          <a:xfrm>
            <a:off x="205952" y="4626128"/>
            <a:ext cx="713209" cy="369332"/>
          </a:xfrm>
          <a:prstGeom prst="rect">
            <a:avLst/>
          </a:prstGeom>
          <a:noFill/>
        </p:spPr>
        <p:txBody>
          <a:bodyPr wrap="none" rtlCol="0">
            <a:spAutoFit/>
          </a:bodyPr>
          <a:lstStyle/>
          <a:p>
            <a:pPr algn="ctr"/>
            <a:r>
              <a:rPr lang="en-US" dirty="0"/>
              <a:t>CONS</a:t>
            </a:r>
            <a:endParaRPr lang="en-SE" dirty="0"/>
          </a:p>
        </p:txBody>
      </p:sp>
      <p:sp>
        <p:nvSpPr>
          <p:cNvPr id="8" name="TextBox 7">
            <a:extLst>
              <a:ext uri="{FF2B5EF4-FFF2-40B4-BE49-F238E27FC236}">
                <a16:creationId xmlns:a16="http://schemas.microsoft.com/office/drawing/2014/main" id="{4D66D909-C7B4-7647-A948-E29E5FE4F7EA}"/>
              </a:ext>
            </a:extLst>
          </p:cNvPr>
          <p:cNvSpPr txBox="1"/>
          <p:nvPr/>
        </p:nvSpPr>
        <p:spPr>
          <a:xfrm>
            <a:off x="1047341" y="1679397"/>
            <a:ext cx="3931071" cy="2585323"/>
          </a:xfrm>
          <a:prstGeom prst="rect">
            <a:avLst/>
          </a:prstGeom>
          <a:solidFill>
            <a:schemeClr val="accent6">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If one machine cannot handle the entire load, it works</a:t>
            </a:r>
          </a:p>
          <a:p>
            <a:pPr marL="285750" indent="-285750">
              <a:buFont typeface="Arial" panose="020B0604020202020204" pitchFamily="34" charset="0"/>
              <a:buChar char="•"/>
            </a:pPr>
            <a:r>
              <a:rPr lang="en-US" dirty="0"/>
              <a:t>Reliability (1 server crash does not imply all services are down)</a:t>
            </a:r>
          </a:p>
          <a:p>
            <a:pPr marL="285750" indent="-285750">
              <a:buFont typeface="Arial" panose="020B0604020202020204" pitchFamily="34" charset="0"/>
              <a:buChar char="•"/>
            </a:pPr>
            <a:r>
              <a:rPr lang="en-US" dirty="0"/>
              <a:t>Better for security (sandboxing) – if an intruder compromises web server, does not have access to mails</a:t>
            </a:r>
          </a:p>
          <a:p>
            <a:pPr marL="285750" indent="-285750">
              <a:buFont typeface="Arial" panose="020B0604020202020204" pitchFamily="34" charset="0"/>
              <a:buChar char="•"/>
            </a:pPr>
            <a:r>
              <a:rPr lang="en-US" dirty="0"/>
              <a:t>Run different OSes</a:t>
            </a:r>
          </a:p>
          <a:p>
            <a:pPr marL="285750" indent="-285750">
              <a:buFont typeface="Arial" panose="020B0604020202020204" pitchFamily="34" charset="0"/>
              <a:buChar char="•"/>
            </a:pPr>
            <a:r>
              <a:rPr lang="en-US" dirty="0"/>
              <a:t>…</a:t>
            </a:r>
          </a:p>
        </p:txBody>
      </p:sp>
      <p:sp>
        <p:nvSpPr>
          <p:cNvPr id="9" name="TextBox 8">
            <a:extLst>
              <a:ext uri="{FF2B5EF4-FFF2-40B4-BE49-F238E27FC236}">
                <a16:creationId xmlns:a16="http://schemas.microsoft.com/office/drawing/2014/main" id="{10C51986-BFAF-4B4A-90D4-123000CE092B}"/>
              </a:ext>
            </a:extLst>
          </p:cNvPr>
          <p:cNvSpPr txBox="1"/>
          <p:nvPr/>
        </p:nvSpPr>
        <p:spPr>
          <a:xfrm>
            <a:off x="1047341" y="4626128"/>
            <a:ext cx="3931071" cy="369332"/>
          </a:xfrm>
          <a:prstGeom prst="rect">
            <a:avLst/>
          </a:prstGeom>
          <a:solidFill>
            <a:schemeClr val="accent2">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Costs money and time</a:t>
            </a:r>
            <a:endParaRPr lang="en-SE" dirty="0"/>
          </a:p>
        </p:txBody>
      </p:sp>
      <p:sp>
        <p:nvSpPr>
          <p:cNvPr id="10" name="TextBox 9">
            <a:extLst>
              <a:ext uri="{FF2B5EF4-FFF2-40B4-BE49-F238E27FC236}">
                <a16:creationId xmlns:a16="http://schemas.microsoft.com/office/drawing/2014/main" id="{5E45E29F-3A65-494D-AD11-B2096762BC77}"/>
              </a:ext>
            </a:extLst>
          </p:cNvPr>
          <p:cNvSpPr txBox="1"/>
          <p:nvPr/>
        </p:nvSpPr>
        <p:spPr>
          <a:xfrm>
            <a:off x="5132476" y="1679397"/>
            <a:ext cx="6491833" cy="2862322"/>
          </a:xfrm>
          <a:prstGeom prst="rect">
            <a:avLst/>
          </a:prstGeom>
          <a:solidFill>
            <a:schemeClr val="accent6">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If the failures are at software/OS level, still reliable</a:t>
            </a:r>
          </a:p>
          <a:p>
            <a:pPr marL="285750" indent="-285750">
              <a:buFont typeface="Arial" panose="020B0604020202020204" pitchFamily="34" charset="0"/>
              <a:buChar char="•"/>
            </a:pPr>
            <a:r>
              <a:rPr lang="en-US" dirty="0"/>
              <a:t>Run different OSes</a:t>
            </a:r>
          </a:p>
          <a:p>
            <a:pPr marL="285750" indent="-285750">
              <a:buFont typeface="Arial" panose="020B0604020202020204" pitchFamily="34" charset="0"/>
              <a:buChar char="•"/>
            </a:pPr>
            <a:r>
              <a:rPr lang="en-US" dirty="0"/>
              <a:t>Hypervisor code (which need to be the one you can really trust) is smaller than OS and easier to maintain</a:t>
            </a:r>
          </a:p>
          <a:p>
            <a:pPr marL="285750" indent="-285750">
              <a:buFont typeface="Arial" panose="020B0604020202020204" pitchFamily="34" charset="0"/>
              <a:buChar char="•"/>
            </a:pPr>
            <a:r>
              <a:rPr lang="en-US" dirty="0"/>
              <a:t>Costs less</a:t>
            </a:r>
          </a:p>
          <a:p>
            <a:pPr marL="285750" indent="-285750">
              <a:buFont typeface="Arial" panose="020B0604020202020204" pitchFamily="34" charset="0"/>
              <a:buChar char="•"/>
            </a:pPr>
            <a:r>
              <a:rPr lang="en-US" dirty="0"/>
              <a:t>Cheaper to try out applications/services/… (good in software development, to test with different OSes) and provide </a:t>
            </a:r>
            <a:r>
              <a:rPr lang="en-US" b="1" dirty="0"/>
              <a:t>virtual appliances</a:t>
            </a:r>
          </a:p>
          <a:p>
            <a:pPr marL="285750" indent="-285750">
              <a:buFont typeface="Arial" panose="020B0604020202020204" pitchFamily="34" charset="0"/>
              <a:buChar char="•"/>
            </a:pPr>
            <a:r>
              <a:rPr lang="en-US" dirty="0"/>
              <a:t>Legacy applications</a:t>
            </a:r>
          </a:p>
          <a:p>
            <a:pPr marL="285750" indent="-285750">
              <a:buFont typeface="Arial" panose="020B0604020202020204" pitchFamily="34" charset="0"/>
              <a:buChar char="•"/>
            </a:pPr>
            <a:r>
              <a:rPr lang="en-US" dirty="0"/>
              <a:t>Easier to migrate services/OSes</a:t>
            </a:r>
          </a:p>
        </p:txBody>
      </p:sp>
      <p:sp>
        <p:nvSpPr>
          <p:cNvPr id="11" name="TextBox 10">
            <a:extLst>
              <a:ext uri="{FF2B5EF4-FFF2-40B4-BE49-F238E27FC236}">
                <a16:creationId xmlns:a16="http://schemas.microsoft.com/office/drawing/2014/main" id="{819C8320-640E-B647-9116-F941760CFE21}"/>
              </a:ext>
            </a:extLst>
          </p:cNvPr>
          <p:cNvSpPr txBox="1"/>
          <p:nvPr/>
        </p:nvSpPr>
        <p:spPr>
          <a:xfrm>
            <a:off x="5132476" y="4626128"/>
            <a:ext cx="6491833" cy="369332"/>
          </a:xfrm>
          <a:prstGeom prst="rect">
            <a:avLst/>
          </a:prstGeom>
          <a:solidFill>
            <a:schemeClr val="accent2">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Hardware failure can have catastrophic consequences</a:t>
            </a:r>
            <a:endParaRPr lang="en-SE" dirty="0"/>
          </a:p>
        </p:txBody>
      </p:sp>
      <p:grpSp>
        <p:nvGrpSpPr>
          <p:cNvPr id="15" name="Group 14">
            <a:extLst>
              <a:ext uri="{FF2B5EF4-FFF2-40B4-BE49-F238E27FC236}">
                <a16:creationId xmlns:a16="http://schemas.microsoft.com/office/drawing/2014/main" id="{17C436A1-6E66-A048-BAC5-C7194873D9A2}"/>
              </a:ext>
            </a:extLst>
          </p:cNvPr>
          <p:cNvGrpSpPr/>
          <p:nvPr/>
        </p:nvGrpSpPr>
        <p:grpSpPr>
          <a:xfrm>
            <a:off x="4464369" y="4541719"/>
            <a:ext cx="7159940" cy="1606380"/>
            <a:chOff x="4727259" y="4541719"/>
            <a:chExt cx="7159940" cy="1606380"/>
          </a:xfrm>
        </p:grpSpPr>
        <p:sp>
          <p:nvSpPr>
            <p:cNvPr id="12" name="TextBox 11">
              <a:extLst>
                <a:ext uri="{FF2B5EF4-FFF2-40B4-BE49-F238E27FC236}">
                  <a16:creationId xmlns:a16="http://schemas.microsoft.com/office/drawing/2014/main" id="{164F81AC-48A6-3F44-A0A3-E54D7FAD0540}"/>
                </a:ext>
              </a:extLst>
            </p:cNvPr>
            <p:cNvSpPr txBox="1"/>
            <p:nvPr/>
          </p:nvSpPr>
          <p:spPr>
            <a:xfrm>
              <a:off x="4727259" y="5501768"/>
              <a:ext cx="7159940" cy="646331"/>
            </a:xfrm>
            <a:prstGeom prst="rect">
              <a:avLst/>
            </a:prstGeom>
            <a:solidFill>
              <a:schemeClr val="accent1">
                <a:lumMod val="20000"/>
                <a:lumOff val="80000"/>
              </a:schemeClr>
            </a:solidFill>
            <a:ln>
              <a:noFill/>
            </a:ln>
          </p:spPr>
          <p:txBody>
            <a:bodyPr wrap="square" rtlCol="0">
              <a:spAutoFit/>
            </a:bodyPr>
            <a:lstStyle/>
            <a:p>
              <a:pPr algn="r"/>
              <a:r>
                <a:rPr lang="en-US" dirty="0"/>
                <a:t>As you can imagine, the Cloud starts from this idea and takes it to that of using a server located somewhere else, which further reduces costs…</a:t>
              </a:r>
            </a:p>
          </p:txBody>
        </p:sp>
        <p:cxnSp>
          <p:nvCxnSpPr>
            <p:cNvPr id="14" name="Straight Connector 13">
              <a:extLst>
                <a:ext uri="{FF2B5EF4-FFF2-40B4-BE49-F238E27FC236}">
                  <a16:creationId xmlns:a16="http://schemas.microsoft.com/office/drawing/2014/main" id="{C7961F8F-9CBE-614B-A43D-7B841131C727}"/>
                </a:ext>
              </a:extLst>
            </p:cNvPr>
            <p:cNvCxnSpPr>
              <a:cxnSpLocks/>
            </p:cNvCxnSpPr>
            <p:nvPr/>
          </p:nvCxnSpPr>
          <p:spPr>
            <a:xfrm>
              <a:off x="11114202" y="4541719"/>
              <a:ext cx="0" cy="96353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465B968B-56FE-3A40-9776-9D9CABD16991}"/>
              </a:ext>
            </a:extLst>
          </p:cNvPr>
          <p:cNvSpPr>
            <a:spLocks noGrp="1"/>
          </p:cNvSpPr>
          <p:nvPr>
            <p:ph type="dt" sz="half" idx="10"/>
          </p:nvPr>
        </p:nvSpPr>
        <p:spPr/>
        <p:txBody>
          <a:bodyPr/>
          <a:lstStyle/>
          <a:p>
            <a:r>
              <a:rPr lang="sv-SE"/>
              <a:t>Vincenzo Gulisano</a:t>
            </a:r>
            <a:endParaRPr lang="en-SE"/>
          </a:p>
        </p:txBody>
      </p:sp>
      <p:sp>
        <p:nvSpPr>
          <p:cNvPr id="3" name="Footer Placeholder 2">
            <a:extLst>
              <a:ext uri="{FF2B5EF4-FFF2-40B4-BE49-F238E27FC236}">
                <a16:creationId xmlns:a16="http://schemas.microsoft.com/office/drawing/2014/main" id="{06474256-19F1-F847-92BA-3C78A918266E}"/>
              </a:ext>
            </a:extLst>
          </p:cNvPr>
          <p:cNvSpPr>
            <a:spLocks noGrp="1"/>
          </p:cNvSpPr>
          <p:nvPr>
            <p:ph type="ftr" sz="quarter" idx="11"/>
          </p:nvPr>
        </p:nvSpPr>
        <p:spPr/>
        <p:txBody>
          <a:bodyPr/>
          <a:lstStyle/>
          <a:p>
            <a:r>
              <a:rPr lang="en-GB"/>
              <a:t>Operating Systems - Virtualization</a:t>
            </a:r>
            <a:endParaRPr lang="en-SE"/>
          </a:p>
        </p:txBody>
      </p:sp>
      <p:sp>
        <p:nvSpPr>
          <p:cNvPr id="13" name="Slide Number Placeholder 12">
            <a:extLst>
              <a:ext uri="{FF2B5EF4-FFF2-40B4-BE49-F238E27FC236}">
                <a16:creationId xmlns:a16="http://schemas.microsoft.com/office/drawing/2014/main" id="{93849A35-355D-4D42-9B08-1905F1FB0406}"/>
              </a:ext>
            </a:extLst>
          </p:cNvPr>
          <p:cNvSpPr>
            <a:spLocks noGrp="1"/>
          </p:cNvSpPr>
          <p:nvPr>
            <p:ph type="sldNum" sz="quarter" idx="12"/>
          </p:nvPr>
        </p:nvSpPr>
        <p:spPr/>
        <p:txBody>
          <a:bodyPr/>
          <a:lstStyle/>
          <a:p>
            <a:fld id="{C92894D7-1DF0-2544-A605-B97A2B84F4F8}" type="slidenum">
              <a:rPr lang="en-SE" smtClean="0"/>
              <a:t>6</a:t>
            </a:fld>
            <a:endParaRPr lang="en-SE"/>
          </a:p>
        </p:txBody>
      </p:sp>
    </p:spTree>
    <p:extLst>
      <p:ext uri="{BB962C8B-B14F-4D97-AF65-F5344CB8AC3E}">
        <p14:creationId xmlns:p14="http://schemas.microsoft.com/office/powerpoint/2010/main" val="20669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7</a:t>
            </a:fld>
            <a:endParaRPr lang="en-SE"/>
          </a:p>
        </p:txBody>
      </p:sp>
    </p:spTree>
    <p:extLst>
      <p:ext uri="{BB962C8B-B14F-4D97-AF65-F5344CB8AC3E}">
        <p14:creationId xmlns:p14="http://schemas.microsoft.com/office/powerpoint/2010/main" val="310883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3DE2-B04F-C740-8B09-F4659D97E5CE}"/>
              </a:ext>
            </a:extLst>
          </p:cNvPr>
          <p:cNvSpPr>
            <a:spLocks noGrp="1"/>
          </p:cNvSpPr>
          <p:nvPr>
            <p:ph type="title"/>
          </p:nvPr>
        </p:nvSpPr>
        <p:spPr/>
        <p:txBody>
          <a:bodyPr/>
          <a:lstStyle/>
          <a:p>
            <a:r>
              <a:rPr lang="en-SE" dirty="0"/>
              <a:t>Aside from “acting like a physical machine”, what are actually the requirements?</a:t>
            </a:r>
          </a:p>
        </p:txBody>
      </p:sp>
      <p:sp>
        <p:nvSpPr>
          <p:cNvPr id="3" name="Content Placeholder 2">
            <a:extLst>
              <a:ext uri="{FF2B5EF4-FFF2-40B4-BE49-F238E27FC236}">
                <a16:creationId xmlns:a16="http://schemas.microsoft.com/office/drawing/2014/main" id="{16EB7F37-2D98-484F-A3A8-7595CA12D5CA}"/>
              </a:ext>
            </a:extLst>
          </p:cNvPr>
          <p:cNvSpPr>
            <a:spLocks noGrp="1"/>
          </p:cNvSpPr>
          <p:nvPr>
            <p:ph idx="1"/>
          </p:nvPr>
        </p:nvSpPr>
        <p:spPr/>
        <p:txBody>
          <a:bodyPr/>
          <a:lstStyle/>
          <a:p>
            <a:r>
              <a:rPr lang="en-SE" dirty="0"/>
              <a:t>Safety (hypervisor should have full control of the virtualized resources)</a:t>
            </a:r>
          </a:p>
          <a:p>
            <a:endParaRPr lang="en-SE" dirty="0"/>
          </a:p>
          <a:p>
            <a:r>
              <a:rPr lang="en-SE" dirty="0"/>
              <a:t>Fidelity (program running on bare hardware = program running on a VM)</a:t>
            </a:r>
          </a:p>
          <a:p>
            <a:endParaRPr lang="en-SE" dirty="0"/>
          </a:p>
          <a:p>
            <a:r>
              <a:rPr lang="en-SE" dirty="0"/>
              <a:t>Efficiency</a:t>
            </a:r>
          </a:p>
        </p:txBody>
      </p:sp>
      <p:sp>
        <p:nvSpPr>
          <p:cNvPr id="4" name="Date Placeholder 3">
            <a:extLst>
              <a:ext uri="{FF2B5EF4-FFF2-40B4-BE49-F238E27FC236}">
                <a16:creationId xmlns:a16="http://schemas.microsoft.com/office/drawing/2014/main" id="{9613C233-F268-C343-A4C1-D3254F957CB3}"/>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DFA743B5-4ACA-9B43-BC38-D6C00029505D}"/>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3B2C9D7-0DF3-5845-A177-B852E3DFD2F2}"/>
              </a:ext>
            </a:extLst>
          </p:cNvPr>
          <p:cNvSpPr>
            <a:spLocks noGrp="1"/>
          </p:cNvSpPr>
          <p:nvPr>
            <p:ph type="sldNum" sz="quarter" idx="12"/>
          </p:nvPr>
        </p:nvSpPr>
        <p:spPr/>
        <p:txBody>
          <a:bodyPr/>
          <a:lstStyle/>
          <a:p>
            <a:fld id="{C92894D7-1DF0-2544-A605-B97A2B84F4F8}" type="slidenum">
              <a:rPr lang="en-SE" smtClean="0"/>
              <a:t>8</a:t>
            </a:fld>
            <a:endParaRPr lang="en-SE"/>
          </a:p>
        </p:txBody>
      </p:sp>
    </p:spTree>
    <p:extLst>
      <p:ext uri="{BB962C8B-B14F-4D97-AF65-F5344CB8AC3E}">
        <p14:creationId xmlns:p14="http://schemas.microsoft.com/office/powerpoint/2010/main" val="2667356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7D94-CD3B-104E-94DB-60B28ED9CC3E}"/>
              </a:ext>
            </a:extLst>
          </p:cNvPr>
          <p:cNvSpPr>
            <a:spLocks noGrp="1"/>
          </p:cNvSpPr>
          <p:nvPr>
            <p:ph type="title"/>
          </p:nvPr>
        </p:nvSpPr>
        <p:spPr/>
        <p:txBody>
          <a:bodyPr/>
          <a:lstStyle/>
          <a:p>
            <a:r>
              <a:rPr lang="en-SE" dirty="0"/>
              <a:t>Why can’t we ”just” use an interpreter?</a:t>
            </a:r>
          </a:p>
        </p:txBody>
      </p:sp>
      <p:sp>
        <p:nvSpPr>
          <p:cNvPr id="3" name="Content Placeholder 2">
            <a:extLst>
              <a:ext uri="{FF2B5EF4-FFF2-40B4-BE49-F238E27FC236}">
                <a16:creationId xmlns:a16="http://schemas.microsoft.com/office/drawing/2014/main" id="{7F35ACA0-8F42-CF44-B026-A366BA5BEBC2}"/>
              </a:ext>
            </a:extLst>
          </p:cNvPr>
          <p:cNvSpPr>
            <a:spLocks noGrp="1"/>
          </p:cNvSpPr>
          <p:nvPr>
            <p:ph idx="1"/>
          </p:nvPr>
        </p:nvSpPr>
        <p:spPr/>
        <p:txBody>
          <a:bodyPr/>
          <a:lstStyle/>
          <a:p>
            <a:r>
              <a:rPr lang="en-SE" dirty="0"/>
              <a:t>Wrap each instruction</a:t>
            </a:r>
          </a:p>
          <a:p>
            <a:pPr lvl="1"/>
            <a:r>
              <a:rPr lang="en-SE" dirty="0"/>
              <a:t>Execute if safe (e.g., INC instruction)</a:t>
            </a:r>
          </a:p>
          <a:p>
            <a:pPr lvl="1"/>
            <a:r>
              <a:rPr lang="en-SE" dirty="0"/>
              <a:t>Simulate otherwise (e.g., disable interrupts)</a:t>
            </a:r>
          </a:p>
          <a:p>
            <a:r>
              <a:rPr lang="en-SE" dirty="0"/>
              <a:t>Theoretically it works, but</a:t>
            </a:r>
          </a:p>
          <a:p>
            <a:pPr lvl="1"/>
            <a:r>
              <a:rPr lang="en-SE" dirty="0"/>
              <a:t>Safety</a:t>
            </a:r>
          </a:p>
          <a:p>
            <a:pPr lvl="1"/>
            <a:r>
              <a:rPr lang="en-SE" dirty="0"/>
              <a:t>Fidelity</a:t>
            </a:r>
          </a:p>
          <a:p>
            <a:pPr lvl="1"/>
            <a:r>
              <a:rPr lang="en-SE" dirty="0"/>
              <a:t>Efficiency</a:t>
            </a:r>
          </a:p>
          <a:p>
            <a:r>
              <a:rPr lang="en-SE" dirty="0"/>
              <a:t>VMMs should execute most of the code directly…</a:t>
            </a:r>
          </a:p>
          <a:p>
            <a:pPr lvl="1"/>
            <a:endParaRPr lang="en-SE" dirty="0"/>
          </a:p>
        </p:txBody>
      </p:sp>
      <p:sp>
        <p:nvSpPr>
          <p:cNvPr id="4" name="Date Placeholder 3">
            <a:extLst>
              <a:ext uri="{FF2B5EF4-FFF2-40B4-BE49-F238E27FC236}">
                <a16:creationId xmlns:a16="http://schemas.microsoft.com/office/drawing/2014/main" id="{84EF51CB-35CC-954C-94E0-13AC3D9B134F}"/>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7EB3AD1D-2DFD-CF4F-8334-66E99E9CB4CE}"/>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F172C44-32FE-624E-91DA-9AE61110DB70}"/>
              </a:ext>
            </a:extLst>
          </p:cNvPr>
          <p:cNvSpPr>
            <a:spLocks noGrp="1"/>
          </p:cNvSpPr>
          <p:nvPr>
            <p:ph type="sldNum" sz="quarter" idx="12"/>
          </p:nvPr>
        </p:nvSpPr>
        <p:spPr/>
        <p:txBody>
          <a:bodyPr/>
          <a:lstStyle/>
          <a:p>
            <a:fld id="{C92894D7-1DF0-2544-A605-B97A2B84F4F8}" type="slidenum">
              <a:rPr lang="en-SE" smtClean="0"/>
              <a:t>9</a:t>
            </a:fld>
            <a:endParaRPr lang="en-SE"/>
          </a:p>
        </p:txBody>
      </p:sp>
      <p:sp>
        <p:nvSpPr>
          <p:cNvPr id="7" name="Content Placeholder 2">
            <a:extLst>
              <a:ext uri="{FF2B5EF4-FFF2-40B4-BE49-F238E27FC236}">
                <a16:creationId xmlns:a16="http://schemas.microsoft.com/office/drawing/2014/main" id="{497AC090-9419-5545-B5CA-BC32D6430205}"/>
              </a:ext>
            </a:extLst>
          </p:cNvPr>
          <p:cNvSpPr txBox="1">
            <a:spLocks/>
          </p:cNvSpPr>
          <p:nvPr/>
        </p:nvSpPr>
        <p:spPr>
          <a:xfrm>
            <a:off x="5035826" y="4194313"/>
            <a:ext cx="6546574" cy="33873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E" dirty="0"/>
          </a:p>
        </p:txBody>
      </p:sp>
      <p:pic>
        <p:nvPicPr>
          <p:cNvPr id="9" name="Picture 8" descr="Shape, arrow&#10;&#10;Description automatically generated">
            <a:extLst>
              <a:ext uri="{FF2B5EF4-FFF2-40B4-BE49-F238E27FC236}">
                <a16:creationId xmlns:a16="http://schemas.microsoft.com/office/drawing/2014/main" id="{0FE8035E-57BC-D742-A28B-0460D0FE154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432614" y="3574960"/>
            <a:ext cx="356886" cy="356886"/>
          </a:xfrm>
          <a:prstGeom prst="rect">
            <a:avLst/>
          </a:prstGeom>
        </p:spPr>
      </p:pic>
      <p:pic>
        <p:nvPicPr>
          <p:cNvPr id="11" name="Picture 10" descr="Shape, arrow&#10;&#10;Description automatically generated">
            <a:extLst>
              <a:ext uri="{FF2B5EF4-FFF2-40B4-BE49-F238E27FC236}">
                <a16:creationId xmlns:a16="http://schemas.microsoft.com/office/drawing/2014/main" id="{9C2AC047-A073-C948-88B2-FF1E5BEF5447}"/>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837473B0-CC2E-450A-ABE3-18F120FF3D39}">
                <a1611:picAttrSrcUrl xmlns:a1611="http://schemas.microsoft.com/office/drawing/2016/11/main" r:id="rId4"/>
              </a:ext>
            </a:extLst>
          </a:blip>
          <a:stretch>
            <a:fillRect/>
          </a:stretch>
        </p:blipFill>
        <p:spPr>
          <a:xfrm>
            <a:off x="2689123" y="3931846"/>
            <a:ext cx="356886" cy="356886"/>
          </a:xfrm>
          <a:prstGeom prst="rect">
            <a:avLst/>
          </a:prstGeom>
        </p:spPr>
      </p:pic>
      <p:pic>
        <p:nvPicPr>
          <p:cNvPr id="13" name="Picture 12" descr="Shape, arrow&#10;&#10;Description automatically generated">
            <a:extLst>
              <a:ext uri="{FF2B5EF4-FFF2-40B4-BE49-F238E27FC236}">
                <a16:creationId xmlns:a16="http://schemas.microsoft.com/office/drawing/2014/main" id="{B908B804-3D1A-C649-B24D-BD5B20B39796}"/>
              </a:ext>
            </a:extLst>
          </p:cNvPr>
          <p:cNvPicPr>
            <a:picLocks noChangeAspect="1"/>
          </p:cNvPicPr>
          <p:nvPr/>
        </p:nvPicPr>
        <p:blipFill rotWithShape="1">
          <a:blip r:embed="rId7">
            <a:extLst>
              <a:ext uri="{837473B0-CC2E-450A-ABE3-18F120FF3D39}">
                <a1611:picAttrSrcUrl xmlns:a1611="http://schemas.microsoft.com/office/drawing/2016/11/main" r:id="rId8"/>
              </a:ext>
            </a:extLst>
          </a:blip>
          <a:srcRect l="68449" t="16167" b="12453"/>
          <a:stretch/>
        </p:blipFill>
        <p:spPr>
          <a:xfrm>
            <a:off x="2867566" y="4288732"/>
            <a:ext cx="491146" cy="555585"/>
          </a:xfrm>
          <a:prstGeom prst="rect">
            <a:avLst/>
          </a:prstGeom>
        </p:spPr>
      </p:pic>
    </p:spTree>
    <p:extLst>
      <p:ext uri="{BB962C8B-B14F-4D97-AF65-F5344CB8AC3E}">
        <p14:creationId xmlns:p14="http://schemas.microsoft.com/office/powerpoint/2010/main" val="36656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166C-D4AE-F344-B7EA-AD13524B57D6}"/>
              </a:ext>
            </a:extLst>
          </p:cNvPr>
          <p:cNvSpPr>
            <a:spLocks noGrp="1"/>
          </p:cNvSpPr>
          <p:nvPr>
            <p:ph type="title"/>
          </p:nvPr>
        </p:nvSpPr>
        <p:spPr/>
        <p:txBody>
          <a:bodyPr>
            <a:normAutofit/>
          </a:bodyPr>
          <a:lstStyle/>
          <a:p>
            <a:r>
              <a:rPr lang="en-SE" sz="4000" dirty="0"/>
              <a:t>What is required for VMMs to run code directly?</a:t>
            </a:r>
          </a:p>
        </p:txBody>
      </p:sp>
      <p:sp>
        <p:nvSpPr>
          <p:cNvPr id="3" name="Content Placeholder 2">
            <a:extLst>
              <a:ext uri="{FF2B5EF4-FFF2-40B4-BE49-F238E27FC236}">
                <a16:creationId xmlns:a16="http://schemas.microsoft.com/office/drawing/2014/main" id="{EA4FE5C4-28E7-B24D-AA8D-40E6E60D2823}"/>
              </a:ext>
            </a:extLst>
          </p:cNvPr>
          <p:cNvSpPr>
            <a:spLocks noGrp="1"/>
          </p:cNvSpPr>
          <p:nvPr>
            <p:ph idx="1"/>
          </p:nvPr>
        </p:nvSpPr>
        <p:spPr>
          <a:xfrm>
            <a:off x="914400" y="1825625"/>
            <a:ext cx="10439400" cy="4351338"/>
          </a:xfrm>
        </p:spPr>
        <p:txBody>
          <a:bodyPr>
            <a:normAutofit/>
          </a:bodyPr>
          <a:lstStyle/>
          <a:p>
            <a:r>
              <a:rPr lang="en-SE" sz="2400" dirty="0"/>
              <a:t>Sensitive instructions: can be run both in user mode and kernel mode</a:t>
            </a:r>
          </a:p>
          <a:p>
            <a:pPr lvl="1"/>
            <a:r>
              <a:rPr lang="en-GB" sz="2000" dirty="0"/>
              <a:t>T</a:t>
            </a:r>
            <a:r>
              <a:rPr lang="en-SE" sz="2000" dirty="0"/>
              <a:t>heir behavior might change depending on the case</a:t>
            </a:r>
          </a:p>
          <a:p>
            <a:r>
              <a:rPr lang="en-SE" sz="2400" dirty="0"/>
              <a:t>Priviledged instructions: will result in an interrupt if not in kernel mode</a:t>
            </a:r>
          </a:p>
        </p:txBody>
      </p:sp>
      <p:sp>
        <p:nvSpPr>
          <p:cNvPr id="4" name="Date Placeholder 3">
            <a:extLst>
              <a:ext uri="{FF2B5EF4-FFF2-40B4-BE49-F238E27FC236}">
                <a16:creationId xmlns:a16="http://schemas.microsoft.com/office/drawing/2014/main" id="{335116FD-45D3-A24D-B420-517DB5E2713C}"/>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1F3EE02-2EE9-E44F-9DA6-AEB8241ED0F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1FA44BAC-554B-A742-83C5-5180D04D7F9C}"/>
              </a:ext>
            </a:extLst>
          </p:cNvPr>
          <p:cNvSpPr>
            <a:spLocks noGrp="1"/>
          </p:cNvSpPr>
          <p:nvPr>
            <p:ph type="sldNum" sz="quarter" idx="12"/>
          </p:nvPr>
        </p:nvSpPr>
        <p:spPr/>
        <p:txBody>
          <a:bodyPr/>
          <a:lstStyle/>
          <a:p>
            <a:fld id="{C92894D7-1DF0-2544-A605-B97A2B84F4F8}" type="slidenum">
              <a:rPr lang="en-SE" smtClean="0"/>
              <a:t>10</a:t>
            </a:fld>
            <a:endParaRPr lang="en-SE"/>
          </a:p>
        </p:txBody>
      </p:sp>
      <p:grpSp>
        <p:nvGrpSpPr>
          <p:cNvPr id="9" name="Group 8">
            <a:extLst>
              <a:ext uri="{FF2B5EF4-FFF2-40B4-BE49-F238E27FC236}">
                <a16:creationId xmlns:a16="http://schemas.microsoft.com/office/drawing/2014/main" id="{9CE3C1E4-F15E-1242-9269-98A2E36645B1}"/>
              </a:ext>
            </a:extLst>
          </p:cNvPr>
          <p:cNvGrpSpPr/>
          <p:nvPr/>
        </p:nvGrpSpPr>
        <p:grpSpPr>
          <a:xfrm>
            <a:off x="1374814" y="3683446"/>
            <a:ext cx="2663687" cy="2272821"/>
            <a:chOff x="2666999" y="3436813"/>
            <a:chExt cx="2988365" cy="2549856"/>
          </a:xfrm>
        </p:grpSpPr>
        <p:sp>
          <p:nvSpPr>
            <p:cNvPr id="8" name="Oval 7">
              <a:extLst>
                <a:ext uri="{FF2B5EF4-FFF2-40B4-BE49-F238E27FC236}">
                  <a16:creationId xmlns:a16="http://schemas.microsoft.com/office/drawing/2014/main" id="{62BFAD0D-8ABA-3C46-971D-25A9AAC31797}"/>
                </a:ext>
              </a:extLst>
            </p:cNvPr>
            <p:cNvSpPr/>
            <p:nvPr/>
          </p:nvSpPr>
          <p:spPr>
            <a:xfrm>
              <a:off x="2666999" y="3436813"/>
              <a:ext cx="2988365" cy="254985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7" name="Oval 6">
              <a:extLst>
                <a:ext uri="{FF2B5EF4-FFF2-40B4-BE49-F238E27FC236}">
                  <a16:creationId xmlns:a16="http://schemas.microsoft.com/office/drawing/2014/main" id="{3A1CF322-BD66-A14D-A1F2-D754684AD0A0}"/>
                </a:ext>
              </a:extLst>
            </p:cNvPr>
            <p:cNvSpPr/>
            <p:nvPr/>
          </p:nvSpPr>
          <p:spPr>
            <a:xfrm>
              <a:off x="3332920" y="4483771"/>
              <a:ext cx="1656522" cy="14134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grpSp>
        <p:nvGrpSpPr>
          <p:cNvPr id="10" name="Group 9">
            <a:extLst>
              <a:ext uri="{FF2B5EF4-FFF2-40B4-BE49-F238E27FC236}">
                <a16:creationId xmlns:a16="http://schemas.microsoft.com/office/drawing/2014/main" id="{5AF53A89-B649-AD44-88C6-F16EF3B70C02}"/>
              </a:ext>
            </a:extLst>
          </p:cNvPr>
          <p:cNvGrpSpPr/>
          <p:nvPr/>
        </p:nvGrpSpPr>
        <p:grpSpPr>
          <a:xfrm>
            <a:off x="6511787" y="3706604"/>
            <a:ext cx="2335191" cy="2064061"/>
            <a:chOff x="3212980" y="3341378"/>
            <a:chExt cx="3128729" cy="2765464"/>
          </a:xfrm>
        </p:grpSpPr>
        <p:sp>
          <p:nvSpPr>
            <p:cNvPr id="11" name="Oval 10">
              <a:extLst>
                <a:ext uri="{FF2B5EF4-FFF2-40B4-BE49-F238E27FC236}">
                  <a16:creationId xmlns:a16="http://schemas.microsoft.com/office/drawing/2014/main" id="{BCD96286-8F71-E04C-AD0F-63FE6221DAD0}"/>
                </a:ext>
              </a:extLst>
            </p:cNvPr>
            <p:cNvSpPr/>
            <p:nvPr/>
          </p:nvSpPr>
          <p:spPr>
            <a:xfrm>
              <a:off x="3212980" y="3341378"/>
              <a:ext cx="2988365" cy="25498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12" name="Oval 11">
              <a:extLst>
                <a:ext uri="{FF2B5EF4-FFF2-40B4-BE49-F238E27FC236}">
                  <a16:creationId xmlns:a16="http://schemas.microsoft.com/office/drawing/2014/main" id="{B126AE46-5EC2-FE4C-85E1-8339A74E2886}"/>
                </a:ext>
              </a:extLst>
            </p:cNvPr>
            <p:cNvSpPr/>
            <p:nvPr/>
          </p:nvSpPr>
          <p:spPr>
            <a:xfrm>
              <a:off x="4403275" y="4452851"/>
              <a:ext cx="1938434" cy="16539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grpSp>
        <p:nvGrpSpPr>
          <p:cNvPr id="13" name="Group 12">
            <a:extLst>
              <a:ext uri="{FF2B5EF4-FFF2-40B4-BE49-F238E27FC236}">
                <a16:creationId xmlns:a16="http://schemas.microsoft.com/office/drawing/2014/main" id="{28D4D597-FF03-E34D-9604-E287B50E2488}"/>
              </a:ext>
            </a:extLst>
          </p:cNvPr>
          <p:cNvGrpSpPr/>
          <p:nvPr/>
        </p:nvGrpSpPr>
        <p:grpSpPr>
          <a:xfrm>
            <a:off x="9065408" y="3635115"/>
            <a:ext cx="2361202" cy="2207040"/>
            <a:chOff x="2933482" y="3029503"/>
            <a:chExt cx="4358309" cy="4073755"/>
          </a:xfrm>
        </p:grpSpPr>
        <p:sp>
          <p:nvSpPr>
            <p:cNvPr id="14" name="Oval 13">
              <a:extLst>
                <a:ext uri="{FF2B5EF4-FFF2-40B4-BE49-F238E27FC236}">
                  <a16:creationId xmlns:a16="http://schemas.microsoft.com/office/drawing/2014/main" id="{AD81D8D7-E0E8-BB44-87FF-07CF06D89673}"/>
                </a:ext>
              </a:extLst>
            </p:cNvPr>
            <p:cNvSpPr/>
            <p:nvPr/>
          </p:nvSpPr>
          <p:spPr>
            <a:xfrm>
              <a:off x="2933482" y="3029503"/>
              <a:ext cx="3267864" cy="286173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15" name="Oval 14">
              <a:extLst>
                <a:ext uri="{FF2B5EF4-FFF2-40B4-BE49-F238E27FC236}">
                  <a16:creationId xmlns:a16="http://schemas.microsoft.com/office/drawing/2014/main" id="{B89047A8-4C6B-A444-8C35-A9177FDA4AF9}"/>
                </a:ext>
              </a:extLst>
            </p:cNvPr>
            <p:cNvSpPr/>
            <p:nvPr/>
          </p:nvSpPr>
          <p:spPr>
            <a:xfrm>
              <a:off x="4337915" y="5807211"/>
              <a:ext cx="2953876" cy="1296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sp>
        <p:nvSpPr>
          <p:cNvPr id="16" name="TextBox 15">
            <a:extLst>
              <a:ext uri="{FF2B5EF4-FFF2-40B4-BE49-F238E27FC236}">
                <a16:creationId xmlns:a16="http://schemas.microsoft.com/office/drawing/2014/main" id="{DE4FAD73-BB79-A44A-B488-1AFD0D79438B}"/>
              </a:ext>
            </a:extLst>
          </p:cNvPr>
          <p:cNvSpPr txBox="1"/>
          <p:nvPr/>
        </p:nvSpPr>
        <p:spPr>
          <a:xfrm>
            <a:off x="3734831" y="3504059"/>
            <a:ext cx="1770431" cy="646331"/>
          </a:xfrm>
          <a:prstGeom prst="rect">
            <a:avLst/>
          </a:prstGeom>
          <a:noFill/>
        </p:spPr>
        <p:txBody>
          <a:bodyPr wrap="square" rtlCol="0">
            <a:spAutoFit/>
          </a:bodyPr>
          <a:lstStyle/>
          <a:p>
            <a:r>
              <a:rPr lang="en-SE" dirty="0"/>
              <a:t>This machine is virtualizable</a:t>
            </a:r>
          </a:p>
        </p:txBody>
      </p:sp>
      <p:sp>
        <p:nvSpPr>
          <p:cNvPr id="17" name="TextBox 16">
            <a:extLst>
              <a:ext uri="{FF2B5EF4-FFF2-40B4-BE49-F238E27FC236}">
                <a16:creationId xmlns:a16="http://schemas.microsoft.com/office/drawing/2014/main" id="{4BF38FD9-504F-D648-BA10-587BF6E0FE35}"/>
              </a:ext>
            </a:extLst>
          </p:cNvPr>
          <p:cNvSpPr txBox="1"/>
          <p:nvPr/>
        </p:nvSpPr>
        <p:spPr>
          <a:xfrm>
            <a:off x="7961762" y="3387967"/>
            <a:ext cx="1770431" cy="369332"/>
          </a:xfrm>
          <a:prstGeom prst="rect">
            <a:avLst/>
          </a:prstGeom>
          <a:noFill/>
        </p:spPr>
        <p:txBody>
          <a:bodyPr wrap="square" rtlCol="0">
            <a:spAutoFit/>
          </a:bodyPr>
          <a:lstStyle/>
          <a:p>
            <a:r>
              <a:rPr lang="en-SE" dirty="0"/>
              <a:t>These are not</a:t>
            </a:r>
          </a:p>
        </p:txBody>
      </p:sp>
    </p:spTree>
    <p:extLst>
      <p:ext uri="{BB962C8B-B14F-4D97-AF65-F5344CB8AC3E}">
        <p14:creationId xmlns:p14="http://schemas.microsoft.com/office/powerpoint/2010/main" val="2523809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B425-2D40-B540-B584-953D50A1243A}"/>
              </a:ext>
            </a:extLst>
          </p:cNvPr>
          <p:cNvSpPr>
            <a:spLocks noGrp="1"/>
          </p:cNvSpPr>
          <p:nvPr>
            <p:ph type="title"/>
          </p:nvPr>
        </p:nvSpPr>
        <p:spPr/>
        <p:txBody>
          <a:bodyPr/>
          <a:lstStyle/>
          <a:p>
            <a:r>
              <a:rPr lang="en-SE" dirty="0"/>
              <a:t>This has been taken into account since 2005</a:t>
            </a:r>
          </a:p>
        </p:txBody>
      </p:sp>
      <p:sp>
        <p:nvSpPr>
          <p:cNvPr id="3" name="Content Placeholder 2">
            <a:extLst>
              <a:ext uri="{FF2B5EF4-FFF2-40B4-BE49-F238E27FC236}">
                <a16:creationId xmlns:a16="http://schemas.microsoft.com/office/drawing/2014/main" id="{D3C08749-00CB-2244-B7A8-793590252FCF}"/>
              </a:ext>
            </a:extLst>
          </p:cNvPr>
          <p:cNvSpPr>
            <a:spLocks noGrp="1"/>
          </p:cNvSpPr>
          <p:nvPr>
            <p:ph idx="1"/>
          </p:nvPr>
        </p:nvSpPr>
        <p:spPr/>
        <p:txBody>
          <a:bodyPr/>
          <a:lstStyle/>
          <a:p>
            <a:r>
              <a:rPr lang="en-SE" dirty="0"/>
              <a:t>Both from Intel and AMD</a:t>
            </a:r>
          </a:p>
          <a:p>
            <a:r>
              <a:rPr lang="en-SE" dirty="0"/>
              <a:t>VT technology:</a:t>
            </a:r>
          </a:p>
          <a:p>
            <a:pPr lvl="1"/>
            <a:r>
              <a:rPr lang="en-GB" dirty="0"/>
              <a:t>T</a:t>
            </a:r>
            <a:r>
              <a:rPr lang="en-SE" dirty="0"/>
              <a:t>he guest OS runs directly on the hardware until it generates an interrupt</a:t>
            </a:r>
          </a:p>
          <a:p>
            <a:pPr lvl="1"/>
            <a:r>
              <a:rPr lang="en-SE" dirty="0"/>
              <a:t>Which is delivered to the hypervisor</a:t>
            </a:r>
          </a:p>
          <a:p>
            <a:r>
              <a:rPr lang="en-SE" dirty="0"/>
              <a:t>The hypervisor sets a hardware bitmap to specify all interrupts it wants to be alerted about (trap-and-emulate approach)</a:t>
            </a:r>
          </a:p>
          <a:p>
            <a:r>
              <a:rPr lang="en-SE" dirty="0"/>
              <a:t>The technique used before that was binary translation:</a:t>
            </a:r>
          </a:p>
          <a:p>
            <a:pPr lvl="1"/>
            <a:r>
              <a:rPr lang="en-SE" dirty="0"/>
              <a:t>Simply put: replace all unsafe I/O with a trap</a:t>
            </a:r>
          </a:p>
        </p:txBody>
      </p:sp>
      <p:sp>
        <p:nvSpPr>
          <p:cNvPr id="4" name="Date Placeholder 3">
            <a:extLst>
              <a:ext uri="{FF2B5EF4-FFF2-40B4-BE49-F238E27FC236}">
                <a16:creationId xmlns:a16="http://schemas.microsoft.com/office/drawing/2014/main" id="{6520E42A-25D5-3646-9108-93C9F02BA415}"/>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8F1CB8F-EFF7-3C42-B306-25D90139FD92}"/>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8C0D067-1A5C-0640-8E81-B97E442C48C9}"/>
              </a:ext>
            </a:extLst>
          </p:cNvPr>
          <p:cNvSpPr>
            <a:spLocks noGrp="1"/>
          </p:cNvSpPr>
          <p:nvPr>
            <p:ph type="sldNum" sz="quarter" idx="12"/>
          </p:nvPr>
        </p:nvSpPr>
        <p:spPr/>
        <p:txBody>
          <a:bodyPr/>
          <a:lstStyle/>
          <a:p>
            <a:fld id="{C92894D7-1DF0-2544-A605-B97A2B84F4F8}" type="slidenum">
              <a:rPr lang="en-SE" smtClean="0"/>
              <a:t>11</a:t>
            </a:fld>
            <a:endParaRPr lang="en-SE"/>
          </a:p>
        </p:txBody>
      </p:sp>
      <p:pic>
        <p:nvPicPr>
          <p:cNvPr id="8" name="Picture 7" descr="A picture containing person, hand, holding, using&#10;&#10;Description automatically generated">
            <a:extLst>
              <a:ext uri="{FF2B5EF4-FFF2-40B4-BE49-F238E27FC236}">
                <a16:creationId xmlns:a16="http://schemas.microsoft.com/office/drawing/2014/main" id="{A911B7D0-C584-F542-9172-30B95CFF073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055177" y="1532708"/>
            <a:ext cx="1654381" cy="1099244"/>
          </a:xfrm>
          <a:prstGeom prst="rect">
            <a:avLst/>
          </a:prstGeom>
        </p:spPr>
      </p:pic>
      <p:sp>
        <p:nvSpPr>
          <p:cNvPr id="10" name="TextBox 9">
            <a:extLst>
              <a:ext uri="{FF2B5EF4-FFF2-40B4-BE49-F238E27FC236}">
                <a16:creationId xmlns:a16="http://schemas.microsoft.com/office/drawing/2014/main" id="{CF9B4D63-C0E2-704E-BD53-E896D9E084D7}"/>
              </a:ext>
            </a:extLst>
          </p:cNvPr>
          <p:cNvSpPr txBox="1"/>
          <p:nvPr/>
        </p:nvSpPr>
        <p:spPr>
          <a:xfrm>
            <a:off x="6840169" y="1579378"/>
            <a:ext cx="2006948" cy="923330"/>
          </a:xfrm>
          <a:prstGeom prst="rect">
            <a:avLst/>
          </a:prstGeom>
          <a:noFill/>
        </p:spPr>
        <p:txBody>
          <a:bodyPr wrap="square" rtlCol="0">
            <a:spAutoFit/>
          </a:bodyPr>
          <a:lstStyle/>
          <a:p>
            <a:r>
              <a:rPr lang="en-SE" dirty="0"/>
              <a:t>Hardware and OSes collaborating, again…</a:t>
            </a:r>
          </a:p>
        </p:txBody>
      </p:sp>
    </p:spTree>
    <p:extLst>
      <p:ext uri="{BB962C8B-B14F-4D97-AF65-F5344CB8AC3E}">
        <p14:creationId xmlns:p14="http://schemas.microsoft.com/office/powerpoint/2010/main" val="2025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12</a:t>
            </a:fld>
            <a:endParaRPr lang="en-SE"/>
          </a:p>
        </p:txBody>
      </p:sp>
    </p:spTree>
    <p:extLst>
      <p:ext uri="{BB962C8B-B14F-4D97-AF65-F5344CB8AC3E}">
        <p14:creationId xmlns:p14="http://schemas.microsoft.com/office/powerpoint/2010/main" val="909146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6365-EB3B-944C-937A-6F4B379C50DE}"/>
              </a:ext>
            </a:extLst>
          </p:cNvPr>
          <p:cNvSpPr>
            <a:spLocks noGrp="1"/>
          </p:cNvSpPr>
          <p:nvPr>
            <p:ph type="title"/>
          </p:nvPr>
        </p:nvSpPr>
        <p:spPr/>
        <p:txBody>
          <a:bodyPr/>
          <a:lstStyle/>
          <a:p>
            <a:r>
              <a:rPr lang="en-US" altLang="en-US" dirty="0"/>
              <a:t>Type 1 and Type 2 Hypervisors</a:t>
            </a:r>
            <a:endParaRPr lang="en-SE" dirty="0"/>
          </a:p>
        </p:txBody>
      </p:sp>
      <p:sp>
        <p:nvSpPr>
          <p:cNvPr id="4" name="Date Placeholder 3">
            <a:extLst>
              <a:ext uri="{FF2B5EF4-FFF2-40B4-BE49-F238E27FC236}">
                <a16:creationId xmlns:a16="http://schemas.microsoft.com/office/drawing/2014/main" id="{2C106588-8AEA-1740-9E04-91DA9F840DB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9AEFC2CE-B894-D746-8888-5250DCED9A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33B007C-D6E0-324D-9EF6-9102D337EE35}"/>
              </a:ext>
            </a:extLst>
          </p:cNvPr>
          <p:cNvSpPr>
            <a:spLocks noGrp="1"/>
          </p:cNvSpPr>
          <p:nvPr>
            <p:ph type="sldNum" sz="quarter" idx="12"/>
          </p:nvPr>
        </p:nvSpPr>
        <p:spPr/>
        <p:txBody>
          <a:bodyPr/>
          <a:lstStyle/>
          <a:p>
            <a:fld id="{C92894D7-1DF0-2544-A605-B97A2B84F4F8}" type="slidenum">
              <a:rPr lang="en-SE" smtClean="0"/>
              <a:t>13</a:t>
            </a:fld>
            <a:endParaRPr lang="en-SE"/>
          </a:p>
        </p:txBody>
      </p:sp>
      <p:sp>
        <p:nvSpPr>
          <p:cNvPr id="7" name="Title 1">
            <a:extLst>
              <a:ext uri="{FF2B5EF4-FFF2-40B4-BE49-F238E27FC236}">
                <a16:creationId xmlns:a16="http://schemas.microsoft.com/office/drawing/2014/main" id="{915B7E44-810D-8045-8F8F-D342681E7517}"/>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US" dirty="0"/>
          </a:p>
        </p:txBody>
      </p:sp>
      <p:pic>
        <p:nvPicPr>
          <p:cNvPr id="8" name="Picture 2">
            <a:extLst>
              <a:ext uri="{FF2B5EF4-FFF2-40B4-BE49-F238E27FC236}">
                <a16:creationId xmlns:a16="http://schemas.microsoft.com/office/drawing/2014/main" id="{2FC3476B-4EB0-AD40-9940-66C81F1B4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184" y="1599694"/>
            <a:ext cx="8429625"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6536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14</a:t>
            </a:fld>
            <a:endParaRPr lang="en-SE"/>
          </a:p>
        </p:txBody>
      </p:sp>
    </p:spTree>
    <p:extLst>
      <p:ext uri="{BB962C8B-B14F-4D97-AF65-F5344CB8AC3E}">
        <p14:creationId xmlns:p14="http://schemas.microsoft.com/office/powerpoint/2010/main" val="299166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176DD-14FA-6942-8AF8-2401C68A9D82}"/>
              </a:ext>
            </a:extLst>
          </p:cNvPr>
          <p:cNvSpPr>
            <a:spLocks noGrp="1"/>
          </p:cNvSpPr>
          <p:nvPr>
            <p:ph type="title"/>
          </p:nvPr>
        </p:nvSpPr>
        <p:spPr/>
        <p:txBody>
          <a:bodyPr/>
          <a:lstStyle/>
          <a:p>
            <a:r>
              <a:rPr lang="en-SE" dirty="0"/>
              <a:t>Hypervisor type 1, with VT</a:t>
            </a:r>
          </a:p>
        </p:txBody>
      </p:sp>
      <p:sp>
        <p:nvSpPr>
          <p:cNvPr id="4" name="Date Placeholder 3">
            <a:extLst>
              <a:ext uri="{FF2B5EF4-FFF2-40B4-BE49-F238E27FC236}">
                <a16:creationId xmlns:a16="http://schemas.microsoft.com/office/drawing/2014/main" id="{7131A0C1-602D-3149-BD37-0D3B1FCA8430}"/>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BD550FFA-716D-3648-B087-4EFD957A9CBF}"/>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D5D20D7D-A2AF-C64D-858E-D944583E934E}"/>
              </a:ext>
            </a:extLst>
          </p:cNvPr>
          <p:cNvSpPr>
            <a:spLocks noGrp="1"/>
          </p:cNvSpPr>
          <p:nvPr>
            <p:ph type="sldNum" sz="quarter" idx="12"/>
          </p:nvPr>
        </p:nvSpPr>
        <p:spPr/>
        <p:txBody>
          <a:bodyPr/>
          <a:lstStyle/>
          <a:p>
            <a:fld id="{C92894D7-1DF0-2544-A605-B97A2B84F4F8}" type="slidenum">
              <a:rPr lang="en-SE" smtClean="0"/>
              <a:t>15</a:t>
            </a:fld>
            <a:endParaRPr lang="en-SE"/>
          </a:p>
        </p:txBody>
      </p:sp>
      <p:pic>
        <p:nvPicPr>
          <p:cNvPr id="7" name="Picture 2">
            <a:extLst>
              <a:ext uri="{FF2B5EF4-FFF2-40B4-BE49-F238E27FC236}">
                <a16:creationId xmlns:a16="http://schemas.microsoft.com/office/drawing/2014/main" id="{4278F9D5-5F2B-3D4A-8F2C-49B4F7E5A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037" y="2181576"/>
            <a:ext cx="8289925" cy="307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5654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907E-910A-AF43-B95A-4214ED7B8F25}"/>
              </a:ext>
            </a:extLst>
          </p:cNvPr>
          <p:cNvSpPr>
            <a:spLocks noGrp="1"/>
          </p:cNvSpPr>
          <p:nvPr>
            <p:ph type="title"/>
          </p:nvPr>
        </p:nvSpPr>
        <p:spPr/>
        <p:txBody>
          <a:bodyPr/>
          <a:lstStyle/>
          <a:p>
            <a:r>
              <a:rPr lang="en-SE" dirty="0"/>
              <a:t>Hypervisor type 1</a:t>
            </a:r>
            <a:r>
              <a:rPr lang="en-SE"/>
              <a:t>, before/without </a:t>
            </a:r>
            <a:r>
              <a:rPr lang="en-SE" dirty="0"/>
              <a:t>VT</a:t>
            </a:r>
            <a:endParaRPr lang="en-US" dirty="0"/>
          </a:p>
        </p:txBody>
      </p:sp>
      <p:sp>
        <p:nvSpPr>
          <p:cNvPr id="3" name="Content Placeholder 2">
            <a:extLst>
              <a:ext uri="{FF2B5EF4-FFF2-40B4-BE49-F238E27FC236}">
                <a16:creationId xmlns:a16="http://schemas.microsoft.com/office/drawing/2014/main" id="{6C9072EE-61EB-2A4E-ACF6-91550C4334A3}"/>
              </a:ext>
            </a:extLst>
          </p:cNvPr>
          <p:cNvSpPr>
            <a:spLocks noGrp="1"/>
          </p:cNvSpPr>
          <p:nvPr>
            <p:ph idx="1"/>
          </p:nvPr>
        </p:nvSpPr>
        <p:spPr>
          <a:xfrm>
            <a:off x="7238999" y="1825625"/>
            <a:ext cx="4114800" cy="4351338"/>
          </a:xfrm>
        </p:spPr>
        <p:txBody>
          <a:bodyPr>
            <a:normAutofit fontScale="92500" lnSpcReduction="10000"/>
          </a:bodyPr>
          <a:lstStyle/>
          <a:p>
            <a:r>
              <a:rPr lang="en-US" dirty="0"/>
              <a:t>Before VT, x86 architectures supported 4 protection modes/rings.</a:t>
            </a:r>
          </a:p>
          <a:p>
            <a:r>
              <a:rPr lang="en-US" dirty="0"/>
              <a:t>Without virtualization, OS runs in ring 0, user processes in ring 3</a:t>
            </a:r>
          </a:p>
          <a:p>
            <a:r>
              <a:rPr lang="en-US" dirty="0"/>
              <a:t>With virtualization, as shown in figure</a:t>
            </a:r>
          </a:p>
          <a:p>
            <a:r>
              <a:rPr lang="en-US" dirty="0"/>
              <a:t>OS privileged instructions will trap, but what about sensitive ones?</a:t>
            </a:r>
          </a:p>
        </p:txBody>
      </p:sp>
      <p:sp>
        <p:nvSpPr>
          <p:cNvPr id="4" name="Date Placeholder 3">
            <a:extLst>
              <a:ext uri="{FF2B5EF4-FFF2-40B4-BE49-F238E27FC236}">
                <a16:creationId xmlns:a16="http://schemas.microsoft.com/office/drawing/2014/main" id="{FA254024-586D-C940-A548-07AD8CB9B5A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722B9667-4908-0049-8820-35C9DE6ED4E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804712F9-A076-4943-A040-A131159B76DF}"/>
              </a:ext>
            </a:extLst>
          </p:cNvPr>
          <p:cNvSpPr>
            <a:spLocks noGrp="1"/>
          </p:cNvSpPr>
          <p:nvPr>
            <p:ph type="sldNum" sz="quarter" idx="12"/>
          </p:nvPr>
        </p:nvSpPr>
        <p:spPr/>
        <p:txBody>
          <a:bodyPr/>
          <a:lstStyle/>
          <a:p>
            <a:fld id="{C92894D7-1DF0-2544-A605-B97A2B84F4F8}" type="slidenum">
              <a:rPr lang="en-SE" smtClean="0"/>
              <a:t>16</a:t>
            </a:fld>
            <a:endParaRPr lang="en-SE"/>
          </a:p>
        </p:txBody>
      </p:sp>
      <p:pic>
        <p:nvPicPr>
          <p:cNvPr id="7" name="Picture 2">
            <a:extLst>
              <a:ext uri="{FF2B5EF4-FFF2-40B4-BE49-F238E27FC236}">
                <a16:creationId xmlns:a16="http://schemas.microsoft.com/office/drawing/2014/main" id="{64F94332-9B2B-024A-8001-D25836D22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57" y="2551759"/>
            <a:ext cx="6412188" cy="2721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8581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907E-910A-AF43-B95A-4214ED7B8F25}"/>
              </a:ext>
            </a:extLst>
          </p:cNvPr>
          <p:cNvSpPr>
            <a:spLocks noGrp="1"/>
          </p:cNvSpPr>
          <p:nvPr>
            <p:ph type="title"/>
          </p:nvPr>
        </p:nvSpPr>
        <p:spPr/>
        <p:txBody>
          <a:bodyPr/>
          <a:lstStyle/>
          <a:p>
            <a:r>
              <a:rPr lang="en-SE" dirty="0"/>
              <a:t>Hypervisor type 1</a:t>
            </a:r>
            <a:r>
              <a:rPr lang="en-SE"/>
              <a:t>, before/without </a:t>
            </a:r>
            <a:r>
              <a:rPr lang="en-SE" dirty="0"/>
              <a:t>VT</a:t>
            </a:r>
            <a:endParaRPr lang="en-US" dirty="0"/>
          </a:p>
        </p:txBody>
      </p:sp>
      <p:sp>
        <p:nvSpPr>
          <p:cNvPr id="3" name="Content Placeholder 2">
            <a:extLst>
              <a:ext uri="{FF2B5EF4-FFF2-40B4-BE49-F238E27FC236}">
                <a16:creationId xmlns:a16="http://schemas.microsoft.com/office/drawing/2014/main" id="{6C9072EE-61EB-2A4E-ACF6-91550C4334A3}"/>
              </a:ext>
            </a:extLst>
          </p:cNvPr>
          <p:cNvSpPr>
            <a:spLocks noGrp="1"/>
          </p:cNvSpPr>
          <p:nvPr>
            <p:ph idx="1"/>
          </p:nvPr>
        </p:nvSpPr>
        <p:spPr>
          <a:xfrm>
            <a:off x="7238999" y="1825625"/>
            <a:ext cx="4114800" cy="4351338"/>
          </a:xfrm>
        </p:spPr>
        <p:txBody>
          <a:bodyPr>
            <a:normAutofit/>
          </a:bodyPr>
          <a:lstStyle/>
          <a:p>
            <a:r>
              <a:rPr lang="en-US" dirty="0"/>
              <a:t>Sensitive instructions are removed by rewriting the code</a:t>
            </a:r>
          </a:p>
          <a:p>
            <a:r>
              <a:rPr lang="en-US" dirty="0"/>
              <a:t>Before executing each </a:t>
            </a:r>
            <a:r>
              <a:rPr lang="en-US" b="1" dirty="0"/>
              <a:t>basic block </a:t>
            </a:r>
            <a:r>
              <a:rPr lang="en-US" dirty="0"/>
              <a:t>(a straight sequence of instructions that ends with a branch), the hypervisor scans the block and replaces sensitive instructions</a:t>
            </a:r>
          </a:p>
        </p:txBody>
      </p:sp>
      <p:sp>
        <p:nvSpPr>
          <p:cNvPr id="4" name="Date Placeholder 3">
            <a:extLst>
              <a:ext uri="{FF2B5EF4-FFF2-40B4-BE49-F238E27FC236}">
                <a16:creationId xmlns:a16="http://schemas.microsoft.com/office/drawing/2014/main" id="{FA254024-586D-C940-A548-07AD8CB9B5A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722B9667-4908-0049-8820-35C9DE6ED4E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804712F9-A076-4943-A040-A131159B76DF}"/>
              </a:ext>
            </a:extLst>
          </p:cNvPr>
          <p:cNvSpPr>
            <a:spLocks noGrp="1"/>
          </p:cNvSpPr>
          <p:nvPr>
            <p:ph type="sldNum" sz="quarter" idx="12"/>
          </p:nvPr>
        </p:nvSpPr>
        <p:spPr/>
        <p:txBody>
          <a:bodyPr/>
          <a:lstStyle/>
          <a:p>
            <a:fld id="{C92894D7-1DF0-2544-A605-B97A2B84F4F8}" type="slidenum">
              <a:rPr lang="en-SE" smtClean="0"/>
              <a:t>17</a:t>
            </a:fld>
            <a:endParaRPr lang="en-SE"/>
          </a:p>
        </p:txBody>
      </p:sp>
      <p:pic>
        <p:nvPicPr>
          <p:cNvPr id="7" name="Picture 2">
            <a:extLst>
              <a:ext uri="{FF2B5EF4-FFF2-40B4-BE49-F238E27FC236}">
                <a16:creationId xmlns:a16="http://schemas.microsoft.com/office/drawing/2014/main" id="{64F94332-9B2B-024A-8001-D25836D22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57" y="2551759"/>
            <a:ext cx="6412188" cy="2721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6908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300D-CE82-1E4C-85EE-A233CC464297}"/>
              </a:ext>
            </a:extLst>
          </p:cNvPr>
          <p:cNvSpPr>
            <a:spLocks noGrp="1"/>
          </p:cNvSpPr>
          <p:nvPr>
            <p:ph type="title"/>
          </p:nvPr>
        </p:nvSpPr>
        <p:spPr/>
        <p:txBody>
          <a:bodyPr/>
          <a:lstStyle/>
          <a:p>
            <a:r>
              <a:rPr lang="en-US" dirty="0"/>
              <a:t>The cost of virtualization</a:t>
            </a:r>
          </a:p>
        </p:txBody>
      </p:sp>
      <p:sp>
        <p:nvSpPr>
          <p:cNvPr id="3" name="Content Placeholder 2">
            <a:extLst>
              <a:ext uri="{FF2B5EF4-FFF2-40B4-BE49-F238E27FC236}">
                <a16:creationId xmlns:a16="http://schemas.microsoft.com/office/drawing/2014/main" id="{12C96E2A-D64B-1640-8871-6AE8F18C48DB}"/>
              </a:ext>
            </a:extLst>
          </p:cNvPr>
          <p:cNvSpPr>
            <a:spLocks noGrp="1"/>
          </p:cNvSpPr>
          <p:nvPr>
            <p:ph idx="1"/>
          </p:nvPr>
        </p:nvSpPr>
        <p:spPr/>
        <p:txBody>
          <a:bodyPr/>
          <a:lstStyle/>
          <a:p>
            <a:r>
              <a:rPr lang="en-US" dirty="0"/>
              <a:t>Traps are expensive</a:t>
            </a:r>
          </a:p>
          <a:p>
            <a:r>
              <a:rPr lang="en-US" dirty="0"/>
              <a:t>Because of that, sometimes VT + trap-and-emulate performs worst than binary translation</a:t>
            </a:r>
          </a:p>
          <a:p>
            <a:r>
              <a:rPr lang="en-US" dirty="0"/>
              <a:t>In fact, some hypervisor might use binary translation even for privileged instructions</a:t>
            </a:r>
          </a:p>
          <a:p>
            <a:r>
              <a:rPr lang="en-US" dirty="0"/>
              <a:t>A small example: Suppose you want to disable interrupts for a while</a:t>
            </a:r>
          </a:p>
          <a:p>
            <a:pPr lvl="1"/>
            <a:r>
              <a:rPr lang="en-US" dirty="0"/>
              <a:t>VT: set registers in the hardware</a:t>
            </a:r>
          </a:p>
          <a:p>
            <a:pPr lvl="1"/>
            <a:r>
              <a:rPr lang="en-US" dirty="0"/>
              <a:t>Binary translation: rewrite code with an extra if statement </a:t>
            </a:r>
          </a:p>
        </p:txBody>
      </p:sp>
      <p:sp>
        <p:nvSpPr>
          <p:cNvPr id="4" name="Date Placeholder 3">
            <a:extLst>
              <a:ext uri="{FF2B5EF4-FFF2-40B4-BE49-F238E27FC236}">
                <a16:creationId xmlns:a16="http://schemas.microsoft.com/office/drawing/2014/main" id="{A9B27FA5-BC27-F948-88E3-DE1BEBDE53C4}"/>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0BE09D0A-D08B-9F4F-ADFB-A44658EB4369}"/>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453F8311-D365-3046-853E-E0162A9A2200}"/>
              </a:ext>
            </a:extLst>
          </p:cNvPr>
          <p:cNvSpPr>
            <a:spLocks noGrp="1"/>
          </p:cNvSpPr>
          <p:nvPr>
            <p:ph type="sldNum" sz="quarter" idx="12"/>
          </p:nvPr>
        </p:nvSpPr>
        <p:spPr/>
        <p:txBody>
          <a:bodyPr/>
          <a:lstStyle/>
          <a:p>
            <a:fld id="{C92894D7-1DF0-2544-A605-B97A2B84F4F8}" type="slidenum">
              <a:rPr lang="en-SE" smtClean="0"/>
              <a:t>18</a:t>
            </a:fld>
            <a:endParaRPr lang="en-SE"/>
          </a:p>
        </p:txBody>
      </p:sp>
    </p:spTree>
    <p:extLst>
      <p:ext uri="{BB962C8B-B14F-4D97-AF65-F5344CB8AC3E}">
        <p14:creationId xmlns:p14="http://schemas.microsoft.com/office/powerpoint/2010/main" val="2299793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19</a:t>
            </a:fld>
            <a:endParaRPr lang="en-SE"/>
          </a:p>
        </p:txBody>
      </p:sp>
    </p:spTree>
    <p:extLst>
      <p:ext uri="{BB962C8B-B14F-4D97-AF65-F5344CB8AC3E}">
        <p14:creationId xmlns:p14="http://schemas.microsoft.com/office/powerpoint/2010/main" val="2394047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7CA5-0C3F-FF48-8905-106A459536D4}"/>
              </a:ext>
            </a:extLst>
          </p:cNvPr>
          <p:cNvSpPr>
            <a:spLocks noGrp="1"/>
          </p:cNvSpPr>
          <p:nvPr>
            <p:ph type="title"/>
          </p:nvPr>
        </p:nvSpPr>
        <p:spPr/>
        <p:txBody>
          <a:bodyPr/>
          <a:lstStyle/>
          <a:p>
            <a:r>
              <a:rPr lang="en-US" dirty="0"/>
              <a:t>Why do we need to virtualize memory too?</a:t>
            </a:r>
          </a:p>
        </p:txBody>
      </p:sp>
      <p:sp>
        <p:nvSpPr>
          <p:cNvPr id="4" name="Date Placeholder 3">
            <a:extLst>
              <a:ext uri="{FF2B5EF4-FFF2-40B4-BE49-F238E27FC236}">
                <a16:creationId xmlns:a16="http://schemas.microsoft.com/office/drawing/2014/main" id="{09FC6BA6-05AE-2340-9E80-9F315C9095C2}"/>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A539990F-0453-B24E-95AF-3A928DA7E282}"/>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15AA91B-2AB0-7447-A699-20AC50BB5417}"/>
              </a:ext>
            </a:extLst>
          </p:cNvPr>
          <p:cNvSpPr>
            <a:spLocks noGrp="1"/>
          </p:cNvSpPr>
          <p:nvPr>
            <p:ph type="sldNum" sz="quarter" idx="12"/>
          </p:nvPr>
        </p:nvSpPr>
        <p:spPr/>
        <p:txBody>
          <a:bodyPr/>
          <a:lstStyle/>
          <a:p>
            <a:fld id="{C92894D7-1DF0-2544-A605-B97A2B84F4F8}" type="slidenum">
              <a:rPr lang="en-SE" smtClean="0"/>
              <a:t>20</a:t>
            </a:fld>
            <a:endParaRPr lang="en-SE"/>
          </a:p>
        </p:txBody>
      </p:sp>
      <p:grpSp>
        <p:nvGrpSpPr>
          <p:cNvPr id="14" name="Group 13">
            <a:extLst>
              <a:ext uri="{FF2B5EF4-FFF2-40B4-BE49-F238E27FC236}">
                <a16:creationId xmlns:a16="http://schemas.microsoft.com/office/drawing/2014/main" id="{D5968383-D4D1-5246-B617-5595663C1EEE}"/>
              </a:ext>
            </a:extLst>
          </p:cNvPr>
          <p:cNvGrpSpPr/>
          <p:nvPr/>
        </p:nvGrpSpPr>
        <p:grpSpPr>
          <a:xfrm>
            <a:off x="7047343" y="2504661"/>
            <a:ext cx="3412672" cy="1227611"/>
            <a:chOff x="6171689" y="4066719"/>
            <a:chExt cx="3412672" cy="1227611"/>
          </a:xfrm>
        </p:grpSpPr>
        <p:pic>
          <p:nvPicPr>
            <p:cNvPr id="11" name="Picture 10" descr="Graphical user interface&#10;&#10;Description automatically generated">
              <a:extLst>
                <a:ext uri="{FF2B5EF4-FFF2-40B4-BE49-F238E27FC236}">
                  <a16:creationId xmlns:a16="http://schemas.microsoft.com/office/drawing/2014/main" id="{AAE4300C-EF99-B449-BEC8-1D3B84737B5A}"/>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88433"/>
            <a:stretch/>
          </p:blipFill>
          <p:spPr>
            <a:xfrm>
              <a:off x="7035761" y="4734322"/>
              <a:ext cx="1465523" cy="396622"/>
            </a:xfrm>
            <a:prstGeom prst="rect">
              <a:avLst/>
            </a:prstGeom>
          </p:spPr>
        </p:pic>
        <p:sp>
          <p:nvSpPr>
            <p:cNvPr id="12" name="Rectangle 11">
              <a:extLst>
                <a:ext uri="{FF2B5EF4-FFF2-40B4-BE49-F238E27FC236}">
                  <a16:creationId xmlns:a16="http://schemas.microsoft.com/office/drawing/2014/main" id="{9B6576F2-1664-5A48-A0E8-A0A6EF2FD630}"/>
                </a:ext>
              </a:extLst>
            </p:cNvPr>
            <p:cNvSpPr/>
            <p:nvPr/>
          </p:nvSpPr>
          <p:spPr>
            <a:xfrm rot="19350854">
              <a:off x="8375829" y="4967558"/>
              <a:ext cx="460375" cy="3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Rectangle 12">
              <a:extLst>
                <a:ext uri="{FF2B5EF4-FFF2-40B4-BE49-F238E27FC236}">
                  <a16:creationId xmlns:a16="http://schemas.microsoft.com/office/drawing/2014/main" id="{47AE0577-5AB1-D540-AE7F-0BAA3861D034}"/>
                </a:ext>
              </a:extLst>
            </p:cNvPr>
            <p:cNvSpPr/>
            <p:nvPr/>
          </p:nvSpPr>
          <p:spPr>
            <a:xfrm>
              <a:off x="6171689" y="4066719"/>
              <a:ext cx="3412672" cy="604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Hypervisor / </a:t>
              </a:r>
              <a:br>
                <a:rPr lang="en-SE" dirty="0"/>
              </a:br>
              <a:r>
                <a:rPr lang="en-SE" dirty="0"/>
                <a:t>Virtual Machine Monitor (VMM)</a:t>
              </a:r>
            </a:p>
          </p:txBody>
        </p:sp>
      </p:grpSp>
      <p:pic>
        <p:nvPicPr>
          <p:cNvPr id="10" name="Picture 1030">
            <a:extLst>
              <a:ext uri="{FF2B5EF4-FFF2-40B4-BE49-F238E27FC236}">
                <a16:creationId xmlns:a16="http://schemas.microsoft.com/office/drawing/2014/main" id="{BEFAB925-45EB-DC47-875E-23B1BE2603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02"/>
          <a:stretch/>
        </p:blipFill>
        <p:spPr bwMode="auto">
          <a:xfrm>
            <a:off x="9430719" y="3284528"/>
            <a:ext cx="662608" cy="173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Group 20">
            <a:extLst>
              <a:ext uri="{FF2B5EF4-FFF2-40B4-BE49-F238E27FC236}">
                <a16:creationId xmlns:a16="http://schemas.microsoft.com/office/drawing/2014/main" id="{AF260B95-D074-CF48-8B73-A23FA518E1EB}"/>
              </a:ext>
            </a:extLst>
          </p:cNvPr>
          <p:cNvGrpSpPr/>
          <p:nvPr/>
        </p:nvGrpSpPr>
        <p:grpSpPr>
          <a:xfrm>
            <a:off x="1950203" y="4097363"/>
            <a:ext cx="3262393" cy="1844298"/>
            <a:chOff x="3874576" y="3919294"/>
            <a:chExt cx="3262393" cy="1844298"/>
          </a:xfrm>
        </p:grpSpPr>
        <p:sp>
          <p:nvSpPr>
            <p:cNvPr id="20" name="Rectangle 19">
              <a:extLst>
                <a:ext uri="{FF2B5EF4-FFF2-40B4-BE49-F238E27FC236}">
                  <a16:creationId xmlns:a16="http://schemas.microsoft.com/office/drawing/2014/main" id="{8DBB935B-1857-AC42-B224-86A82F6A6112}"/>
                </a:ext>
              </a:extLst>
            </p:cNvPr>
            <p:cNvSpPr/>
            <p:nvPr/>
          </p:nvSpPr>
          <p:spPr>
            <a:xfrm>
              <a:off x="3874576" y="3919294"/>
              <a:ext cx="3262393" cy="1844298"/>
            </a:xfrm>
            <a:prstGeom prst="rect">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030">
              <a:extLst>
                <a:ext uri="{FF2B5EF4-FFF2-40B4-BE49-F238E27FC236}">
                  <a16:creationId xmlns:a16="http://schemas.microsoft.com/office/drawing/2014/main" id="{B1DD81DA-E278-EF4C-9F2E-760F60D3E6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39" r="37096" b="34722"/>
            <a:stretch/>
          </p:blipFill>
          <p:spPr bwMode="auto">
            <a:xfrm>
              <a:off x="4050933" y="4012658"/>
              <a:ext cx="1871647" cy="165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Logo, icon&#10;&#10;Description automatically generated">
              <a:extLst>
                <a:ext uri="{FF2B5EF4-FFF2-40B4-BE49-F238E27FC236}">
                  <a16:creationId xmlns:a16="http://schemas.microsoft.com/office/drawing/2014/main" id="{0A99F131-9396-AC46-9500-0876FF5AAA5F}"/>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253837" y="4481377"/>
              <a:ext cx="720133" cy="720133"/>
            </a:xfrm>
            <a:prstGeom prst="rect">
              <a:avLst/>
            </a:prstGeom>
          </p:spPr>
        </p:pic>
      </p:grpSp>
      <p:grpSp>
        <p:nvGrpSpPr>
          <p:cNvPr id="22" name="Group 21">
            <a:extLst>
              <a:ext uri="{FF2B5EF4-FFF2-40B4-BE49-F238E27FC236}">
                <a16:creationId xmlns:a16="http://schemas.microsoft.com/office/drawing/2014/main" id="{861E95B5-5FBE-C44E-9C20-F033B7EFB0D3}"/>
              </a:ext>
            </a:extLst>
          </p:cNvPr>
          <p:cNvGrpSpPr/>
          <p:nvPr/>
        </p:nvGrpSpPr>
        <p:grpSpPr>
          <a:xfrm>
            <a:off x="1950203" y="1871981"/>
            <a:ext cx="3262393" cy="1844298"/>
            <a:chOff x="3874576" y="3919294"/>
            <a:chExt cx="3262393" cy="1844298"/>
          </a:xfrm>
        </p:grpSpPr>
        <p:sp>
          <p:nvSpPr>
            <p:cNvPr id="23" name="Rectangle 22">
              <a:extLst>
                <a:ext uri="{FF2B5EF4-FFF2-40B4-BE49-F238E27FC236}">
                  <a16:creationId xmlns:a16="http://schemas.microsoft.com/office/drawing/2014/main" id="{9012E0C4-06FD-9F4E-A3A7-592678E07928}"/>
                </a:ext>
              </a:extLst>
            </p:cNvPr>
            <p:cNvSpPr/>
            <p:nvPr/>
          </p:nvSpPr>
          <p:spPr>
            <a:xfrm>
              <a:off x="3874576" y="3919294"/>
              <a:ext cx="3262393" cy="1844298"/>
            </a:xfrm>
            <a:prstGeom prst="rect">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030">
              <a:extLst>
                <a:ext uri="{FF2B5EF4-FFF2-40B4-BE49-F238E27FC236}">
                  <a16:creationId xmlns:a16="http://schemas.microsoft.com/office/drawing/2014/main" id="{4E404D70-97A4-7C40-BD69-5597175413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39" r="37096" b="34722"/>
            <a:stretch/>
          </p:blipFill>
          <p:spPr bwMode="auto">
            <a:xfrm>
              <a:off x="4050933" y="4012658"/>
              <a:ext cx="1871647" cy="165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Logo, icon&#10;&#10;Description automatically generated">
              <a:extLst>
                <a:ext uri="{FF2B5EF4-FFF2-40B4-BE49-F238E27FC236}">
                  <a16:creationId xmlns:a16="http://schemas.microsoft.com/office/drawing/2014/main" id="{F7A09F67-2B98-9447-8D64-589C72D99F8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253837" y="4481377"/>
              <a:ext cx="720133" cy="720133"/>
            </a:xfrm>
            <a:prstGeom prst="rect">
              <a:avLst/>
            </a:prstGeom>
          </p:spPr>
        </p:pic>
      </p:grpSp>
      <p:sp>
        <p:nvSpPr>
          <p:cNvPr id="26" name="TextBox 25">
            <a:extLst>
              <a:ext uri="{FF2B5EF4-FFF2-40B4-BE49-F238E27FC236}">
                <a16:creationId xmlns:a16="http://schemas.microsoft.com/office/drawing/2014/main" id="{30D8A840-B737-AC47-82DD-0717EB4B44F1}"/>
              </a:ext>
            </a:extLst>
          </p:cNvPr>
          <p:cNvSpPr txBox="1"/>
          <p:nvPr/>
        </p:nvSpPr>
        <p:spPr>
          <a:xfrm>
            <a:off x="5212596" y="1871879"/>
            <a:ext cx="662609" cy="369332"/>
          </a:xfrm>
          <a:prstGeom prst="rect">
            <a:avLst/>
          </a:prstGeom>
          <a:noFill/>
        </p:spPr>
        <p:txBody>
          <a:bodyPr wrap="square" rtlCol="0">
            <a:spAutoFit/>
          </a:bodyPr>
          <a:lstStyle/>
          <a:p>
            <a:r>
              <a:rPr lang="en-SE" dirty="0"/>
              <a:t>VM1</a:t>
            </a:r>
          </a:p>
        </p:txBody>
      </p:sp>
      <p:sp>
        <p:nvSpPr>
          <p:cNvPr id="27" name="TextBox 26">
            <a:extLst>
              <a:ext uri="{FF2B5EF4-FFF2-40B4-BE49-F238E27FC236}">
                <a16:creationId xmlns:a16="http://schemas.microsoft.com/office/drawing/2014/main" id="{5E717D03-A28F-1344-88C7-AA3AE20CE912}"/>
              </a:ext>
            </a:extLst>
          </p:cNvPr>
          <p:cNvSpPr txBox="1"/>
          <p:nvPr/>
        </p:nvSpPr>
        <p:spPr>
          <a:xfrm>
            <a:off x="5212596" y="4103173"/>
            <a:ext cx="662609" cy="369332"/>
          </a:xfrm>
          <a:prstGeom prst="rect">
            <a:avLst/>
          </a:prstGeom>
          <a:noFill/>
        </p:spPr>
        <p:txBody>
          <a:bodyPr wrap="square" rtlCol="0">
            <a:spAutoFit/>
          </a:bodyPr>
          <a:lstStyle/>
          <a:p>
            <a:r>
              <a:rPr lang="en-SE" dirty="0"/>
              <a:t>VM2</a:t>
            </a:r>
          </a:p>
        </p:txBody>
      </p:sp>
      <p:cxnSp>
        <p:nvCxnSpPr>
          <p:cNvPr id="29" name="Straight Connector 28">
            <a:extLst>
              <a:ext uri="{FF2B5EF4-FFF2-40B4-BE49-F238E27FC236}">
                <a16:creationId xmlns:a16="http://schemas.microsoft.com/office/drawing/2014/main" id="{A091E1C0-C8EB-1446-81C9-3D39184B523D}"/>
              </a:ext>
            </a:extLst>
          </p:cNvPr>
          <p:cNvCxnSpPr>
            <a:stCxn id="23" idx="3"/>
            <a:endCxn id="13" idx="1"/>
          </p:cNvCxnSpPr>
          <p:nvPr/>
        </p:nvCxnSpPr>
        <p:spPr>
          <a:xfrm>
            <a:off x="5212596" y="2794130"/>
            <a:ext cx="1834747" cy="126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CC5AA8-66B1-7642-9B24-622AC9B8D5D5}"/>
              </a:ext>
            </a:extLst>
          </p:cNvPr>
          <p:cNvCxnSpPr>
            <a:cxnSpLocks/>
            <a:stCxn id="20" idx="3"/>
            <a:endCxn id="13" idx="1"/>
          </p:cNvCxnSpPr>
          <p:nvPr/>
        </p:nvCxnSpPr>
        <p:spPr>
          <a:xfrm flipV="1">
            <a:off x="5212596" y="2806740"/>
            <a:ext cx="1834747" cy="2212772"/>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Picture 33" descr="alternate history - Stunting Technological Growth After ...">
            <a:extLst>
              <a:ext uri="{FF2B5EF4-FFF2-40B4-BE49-F238E27FC236}">
                <a16:creationId xmlns:a16="http://schemas.microsoft.com/office/drawing/2014/main" id="{EE98E10D-32A4-6445-A98F-E70C0047DD6B}"/>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7907956" y="3749960"/>
            <a:ext cx="1405287" cy="822492"/>
          </a:xfrm>
          <a:prstGeom prst="rect">
            <a:avLst/>
          </a:prstGeom>
        </p:spPr>
      </p:pic>
    </p:spTree>
    <p:extLst>
      <p:ext uri="{BB962C8B-B14F-4D97-AF65-F5344CB8AC3E}">
        <p14:creationId xmlns:p14="http://schemas.microsoft.com/office/powerpoint/2010/main" val="3692251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72D4-9737-6D48-AFA2-AD3A3BC82E31}"/>
              </a:ext>
            </a:extLst>
          </p:cNvPr>
          <p:cNvSpPr>
            <a:spLocks noGrp="1"/>
          </p:cNvSpPr>
          <p:nvPr>
            <p:ph type="title"/>
          </p:nvPr>
        </p:nvSpPr>
        <p:spPr/>
        <p:txBody>
          <a:bodyPr/>
          <a:lstStyle/>
          <a:p>
            <a:r>
              <a:rPr lang="en-US" dirty="0"/>
              <a:t>Shadow page table</a:t>
            </a:r>
          </a:p>
        </p:txBody>
      </p:sp>
      <p:sp>
        <p:nvSpPr>
          <p:cNvPr id="3" name="Content Placeholder 2">
            <a:extLst>
              <a:ext uri="{FF2B5EF4-FFF2-40B4-BE49-F238E27FC236}">
                <a16:creationId xmlns:a16="http://schemas.microsoft.com/office/drawing/2014/main" id="{3BB8AA3F-C941-1747-92F5-B1C6EE298494}"/>
              </a:ext>
            </a:extLst>
          </p:cNvPr>
          <p:cNvSpPr>
            <a:spLocks noGrp="1"/>
          </p:cNvSpPr>
          <p:nvPr>
            <p:ph idx="1"/>
          </p:nvPr>
        </p:nvSpPr>
        <p:spPr/>
        <p:txBody>
          <a:bodyPr/>
          <a:lstStyle/>
          <a:p>
            <a:r>
              <a:rPr lang="en-US" dirty="0"/>
              <a:t>The hypervisor maintains a </a:t>
            </a:r>
            <a:r>
              <a:rPr lang="en-US" b="1" dirty="0"/>
              <a:t>shadow page table</a:t>
            </a:r>
            <a:r>
              <a:rPr lang="en-US" dirty="0"/>
              <a:t>, to translate each VM’s believed “frame” into the real physical frame</a:t>
            </a:r>
          </a:p>
          <a:p>
            <a:r>
              <a:rPr lang="en-US" dirty="0"/>
              <a:t>It is complicated, though:</a:t>
            </a:r>
          </a:p>
          <a:p>
            <a:pPr lvl="1"/>
            <a:r>
              <a:rPr lang="en-US" dirty="0"/>
              <a:t>Guest OS page tables and the Hypervisor shadow page table must always be in synch,</a:t>
            </a:r>
          </a:p>
          <a:p>
            <a:pPr lvl="1"/>
            <a:r>
              <a:rPr lang="en-US" dirty="0"/>
              <a:t>But the OS can change its page table by simply writing to memory…</a:t>
            </a:r>
          </a:p>
          <a:p>
            <a:pPr lvl="1"/>
            <a:r>
              <a:rPr lang="en-US" dirty="0"/>
              <a:t>So, how does the Hypervisor detect a change?</a:t>
            </a:r>
          </a:p>
          <a:p>
            <a:pPr lvl="2"/>
            <a:r>
              <a:rPr lang="en-US" dirty="0"/>
              <a:t>Option 1: mark as read-only the VM pages that contain the page table</a:t>
            </a:r>
          </a:p>
          <a:p>
            <a:pPr lvl="2"/>
            <a:r>
              <a:rPr lang="en-US" dirty="0"/>
              <a:t>Option 2: do nothing and wait for page faults to happen</a:t>
            </a:r>
          </a:p>
          <a:p>
            <a:pPr lvl="3"/>
            <a:r>
              <a:rPr lang="en-US" dirty="0"/>
              <a:t>but this requires extra care of mappings that are removed by the guest OS, because those do not generate page-faults</a:t>
            </a:r>
          </a:p>
        </p:txBody>
      </p:sp>
      <p:sp>
        <p:nvSpPr>
          <p:cNvPr id="4" name="Date Placeholder 3">
            <a:extLst>
              <a:ext uri="{FF2B5EF4-FFF2-40B4-BE49-F238E27FC236}">
                <a16:creationId xmlns:a16="http://schemas.microsoft.com/office/drawing/2014/main" id="{9265578D-278D-7F43-96AF-E2BBE5F2DF0D}"/>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4E28E405-8094-2B4B-B9B6-E1EC89FA62F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D806491-666E-544C-B009-6FDF4846C1A4}"/>
              </a:ext>
            </a:extLst>
          </p:cNvPr>
          <p:cNvSpPr>
            <a:spLocks noGrp="1"/>
          </p:cNvSpPr>
          <p:nvPr>
            <p:ph type="sldNum" sz="quarter" idx="12"/>
          </p:nvPr>
        </p:nvSpPr>
        <p:spPr/>
        <p:txBody>
          <a:bodyPr/>
          <a:lstStyle/>
          <a:p>
            <a:fld id="{C92894D7-1DF0-2544-A605-B97A2B84F4F8}" type="slidenum">
              <a:rPr lang="en-SE" smtClean="0"/>
              <a:t>21</a:t>
            </a:fld>
            <a:endParaRPr lang="en-SE"/>
          </a:p>
        </p:txBody>
      </p:sp>
    </p:spTree>
    <p:extLst>
      <p:ext uri="{BB962C8B-B14F-4D97-AF65-F5344CB8AC3E}">
        <p14:creationId xmlns:p14="http://schemas.microsoft.com/office/powerpoint/2010/main" val="87998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9DB7-610C-984F-AC09-189DD8D2B5E3}"/>
              </a:ext>
            </a:extLst>
          </p:cNvPr>
          <p:cNvSpPr>
            <a:spLocks noGrp="1"/>
          </p:cNvSpPr>
          <p:nvPr>
            <p:ph type="title"/>
          </p:nvPr>
        </p:nvSpPr>
        <p:spPr/>
        <p:txBody>
          <a:bodyPr/>
          <a:lstStyle/>
          <a:p>
            <a:r>
              <a:rPr lang="en-US" dirty="0"/>
              <a:t>Page faults</a:t>
            </a:r>
          </a:p>
        </p:txBody>
      </p:sp>
      <p:sp>
        <p:nvSpPr>
          <p:cNvPr id="3" name="Content Placeholder 2">
            <a:extLst>
              <a:ext uri="{FF2B5EF4-FFF2-40B4-BE49-F238E27FC236}">
                <a16:creationId xmlns:a16="http://schemas.microsoft.com/office/drawing/2014/main" id="{DEFE7AE2-210B-3840-902C-AC15F59BE69F}"/>
              </a:ext>
            </a:extLst>
          </p:cNvPr>
          <p:cNvSpPr>
            <a:spLocks noGrp="1"/>
          </p:cNvSpPr>
          <p:nvPr>
            <p:ph idx="1"/>
          </p:nvPr>
        </p:nvSpPr>
        <p:spPr/>
        <p:txBody>
          <a:bodyPr/>
          <a:lstStyle/>
          <a:p>
            <a:r>
              <a:rPr lang="en-US" dirty="0"/>
              <a:t>Guest-induced page faults</a:t>
            </a:r>
          </a:p>
          <a:p>
            <a:pPr lvl="1"/>
            <a:r>
              <a:rPr lang="en-US" dirty="0"/>
              <a:t>This are detected by the hypervisor</a:t>
            </a:r>
          </a:p>
          <a:p>
            <a:pPr lvl="1"/>
            <a:r>
              <a:rPr lang="en-US" dirty="0"/>
              <a:t>But need to be reinjected to the guest OS</a:t>
            </a:r>
          </a:p>
          <a:p>
            <a:pPr lvl="2"/>
            <a:r>
              <a:rPr lang="en-US" dirty="0"/>
              <a:t>Example: OS trying to access a page that has been swapped out of RAM</a:t>
            </a:r>
          </a:p>
          <a:p>
            <a:r>
              <a:rPr lang="en-US" dirty="0"/>
              <a:t>Hypervisor-induced page faults</a:t>
            </a:r>
          </a:p>
          <a:p>
            <a:pPr lvl="1"/>
            <a:r>
              <a:rPr lang="en-US" dirty="0"/>
              <a:t>Used to keep the shadow page table in synch with the guest OS page table</a:t>
            </a:r>
          </a:p>
          <a:p>
            <a:pPr lvl="1"/>
            <a:endParaRPr lang="en-US" dirty="0"/>
          </a:p>
          <a:p>
            <a:r>
              <a:rPr lang="en-US" dirty="0"/>
              <a:t>When a page faults results in the hypervisor gaining control, we use the term </a:t>
            </a:r>
            <a:r>
              <a:rPr lang="en-US" b="1" dirty="0"/>
              <a:t>VM exit</a:t>
            </a:r>
          </a:p>
        </p:txBody>
      </p:sp>
      <p:sp>
        <p:nvSpPr>
          <p:cNvPr id="4" name="Date Placeholder 3">
            <a:extLst>
              <a:ext uri="{FF2B5EF4-FFF2-40B4-BE49-F238E27FC236}">
                <a16:creationId xmlns:a16="http://schemas.microsoft.com/office/drawing/2014/main" id="{05B0CCC1-F231-6845-9263-1B0FCB811BDA}"/>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DE1D1F4-CE6F-F946-8CC1-AA8DE651390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C74D133-A571-7744-A896-47D8B7237196}"/>
              </a:ext>
            </a:extLst>
          </p:cNvPr>
          <p:cNvSpPr>
            <a:spLocks noGrp="1"/>
          </p:cNvSpPr>
          <p:nvPr>
            <p:ph type="sldNum" sz="quarter" idx="12"/>
          </p:nvPr>
        </p:nvSpPr>
        <p:spPr/>
        <p:txBody>
          <a:bodyPr/>
          <a:lstStyle/>
          <a:p>
            <a:fld id="{C92894D7-1DF0-2544-A605-B97A2B84F4F8}" type="slidenum">
              <a:rPr lang="en-SE" smtClean="0"/>
              <a:t>22</a:t>
            </a:fld>
            <a:endParaRPr lang="en-SE"/>
          </a:p>
        </p:txBody>
      </p:sp>
    </p:spTree>
    <p:extLst>
      <p:ext uri="{BB962C8B-B14F-4D97-AF65-F5344CB8AC3E}">
        <p14:creationId xmlns:p14="http://schemas.microsoft.com/office/powerpoint/2010/main" val="3880297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DB96-D230-1848-803F-BBFCEFFFA78A}"/>
              </a:ext>
            </a:extLst>
          </p:cNvPr>
          <p:cNvSpPr>
            <a:spLocks noGrp="1"/>
          </p:cNvSpPr>
          <p:nvPr>
            <p:ph type="title"/>
          </p:nvPr>
        </p:nvSpPr>
        <p:spPr/>
        <p:txBody>
          <a:bodyPr/>
          <a:lstStyle/>
          <a:p>
            <a:r>
              <a:rPr lang="en-US" dirty="0"/>
              <a:t>Reclaiming memory</a:t>
            </a:r>
          </a:p>
        </p:txBody>
      </p:sp>
      <p:sp>
        <p:nvSpPr>
          <p:cNvPr id="3" name="Content Placeholder 2">
            <a:extLst>
              <a:ext uri="{FF2B5EF4-FFF2-40B4-BE49-F238E27FC236}">
                <a16:creationId xmlns:a16="http://schemas.microsoft.com/office/drawing/2014/main" id="{4C9CCB86-020C-3348-817C-FEC43D9620CB}"/>
              </a:ext>
            </a:extLst>
          </p:cNvPr>
          <p:cNvSpPr>
            <a:spLocks noGrp="1"/>
          </p:cNvSpPr>
          <p:nvPr>
            <p:ph idx="1"/>
          </p:nvPr>
        </p:nvSpPr>
        <p:spPr/>
        <p:txBody>
          <a:bodyPr/>
          <a:lstStyle/>
          <a:p>
            <a:r>
              <a:rPr lang="en-US" dirty="0"/>
              <a:t>If the hypervisor “lies” to the guest OSes pretending it has way more frames it has, </a:t>
            </a:r>
          </a:p>
          <a:p>
            <a:r>
              <a:rPr lang="en-US" dirty="0"/>
              <a:t>and then needs to reclaim some of them from OS A and give them to OS B,</a:t>
            </a:r>
          </a:p>
          <a:p>
            <a:r>
              <a:rPr lang="en-US" dirty="0"/>
              <a:t>how can it do that?</a:t>
            </a:r>
          </a:p>
          <a:p>
            <a:endParaRPr lang="en-US" dirty="0"/>
          </a:p>
          <a:p>
            <a:r>
              <a:rPr lang="en-US" dirty="0"/>
              <a:t>If it simply takes them away, it needs to update the OS page tables, but, where are they? When can that be done safely?...</a:t>
            </a:r>
          </a:p>
        </p:txBody>
      </p:sp>
      <p:sp>
        <p:nvSpPr>
          <p:cNvPr id="4" name="Date Placeholder 3">
            <a:extLst>
              <a:ext uri="{FF2B5EF4-FFF2-40B4-BE49-F238E27FC236}">
                <a16:creationId xmlns:a16="http://schemas.microsoft.com/office/drawing/2014/main" id="{3636B5E8-9BE2-2F46-A483-F8C6F8D9E13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21C752A-C4CF-F543-BC0A-D70F5374C2A5}"/>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1391DE63-A2F1-EA43-B7A2-AE5AD9A3D35E}"/>
              </a:ext>
            </a:extLst>
          </p:cNvPr>
          <p:cNvSpPr>
            <a:spLocks noGrp="1"/>
          </p:cNvSpPr>
          <p:nvPr>
            <p:ph type="sldNum" sz="quarter" idx="12"/>
          </p:nvPr>
        </p:nvSpPr>
        <p:spPr/>
        <p:txBody>
          <a:bodyPr/>
          <a:lstStyle/>
          <a:p>
            <a:fld id="{C92894D7-1DF0-2544-A605-B97A2B84F4F8}" type="slidenum">
              <a:rPr lang="en-SE" smtClean="0"/>
              <a:t>23</a:t>
            </a:fld>
            <a:endParaRPr lang="en-SE"/>
          </a:p>
        </p:txBody>
      </p:sp>
    </p:spTree>
    <p:extLst>
      <p:ext uri="{BB962C8B-B14F-4D97-AF65-F5344CB8AC3E}">
        <p14:creationId xmlns:p14="http://schemas.microsoft.com/office/powerpoint/2010/main" val="3000868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CCB3-B83A-F941-9783-03B884AD02D5}"/>
              </a:ext>
            </a:extLst>
          </p:cNvPr>
          <p:cNvSpPr>
            <a:spLocks noGrp="1"/>
          </p:cNvSpPr>
          <p:nvPr>
            <p:ph type="title"/>
          </p:nvPr>
        </p:nvSpPr>
        <p:spPr/>
        <p:txBody>
          <a:bodyPr/>
          <a:lstStyle/>
          <a:p>
            <a:r>
              <a:rPr lang="en-US" dirty="0"/>
              <a:t>Ballooning</a:t>
            </a:r>
          </a:p>
        </p:txBody>
      </p:sp>
      <p:sp>
        <p:nvSpPr>
          <p:cNvPr id="3" name="Content Placeholder 2">
            <a:extLst>
              <a:ext uri="{FF2B5EF4-FFF2-40B4-BE49-F238E27FC236}">
                <a16:creationId xmlns:a16="http://schemas.microsoft.com/office/drawing/2014/main" id="{E6B0D8E5-8310-E740-9CD7-B22B46C64256}"/>
              </a:ext>
            </a:extLst>
          </p:cNvPr>
          <p:cNvSpPr>
            <a:spLocks noGrp="1"/>
          </p:cNvSpPr>
          <p:nvPr>
            <p:ph idx="1"/>
          </p:nvPr>
        </p:nvSpPr>
        <p:spPr/>
        <p:txBody>
          <a:bodyPr/>
          <a:lstStyle/>
          <a:p>
            <a:r>
              <a:rPr lang="en-US" dirty="0"/>
              <a:t>A small module is loaded in each VM (a balloon) as a pseudo device driver connected to the hypervisor</a:t>
            </a:r>
          </a:p>
          <a:p>
            <a:r>
              <a:rPr lang="en-US" dirty="0"/>
              <a:t>The hypervisor can inflate is requested space to force the guest OS in releasing pages from other processes and give them to this module</a:t>
            </a:r>
          </a:p>
          <a:p>
            <a:pPr lvl="1"/>
            <a:r>
              <a:rPr lang="en-US" dirty="0"/>
              <a:t>So that the hypervisor can then use them…</a:t>
            </a:r>
          </a:p>
        </p:txBody>
      </p:sp>
      <p:sp>
        <p:nvSpPr>
          <p:cNvPr id="4" name="Date Placeholder 3">
            <a:extLst>
              <a:ext uri="{FF2B5EF4-FFF2-40B4-BE49-F238E27FC236}">
                <a16:creationId xmlns:a16="http://schemas.microsoft.com/office/drawing/2014/main" id="{B5E853C3-73FA-FA48-AAC5-53FCDDF6C297}"/>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223A07B-B1B1-0A4E-8409-2E8A40F8AF3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CDD39AB4-30A8-8A4B-8687-66CF43C7C12B}"/>
              </a:ext>
            </a:extLst>
          </p:cNvPr>
          <p:cNvSpPr>
            <a:spLocks noGrp="1"/>
          </p:cNvSpPr>
          <p:nvPr>
            <p:ph type="sldNum" sz="quarter" idx="12"/>
          </p:nvPr>
        </p:nvSpPr>
        <p:spPr/>
        <p:txBody>
          <a:bodyPr/>
          <a:lstStyle/>
          <a:p>
            <a:fld id="{C92894D7-1DF0-2544-A605-B97A2B84F4F8}" type="slidenum">
              <a:rPr lang="en-SE" smtClean="0"/>
              <a:t>24</a:t>
            </a:fld>
            <a:endParaRPr lang="en-SE"/>
          </a:p>
        </p:txBody>
      </p:sp>
    </p:spTree>
    <p:extLst>
      <p:ext uri="{BB962C8B-B14F-4D97-AF65-F5344CB8AC3E}">
        <p14:creationId xmlns:p14="http://schemas.microsoft.com/office/powerpoint/2010/main" val="2008722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25</a:t>
            </a:fld>
            <a:endParaRPr lang="en-SE"/>
          </a:p>
        </p:txBody>
      </p:sp>
    </p:spTree>
    <p:extLst>
      <p:ext uri="{BB962C8B-B14F-4D97-AF65-F5344CB8AC3E}">
        <p14:creationId xmlns:p14="http://schemas.microsoft.com/office/powerpoint/2010/main" val="2307284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7476-8C7B-BF47-9526-2C6858B2121F}"/>
              </a:ext>
            </a:extLst>
          </p:cNvPr>
          <p:cNvSpPr>
            <a:spLocks noGrp="1"/>
          </p:cNvSpPr>
          <p:nvPr>
            <p:ph type="title"/>
          </p:nvPr>
        </p:nvSpPr>
        <p:spPr/>
        <p:txBody>
          <a:bodyPr/>
          <a:lstStyle/>
          <a:p>
            <a:r>
              <a:rPr lang="en-US" dirty="0"/>
              <a:t>I/O virtualization</a:t>
            </a:r>
          </a:p>
        </p:txBody>
      </p:sp>
      <p:sp>
        <p:nvSpPr>
          <p:cNvPr id="3" name="Content Placeholder 2">
            <a:extLst>
              <a:ext uri="{FF2B5EF4-FFF2-40B4-BE49-F238E27FC236}">
                <a16:creationId xmlns:a16="http://schemas.microsoft.com/office/drawing/2014/main" id="{B3177828-73D8-EC46-BEF2-B00D744B237A}"/>
              </a:ext>
            </a:extLst>
          </p:cNvPr>
          <p:cNvSpPr>
            <a:spLocks noGrp="1"/>
          </p:cNvSpPr>
          <p:nvPr>
            <p:ph idx="1"/>
          </p:nvPr>
        </p:nvSpPr>
        <p:spPr/>
        <p:txBody>
          <a:bodyPr/>
          <a:lstStyle/>
          <a:p>
            <a:r>
              <a:rPr lang="en-US" dirty="0"/>
              <a:t>The hypervisor probes devices at startup and</a:t>
            </a:r>
          </a:p>
          <a:p>
            <a:r>
              <a:rPr lang="en-US" dirty="0"/>
              <a:t>reports them to the guest OSes.</a:t>
            </a:r>
          </a:p>
          <a:p>
            <a:r>
              <a:rPr lang="en-US" dirty="0"/>
              <a:t>When the latter try to use them,</a:t>
            </a:r>
          </a:p>
          <a:p>
            <a:r>
              <a:rPr lang="en-US" dirty="0"/>
              <a:t>they will interrupt and the hypervisor can intervene</a:t>
            </a:r>
          </a:p>
          <a:p>
            <a:r>
              <a:rPr lang="en-US" dirty="0"/>
              <a:t>BUT: each OS cannot really hold the entire device (e.g., a disk)</a:t>
            </a:r>
          </a:p>
          <a:p>
            <a:r>
              <a:rPr lang="en-US" dirty="0"/>
              <a:t>Possible solutions</a:t>
            </a:r>
          </a:p>
          <a:p>
            <a:pPr lvl="1"/>
            <a:r>
              <a:rPr lang="en-US" dirty="0"/>
              <a:t>Emulate a disk by means of a file managed by the Hypervisor</a:t>
            </a:r>
          </a:p>
          <a:p>
            <a:pPr lvl="1"/>
            <a:r>
              <a:rPr lang="en-US" dirty="0"/>
              <a:t>Emulate network by having the Hypervisor actually behaving as a switch</a:t>
            </a:r>
          </a:p>
        </p:txBody>
      </p:sp>
      <p:sp>
        <p:nvSpPr>
          <p:cNvPr id="4" name="Date Placeholder 3">
            <a:extLst>
              <a:ext uri="{FF2B5EF4-FFF2-40B4-BE49-F238E27FC236}">
                <a16:creationId xmlns:a16="http://schemas.microsoft.com/office/drawing/2014/main" id="{6506D7FA-060A-8F46-BD1F-EBDF48CB1CFB}"/>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EECA5BC5-1104-F446-B861-833CDCEFB569}"/>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4A4228B-1EBA-3C46-8E63-39FA2B59ABA1}"/>
              </a:ext>
            </a:extLst>
          </p:cNvPr>
          <p:cNvSpPr>
            <a:spLocks noGrp="1"/>
          </p:cNvSpPr>
          <p:nvPr>
            <p:ph type="sldNum" sz="quarter" idx="12"/>
          </p:nvPr>
        </p:nvSpPr>
        <p:spPr/>
        <p:txBody>
          <a:bodyPr/>
          <a:lstStyle/>
          <a:p>
            <a:fld id="{C92894D7-1DF0-2544-A605-B97A2B84F4F8}" type="slidenum">
              <a:rPr lang="en-SE" smtClean="0"/>
              <a:t>26</a:t>
            </a:fld>
            <a:endParaRPr lang="en-SE"/>
          </a:p>
        </p:txBody>
      </p:sp>
    </p:spTree>
    <p:extLst>
      <p:ext uri="{BB962C8B-B14F-4D97-AF65-F5344CB8AC3E}">
        <p14:creationId xmlns:p14="http://schemas.microsoft.com/office/powerpoint/2010/main" val="1787043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E56C-A8B6-8642-8BB0-660F0983C485}"/>
              </a:ext>
            </a:extLst>
          </p:cNvPr>
          <p:cNvSpPr>
            <a:spLocks noGrp="1"/>
          </p:cNvSpPr>
          <p:nvPr>
            <p:ph type="title"/>
          </p:nvPr>
        </p:nvSpPr>
        <p:spPr/>
        <p:txBody>
          <a:bodyPr/>
          <a:lstStyle/>
          <a:p>
            <a:r>
              <a:rPr lang="en-US" dirty="0"/>
              <a:t>Single Root I/O Virtualization (SR-IOV)</a:t>
            </a:r>
          </a:p>
        </p:txBody>
      </p:sp>
      <p:sp>
        <p:nvSpPr>
          <p:cNvPr id="3" name="Content Placeholder 2">
            <a:extLst>
              <a:ext uri="{FF2B5EF4-FFF2-40B4-BE49-F238E27FC236}">
                <a16:creationId xmlns:a16="http://schemas.microsoft.com/office/drawing/2014/main" id="{D0266F44-B4B5-174D-A391-07DDD03A2D48}"/>
              </a:ext>
            </a:extLst>
          </p:cNvPr>
          <p:cNvSpPr>
            <a:spLocks noGrp="1"/>
          </p:cNvSpPr>
          <p:nvPr>
            <p:ph idx="1"/>
          </p:nvPr>
        </p:nvSpPr>
        <p:spPr/>
        <p:txBody>
          <a:bodyPr/>
          <a:lstStyle/>
          <a:p>
            <a:r>
              <a:rPr lang="en-US" dirty="0"/>
              <a:t>For performance, a hypervisor-in-the-middle virtualization approach might not always be optimal</a:t>
            </a:r>
          </a:p>
          <a:p>
            <a:r>
              <a:rPr lang="en-US" dirty="0"/>
              <a:t>Modern hardware supports virtualization, which allows for devices to be directly controlled by a guest VM (bypassing the hypervisor)</a:t>
            </a:r>
          </a:p>
          <a:p>
            <a:r>
              <a:rPr lang="en-US" dirty="0"/>
              <a:t>Devices with SR-IOV usually have</a:t>
            </a:r>
          </a:p>
          <a:p>
            <a:pPr lvl="1"/>
            <a:r>
              <a:rPr lang="en-US" dirty="0"/>
              <a:t>Independent memory space, interrupts and DMA streams for each VM</a:t>
            </a:r>
          </a:p>
          <a:p>
            <a:pPr lvl="1"/>
            <a:r>
              <a:rPr lang="en-US" dirty="0"/>
              <a:t>Each VM can map in is own memory its corresponding memory areas</a:t>
            </a:r>
          </a:p>
        </p:txBody>
      </p:sp>
      <p:sp>
        <p:nvSpPr>
          <p:cNvPr id="4" name="Date Placeholder 3">
            <a:extLst>
              <a:ext uri="{FF2B5EF4-FFF2-40B4-BE49-F238E27FC236}">
                <a16:creationId xmlns:a16="http://schemas.microsoft.com/office/drawing/2014/main" id="{5B9A12CB-443C-C041-AB18-9FBFFEB3D5F5}"/>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AC9E613-9838-1444-942C-4432494E3FBA}"/>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48797E0-4721-B04C-9374-B9D1F72F28A4}"/>
              </a:ext>
            </a:extLst>
          </p:cNvPr>
          <p:cNvSpPr>
            <a:spLocks noGrp="1"/>
          </p:cNvSpPr>
          <p:nvPr>
            <p:ph type="sldNum" sz="quarter" idx="12"/>
          </p:nvPr>
        </p:nvSpPr>
        <p:spPr/>
        <p:txBody>
          <a:bodyPr/>
          <a:lstStyle/>
          <a:p>
            <a:fld id="{C92894D7-1DF0-2544-A605-B97A2B84F4F8}" type="slidenum">
              <a:rPr lang="en-SE" smtClean="0"/>
              <a:t>27</a:t>
            </a:fld>
            <a:endParaRPr lang="en-SE"/>
          </a:p>
        </p:txBody>
      </p:sp>
    </p:spTree>
    <p:extLst>
      <p:ext uri="{BB962C8B-B14F-4D97-AF65-F5344CB8AC3E}">
        <p14:creationId xmlns:p14="http://schemas.microsoft.com/office/powerpoint/2010/main" val="354669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28</a:t>
            </a:fld>
            <a:endParaRPr lang="en-SE"/>
          </a:p>
        </p:txBody>
      </p:sp>
    </p:spTree>
    <p:extLst>
      <p:ext uri="{BB962C8B-B14F-4D97-AF65-F5344CB8AC3E}">
        <p14:creationId xmlns:p14="http://schemas.microsoft.com/office/powerpoint/2010/main" val="806381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492E-3516-5A4B-92ED-C6F7D9858AF6}"/>
              </a:ext>
            </a:extLst>
          </p:cNvPr>
          <p:cNvSpPr>
            <a:spLocks noGrp="1"/>
          </p:cNvSpPr>
          <p:nvPr>
            <p:ph type="title"/>
          </p:nvPr>
        </p:nvSpPr>
        <p:spPr/>
        <p:txBody>
          <a:bodyPr/>
          <a:lstStyle/>
          <a:p>
            <a:r>
              <a:rPr lang="en-US" dirty="0"/>
              <a:t>Other benefits of virtualization - 1</a:t>
            </a:r>
          </a:p>
        </p:txBody>
      </p:sp>
      <p:sp>
        <p:nvSpPr>
          <p:cNvPr id="3" name="Content Placeholder 2">
            <a:extLst>
              <a:ext uri="{FF2B5EF4-FFF2-40B4-BE49-F238E27FC236}">
                <a16:creationId xmlns:a16="http://schemas.microsoft.com/office/drawing/2014/main" id="{C45EAA67-7DE7-414C-938B-E47619376602}"/>
              </a:ext>
            </a:extLst>
          </p:cNvPr>
          <p:cNvSpPr>
            <a:spLocks noGrp="1"/>
          </p:cNvSpPr>
          <p:nvPr>
            <p:ph idx="1"/>
          </p:nvPr>
        </p:nvSpPr>
        <p:spPr/>
        <p:txBody>
          <a:bodyPr/>
          <a:lstStyle/>
          <a:p>
            <a:r>
              <a:rPr lang="en-US" dirty="0"/>
              <a:t>When a multi-CPU / multi-core machine is used,</a:t>
            </a:r>
          </a:p>
          <a:p>
            <a:r>
              <a:rPr lang="en-US" dirty="0"/>
              <a:t>each VM can be assigned a specific subset of cores</a:t>
            </a:r>
          </a:p>
          <a:p>
            <a:r>
              <a:rPr lang="en-US" dirty="0"/>
              <a:t>This has an important implication:</a:t>
            </a:r>
          </a:p>
          <a:p>
            <a:pPr lvl="1"/>
            <a:r>
              <a:rPr lang="en-US" dirty="0"/>
              <a:t>You could be able to write programs that have a parallelism degree (i.e., number of threads or co-operating processes) that fits the actual number of physical cores the VM you are going to use has access to</a:t>
            </a:r>
          </a:p>
        </p:txBody>
      </p:sp>
      <p:sp>
        <p:nvSpPr>
          <p:cNvPr id="4" name="Date Placeholder 3">
            <a:extLst>
              <a:ext uri="{FF2B5EF4-FFF2-40B4-BE49-F238E27FC236}">
                <a16:creationId xmlns:a16="http://schemas.microsoft.com/office/drawing/2014/main" id="{8C0C907C-079B-4645-AD54-B60124B3A837}"/>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8E02B91-E044-374B-8DF2-1B7B0ACB072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3FBC50D-E2E8-7245-B996-BD3A21DFD83D}"/>
              </a:ext>
            </a:extLst>
          </p:cNvPr>
          <p:cNvSpPr>
            <a:spLocks noGrp="1"/>
          </p:cNvSpPr>
          <p:nvPr>
            <p:ph type="sldNum" sz="quarter" idx="12"/>
          </p:nvPr>
        </p:nvSpPr>
        <p:spPr/>
        <p:txBody>
          <a:bodyPr/>
          <a:lstStyle/>
          <a:p>
            <a:fld id="{C92894D7-1DF0-2544-A605-B97A2B84F4F8}" type="slidenum">
              <a:rPr lang="en-SE" smtClean="0"/>
              <a:t>29</a:t>
            </a:fld>
            <a:endParaRPr lang="en-SE"/>
          </a:p>
        </p:txBody>
      </p:sp>
    </p:spTree>
    <p:extLst>
      <p:ext uri="{BB962C8B-B14F-4D97-AF65-F5344CB8AC3E}">
        <p14:creationId xmlns:p14="http://schemas.microsoft.com/office/powerpoint/2010/main" val="2920000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923D-C56E-A34C-9781-1ABC2BCE9246}"/>
              </a:ext>
            </a:extLst>
          </p:cNvPr>
          <p:cNvSpPr>
            <a:spLocks noGrp="1"/>
          </p:cNvSpPr>
          <p:nvPr>
            <p:ph type="title"/>
          </p:nvPr>
        </p:nvSpPr>
        <p:spPr/>
        <p:txBody>
          <a:bodyPr/>
          <a:lstStyle/>
          <a:p>
            <a:r>
              <a:rPr lang="en-US" dirty="0"/>
              <a:t>Other benefits of virtualization - 2</a:t>
            </a:r>
          </a:p>
        </p:txBody>
      </p:sp>
      <p:sp>
        <p:nvSpPr>
          <p:cNvPr id="3" name="Content Placeholder 2">
            <a:extLst>
              <a:ext uri="{FF2B5EF4-FFF2-40B4-BE49-F238E27FC236}">
                <a16:creationId xmlns:a16="http://schemas.microsoft.com/office/drawing/2014/main" id="{75BCFFC1-F44D-2D4B-B609-80F1E23D4345}"/>
              </a:ext>
            </a:extLst>
          </p:cNvPr>
          <p:cNvSpPr>
            <a:spLocks noGrp="1"/>
          </p:cNvSpPr>
          <p:nvPr>
            <p:ph idx="1"/>
          </p:nvPr>
        </p:nvSpPr>
        <p:spPr/>
        <p:txBody>
          <a:bodyPr/>
          <a:lstStyle/>
          <a:p>
            <a:r>
              <a:rPr lang="en-US" dirty="0"/>
              <a:t>Different VMs share memory, and they could potentially be duplicating a lot of (read-only) information</a:t>
            </a:r>
          </a:p>
          <a:p>
            <a:pPr lvl="1"/>
            <a:r>
              <a:rPr lang="en-US" dirty="0"/>
              <a:t>Think for instance at having many VMs running the same OS in parallel…</a:t>
            </a:r>
          </a:p>
          <a:p>
            <a:r>
              <a:rPr lang="en-US" dirty="0"/>
              <a:t>Deduplication techniques (also referred to as transparent page sharing or content-based page sharing) which are usually used for disks, can be used for memory too!</a:t>
            </a:r>
          </a:p>
          <a:p>
            <a:pPr lvl="1"/>
            <a:r>
              <a:rPr lang="en-US" dirty="0"/>
              <a:t>It should not come as a surprise, the physical / logical separation behind VM that is beneficial for running several processes at the same time efficiently can be also beneficial to run several OSes at the same time</a:t>
            </a:r>
          </a:p>
          <a:p>
            <a:pPr lvl="1"/>
            <a:r>
              <a:rPr lang="en-US" dirty="0"/>
              <a:t>At the end of the day, the OS runs a collection of processes too</a:t>
            </a:r>
          </a:p>
        </p:txBody>
      </p:sp>
      <p:sp>
        <p:nvSpPr>
          <p:cNvPr id="4" name="Date Placeholder 3">
            <a:extLst>
              <a:ext uri="{FF2B5EF4-FFF2-40B4-BE49-F238E27FC236}">
                <a16:creationId xmlns:a16="http://schemas.microsoft.com/office/drawing/2014/main" id="{89E59F8D-ECCA-3E4F-ACCC-9311F8E361C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5C181D74-CED7-3947-821D-93390F2E29D3}"/>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1FBB7C5-E8AA-0047-830F-5BD56360D1FF}"/>
              </a:ext>
            </a:extLst>
          </p:cNvPr>
          <p:cNvSpPr>
            <a:spLocks noGrp="1"/>
          </p:cNvSpPr>
          <p:nvPr>
            <p:ph type="sldNum" sz="quarter" idx="12"/>
          </p:nvPr>
        </p:nvSpPr>
        <p:spPr/>
        <p:txBody>
          <a:bodyPr/>
          <a:lstStyle/>
          <a:p>
            <a:fld id="{C92894D7-1DF0-2544-A605-B97A2B84F4F8}" type="slidenum">
              <a:rPr lang="en-SE" smtClean="0"/>
              <a:t>30</a:t>
            </a:fld>
            <a:endParaRPr lang="en-SE"/>
          </a:p>
        </p:txBody>
      </p:sp>
    </p:spTree>
    <p:extLst>
      <p:ext uri="{BB962C8B-B14F-4D97-AF65-F5344CB8AC3E}">
        <p14:creationId xmlns:p14="http://schemas.microsoft.com/office/powerpoint/2010/main" val="637153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t>Clouds</a:t>
            </a:r>
            <a:endParaRPr lang="en-US" dirty="0"/>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31</a:t>
            </a:fld>
            <a:endParaRPr lang="en-SE"/>
          </a:p>
        </p:txBody>
      </p:sp>
    </p:spTree>
    <p:extLst>
      <p:ext uri="{BB962C8B-B14F-4D97-AF65-F5344CB8AC3E}">
        <p14:creationId xmlns:p14="http://schemas.microsoft.com/office/powerpoint/2010/main" val="3378822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BBBE-8C2D-A641-A12A-67B7D4E3F822}"/>
              </a:ext>
            </a:extLst>
          </p:cNvPr>
          <p:cNvSpPr>
            <a:spLocks noGrp="1"/>
          </p:cNvSpPr>
          <p:nvPr>
            <p:ph type="title"/>
          </p:nvPr>
        </p:nvSpPr>
        <p:spPr/>
        <p:txBody>
          <a:bodyPr/>
          <a:lstStyle/>
          <a:p>
            <a:r>
              <a:rPr lang="en-US" dirty="0"/>
              <a:t>What exactly is the cloud?</a:t>
            </a:r>
          </a:p>
        </p:txBody>
      </p:sp>
      <p:sp>
        <p:nvSpPr>
          <p:cNvPr id="3" name="Content Placeholder 2">
            <a:extLst>
              <a:ext uri="{FF2B5EF4-FFF2-40B4-BE49-F238E27FC236}">
                <a16:creationId xmlns:a16="http://schemas.microsoft.com/office/drawing/2014/main" id="{021C902B-5EC8-5B41-BB35-7B7895735024}"/>
              </a:ext>
            </a:extLst>
          </p:cNvPr>
          <p:cNvSpPr>
            <a:spLocks noGrp="1"/>
          </p:cNvSpPr>
          <p:nvPr>
            <p:ph idx="1"/>
          </p:nvPr>
        </p:nvSpPr>
        <p:spPr/>
        <p:txBody>
          <a:bodyPr>
            <a:normAutofit lnSpcReduction="10000"/>
          </a:bodyPr>
          <a:lstStyle/>
          <a:p>
            <a:r>
              <a:rPr lang="en-US" dirty="0"/>
              <a:t>Public vs private…</a:t>
            </a:r>
          </a:p>
          <a:p>
            <a:r>
              <a:rPr lang="en-US" dirty="0"/>
              <a:t>Access to physical hardware, access to virtual OSes, access to specific software</a:t>
            </a:r>
          </a:p>
          <a:p>
            <a:r>
              <a:rPr lang="en-US" dirty="0"/>
              <a:t>Big machines / small machines</a:t>
            </a:r>
          </a:p>
          <a:p>
            <a:r>
              <a:rPr lang="en-US" dirty="0"/>
              <a:t>Desired characteristics</a:t>
            </a:r>
          </a:p>
          <a:p>
            <a:pPr lvl="1"/>
            <a:r>
              <a:rPr lang="en-US" dirty="0"/>
              <a:t>On-demand self-service</a:t>
            </a:r>
          </a:p>
          <a:p>
            <a:pPr lvl="1"/>
            <a:r>
              <a:rPr lang="en-US" dirty="0"/>
              <a:t>Broad network access (available via network with standard mechanisms)</a:t>
            </a:r>
          </a:p>
          <a:p>
            <a:pPr lvl="1"/>
            <a:r>
              <a:rPr lang="en-US" dirty="0"/>
              <a:t>Resource pooling</a:t>
            </a:r>
          </a:p>
          <a:p>
            <a:pPr lvl="1"/>
            <a:r>
              <a:rPr lang="en-US" dirty="0"/>
              <a:t>Elasticity</a:t>
            </a:r>
          </a:p>
          <a:p>
            <a:pPr lvl="1"/>
            <a:r>
              <a:rPr lang="en-US" dirty="0"/>
              <a:t>Measured service (also in connection to $)</a:t>
            </a:r>
          </a:p>
        </p:txBody>
      </p:sp>
      <p:sp>
        <p:nvSpPr>
          <p:cNvPr id="4" name="Date Placeholder 3">
            <a:extLst>
              <a:ext uri="{FF2B5EF4-FFF2-40B4-BE49-F238E27FC236}">
                <a16:creationId xmlns:a16="http://schemas.microsoft.com/office/drawing/2014/main" id="{BB578B75-DB63-A643-ABB8-3785CF861154}"/>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9A7AADAE-1DC7-0045-A64E-A38CA9EEC3E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AC9BA0F2-58E8-9644-8738-E7B20F01CA3A}"/>
              </a:ext>
            </a:extLst>
          </p:cNvPr>
          <p:cNvSpPr>
            <a:spLocks noGrp="1"/>
          </p:cNvSpPr>
          <p:nvPr>
            <p:ph type="sldNum" sz="quarter" idx="12"/>
          </p:nvPr>
        </p:nvSpPr>
        <p:spPr/>
        <p:txBody>
          <a:bodyPr/>
          <a:lstStyle/>
          <a:p>
            <a:fld id="{C92894D7-1DF0-2544-A605-B97A2B84F4F8}" type="slidenum">
              <a:rPr lang="en-SE" smtClean="0"/>
              <a:t>32</a:t>
            </a:fld>
            <a:endParaRPr lang="en-SE"/>
          </a:p>
        </p:txBody>
      </p:sp>
    </p:spTree>
    <p:extLst>
      <p:ext uri="{BB962C8B-B14F-4D97-AF65-F5344CB8AC3E}">
        <p14:creationId xmlns:p14="http://schemas.microsoft.com/office/powerpoint/2010/main" val="2528756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B0BF-A697-E640-924C-332CD31C9F95}"/>
              </a:ext>
            </a:extLst>
          </p:cNvPr>
          <p:cNvSpPr>
            <a:spLocks noGrp="1"/>
          </p:cNvSpPr>
          <p:nvPr>
            <p:ph type="title"/>
          </p:nvPr>
        </p:nvSpPr>
        <p:spPr/>
        <p:txBody>
          <a:bodyPr/>
          <a:lstStyle/>
          <a:p>
            <a:r>
              <a:rPr lang="en-US" dirty="0"/>
              <a:t>Types of services</a:t>
            </a:r>
          </a:p>
        </p:txBody>
      </p:sp>
      <p:sp>
        <p:nvSpPr>
          <p:cNvPr id="3" name="Content Placeholder 2">
            <a:extLst>
              <a:ext uri="{FF2B5EF4-FFF2-40B4-BE49-F238E27FC236}">
                <a16:creationId xmlns:a16="http://schemas.microsoft.com/office/drawing/2014/main" id="{D5CB8D28-103E-6848-9D16-4DADD70DB23E}"/>
              </a:ext>
            </a:extLst>
          </p:cNvPr>
          <p:cNvSpPr>
            <a:spLocks noGrp="1"/>
          </p:cNvSpPr>
          <p:nvPr>
            <p:ph idx="1"/>
          </p:nvPr>
        </p:nvSpPr>
        <p:spPr/>
        <p:txBody>
          <a:bodyPr/>
          <a:lstStyle/>
          <a:p>
            <a:r>
              <a:rPr lang="en-US" dirty="0"/>
              <a:t>IAAS (Infrastructure as a Service)</a:t>
            </a:r>
          </a:p>
          <a:p>
            <a:pPr lvl="1"/>
            <a:r>
              <a:rPr lang="en-US" dirty="0"/>
              <a:t>Direct access to a specific VM, the user does what (s)he wants</a:t>
            </a:r>
          </a:p>
          <a:p>
            <a:r>
              <a:rPr lang="en-US" dirty="0"/>
              <a:t>PASS (Platform as a Service)</a:t>
            </a:r>
          </a:p>
          <a:p>
            <a:pPr lvl="1"/>
            <a:r>
              <a:rPr lang="en-US" dirty="0"/>
              <a:t>Specific environment, with given OS, </a:t>
            </a:r>
            <a:r>
              <a:rPr lang="en-US" dirty="0" err="1"/>
              <a:t>DataBase</a:t>
            </a:r>
            <a:r>
              <a:rPr lang="en-US" dirty="0"/>
              <a:t>, </a:t>
            </a:r>
            <a:r>
              <a:rPr lang="en-US" dirty="0" err="1"/>
              <a:t>WebServer</a:t>
            </a:r>
            <a:r>
              <a:rPr lang="en-US" dirty="0"/>
              <a:t>, …</a:t>
            </a:r>
          </a:p>
          <a:p>
            <a:r>
              <a:rPr lang="en-US" dirty="0"/>
              <a:t>SAAS (Software as a Service)</a:t>
            </a:r>
          </a:p>
          <a:p>
            <a:pPr lvl="1"/>
            <a:r>
              <a:rPr lang="en-US" dirty="0"/>
              <a:t>Offers specific software</a:t>
            </a:r>
          </a:p>
        </p:txBody>
      </p:sp>
      <p:sp>
        <p:nvSpPr>
          <p:cNvPr id="4" name="Date Placeholder 3">
            <a:extLst>
              <a:ext uri="{FF2B5EF4-FFF2-40B4-BE49-F238E27FC236}">
                <a16:creationId xmlns:a16="http://schemas.microsoft.com/office/drawing/2014/main" id="{1AF17447-C23F-3D41-B89F-83E879BD90A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E6789B9B-C7B7-C34F-BB8A-C178317D668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7B0CD74-0E42-5248-B7E8-F9C67975B341}"/>
              </a:ext>
            </a:extLst>
          </p:cNvPr>
          <p:cNvSpPr>
            <a:spLocks noGrp="1"/>
          </p:cNvSpPr>
          <p:nvPr>
            <p:ph type="sldNum" sz="quarter" idx="12"/>
          </p:nvPr>
        </p:nvSpPr>
        <p:spPr/>
        <p:txBody>
          <a:bodyPr/>
          <a:lstStyle/>
          <a:p>
            <a:fld id="{C92894D7-1DF0-2544-A605-B97A2B84F4F8}" type="slidenum">
              <a:rPr lang="en-SE" smtClean="0"/>
              <a:t>33</a:t>
            </a:fld>
            <a:endParaRPr lang="en-SE"/>
          </a:p>
        </p:txBody>
      </p:sp>
    </p:spTree>
    <p:extLst>
      <p:ext uri="{BB962C8B-B14F-4D97-AF65-F5344CB8AC3E}">
        <p14:creationId xmlns:p14="http://schemas.microsoft.com/office/powerpoint/2010/main" val="2463909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9D9E-224A-B642-88D2-0702E94B82B6}"/>
              </a:ext>
            </a:extLst>
          </p:cNvPr>
          <p:cNvSpPr>
            <a:spLocks noGrp="1"/>
          </p:cNvSpPr>
          <p:nvPr>
            <p:ph type="title"/>
          </p:nvPr>
        </p:nvSpPr>
        <p:spPr/>
        <p:txBody>
          <a:bodyPr/>
          <a:lstStyle/>
          <a:p>
            <a:r>
              <a:rPr lang="en-US" dirty="0"/>
              <a:t>Virtual Machine Migration</a:t>
            </a:r>
          </a:p>
        </p:txBody>
      </p:sp>
      <p:sp>
        <p:nvSpPr>
          <p:cNvPr id="3" name="Content Placeholder 2">
            <a:extLst>
              <a:ext uri="{FF2B5EF4-FFF2-40B4-BE49-F238E27FC236}">
                <a16:creationId xmlns:a16="http://schemas.microsoft.com/office/drawing/2014/main" id="{5119936E-CAE3-034B-BB59-43BF57C9ED86}"/>
              </a:ext>
            </a:extLst>
          </p:cNvPr>
          <p:cNvSpPr>
            <a:spLocks noGrp="1"/>
          </p:cNvSpPr>
          <p:nvPr>
            <p:ph idx="1"/>
          </p:nvPr>
        </p:nvSpPr>
        <p:spPr/>
        <p:txBody>
          <a:bodyPr/>
          <a:lstStyle/>
          <a:p>
            <a:r>
              <a:rPr lang="en-US" dirty="0"/>
              <a:t>What is the server running a bunch of VMs needs maintenance?</a:t>
            </a:r>
          </a:p>
          <a:p>
            <a:r>
              <a:rPr lang="en-US" dirty="0"/>
              <a:t>Intuition: move the VM to a different server…</a:t>
            </a:r>
          </a:p>
          <a:p>
            <a:r>
              <a:rPr lang="en-US" dirty="0"/>
              <a:t>Simple approach / but not liked by customers who pay</a:t>
            </a:r>
          </a:p>
          <a:p>
            <a:pPr lvl="1"/>
            <a:r>
              <a:rPr lang="en-US" dirty="0"/>
              <a:t>Turn off the VM, move the data to a different server, turn on the VM</a:t>
            </a:r>
          </a:p>
          <a:p>
            <a:pPr lvl="1"/>
            <a:r>
              <a:rPr lang="en-US" dirty="0"/>
              <a:t>Long downtime… also, turn off when? Ask the user?</a:t>
            </a:r>
          </a:p>
          <a:p>
            <a:r>
              <a:rPr lang="en-US" dirty="0"/>
              <a:t>Live migration</a:t>
            </a:r>
          </a:p>
          <a:p>
            <a:pPr lvl="1"/>
            <a:r>
              <a:rPr lang="en-US" dirty="0"/>
              <a:t>Keep copy pages in the back, making the transition from one server to another not noticeable (seamless live migration)</a:t>
            </a:r>
          </a:p>
          <a:p>
            <a:pPr lvl="1"/>
            <a:r>
              <a:rPr lang="en-US" dirty="0"/>
              <a:t>As you probably imagine, this is everything but simple…</a:t>
            </a:r>
          </a:p>
        </p:txBody>
      </p:sp>
      <p:sp>
        <p:nvSpPr>
          <p:cNvPr id="4" name="Date Placeholder 3">
            <a:extLst>
              <a:ext uri="{FF2B5EF4-FFF2-40B4-BE49-F238E27FC236}">
                <a16:creationId xmlns:a16="http://schemas.microsoft.com/office/drawing/2014/main" id="{CC3570B4-913D-C34A-9874-3E189D313053}"/>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D3F3CC2-16F1-474F-9A4E-24603D923B3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BE4C1E8F-6A6B-ED45-A184-172FC9C8BCC5}"/>
              </a:ext>
            </a:extLst>
          </p:cNvPr>
          <p:cNvSpPr>
            <a:spLocks noGrp="1"/>
          </p:cNvSpPr>
          <p:nvPr>
            <p:ph type="sldNum" sz="quarter" idx="12"/>
          </p:nvPr>
        </p:nvSpPr>
        <p:spPr/>
        <p:txBody>
          <a:bodyPr/>
          <a:lstStyle/>
          <a:p>
            <a:fld id="{C92894D7-1DF0-2544-A605-B97A2B84F4F8}" type="slidenum">
              <a:rPr lang="en-SE" smtClean="0"/>
              <a:t>34</a:t>
            </a:fld>
            <a:endParaRPr lang="en-SE"/>
          </a:p>
        </p:txBody>
      </p:sp>
    </p:spTree>
    <p:extLst>
      <p:ext uri="{BB962C8B-B14F-4D97-AF65-F5344CB8AC3E}">
        <p14:creationId xmlns:p14="http://schemas.microsoft.com/office/powerpoint/2010/main" val="1251561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3A83-75DE-774E-A2C8-280A2B0F3737}"/>
              </a:ext>
            </a:extLst>
          </p:cNvPr>
          <p:cNvSpPr>
            <a:spLocks noGrp="1"/>
          </p:cNvSpPr>
          <p:nvPr>
            <p:ph type="title"/>
          </p:nvPr>
        </p:nvSpPr>
        <p:spPr/>
        <p:txBody>
          <a:bodyPr/>
          <a:lstStyle/>
          <a:p>
            <a:r>
              <a:rPr lang="en-US" dirty="0"/>
              <a:t>Checkpointing/Snapshotting</a:t>
            </a:r>
          </a:p>
        </p:txBody>
      </p:sp>
      <p:sp>
        <p:nvSpPr>
          <p:cNvPr id="3" name="Content Placeholder 2">
            <a:extLst>
              <a:ext uri="{FF2B5EF4-FFF2-40B4-BE49-F238E27FC236}">
                <a16:creationId xmlns:a16="http://schemas.microsoft.com/office/drawing/2014/main" id="{212A066E-5DDD-F24C-9A90-FFFAAB11AE23}"/>
              </a:ext>
            </a:extLst>
          </p:cNvPr>
          <p:cNvSpPr>
            <a:spLocks noGrp="1"/>
          </p:cNvSpPr>
          <p:nvPr>
            <p:ph idx="1"/>
          </p:nvPr>
        </p:nvSpPr>
        <p:spPr/>
        <p:txBody>
          <a:bodyPr/>
          <a:lstStyle/>
          <a:p>
            <a:r>
              <a:rPr lang="en-US" dirty="0"/>
              <a:t>An advantage of VMs is that they can be paused and copied</a:t>
            </a:r>
          </a:p>
          <a:p>
            <a:r>
              <a:rPr lang="en-US" dirty="0"/>
              <a:t>If something bad happens, you can then revert the VM to the previous save</a:t>
            </a:r>
          </a:p>
          <a:p>
            <a:r>
              <a:rPr lang="en-US" dirty="0"/>
              <a:t>Incremental snapshotting with mechanisms like copy on write can then allow for lightweight checkpointing</a:t>
            </a:r>
          </a:p>
          <a:p>
            <a:pPr lvl="1"/>
            <a:r>
              <a:rPr lang="en-US" dirty="0"/>
              <a:t>Which can be also used in combination with migration</a:t>
            </a:r>
          </a:p>
        </p:txBody>
      </p:sp>
      <p:sp>
        <p:nvSpPr>
          <p:cNvPr id="4" name="Date Placeholder 3">
            <a:extLst>
              <a:ext uri="{FF2B5EF4-FFF2-40B4-BE49-F238E27FC236}">
                <a16:creationId xmlns:a16="http://schemas.microsoft.com/office/drawing/2014/main" id="{CD03D7A0-83AA-7B48-A89F-E6B00706796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43F1BF8B-9F44-CD48-8A6F-5F643A3B440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282A258-C6F0-6E48-BE2E-96A2E2C4630C}"/>
              </a:ext>
            </a:extLst>
          </p:cNvPr>
          <p:cNvSpPr>
            <a:spLocks noGrp="1"/>
          </p:cNvSpPr>
          <p:nvPr>
            <p:ph type="sldNum" sz="quarter" idx="12"/>
          </p:nvPr>
        </p:nvSpPr>
        <p:spPr/>
        <p:txBody>
          <a:bodyPr/>
          <a:lstStyle/>
          <a:p>
            <a:fld id="{C92894D7-1DF0-2544-A605-B97A2B84F4F8}" type="slidenum">
              <a:rPr lang="en-SE" smtClean="0"/>
              <a:t>35</a:t>
            </a:fld>
            <a:endParaRPr lang="en-SE"/>
          </a:p>
        </p:txBody>
      </p:sp>
    </p:spTree>
    <p:extLst>
      <p:ext uri="{BB962C8B-B14F-4D97-AF65-F5344CB8AC3E}">
        <p14:creationId xmlns:p14="http://schemas.microsoft.com/office/powerpoint/2010/main" val="771028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DBB3E-E5F5-3F14-FC6B-11C83112F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7ADD0-0DC4-C087-AF33-6E68023B3A13}"/>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2B2A2505-E3AC-97A6-787D-D49466E9C101}"/>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t>Containers</a:t>
            </a:r>
            <a:endParaRPr lang="en-SE" dirty="0"/>
          </a:p>
        </p:txBody>
      </p:sp>
      <p:sp>
        <p:nvSpPr>
          <p:cNvPr id="4" name="Date Placeholder 3">
            <a:extLst>
              <a:ext uri="{FF2B5EF4-FFF2-40B4-BE49-F238E27FC236}">
                <a16:creationId xmlns:a16="http://schemas.microsoft.com/office/drawing/2014/main" id="{85FCA516-40C8-BCAD-2E17-636A4203D619}"/>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6FE2FB71-3F3F-06DD-B22C-925C56082CFD}"/>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F7D7163-D148-39F0-F1F2-37CC7B29F072}"/>
              </a:ext>
            </a:extLst>
          </p:cNvPr>
          <p:cNvSpPr>
            <a:spLocks noGrp="1"/>
          </p:cNvSpPr>
          <p:nvPr>
            <p:ph type="sldNum" sz="quarter" idx="12"/>
          </p:nvPr>
        </p:nvSpPr>
        <p:spPr/>
        <p:txBody>
          <a:bodyPr/>
          <a:lstStyle/>
          <a:p>
            <a:fld id="{C92894D7-1DF0-2544-A605-B97A2B84F4F8}" type="slidenum">
              <a:rPr lang="en-SE" smtClean="0"/>
              <a:t>36</a:t>
            </a:fld>
            <a:endParaRPr lang="en-SE"/>
          </a:p>
        </p:txBody>
      </p:sp>
    </p:spTree>
    <p:extLst>
      <p:ext uri="{BB962C8B-B14F-4D97-AF65-F5344CB8AC3E}">
        <p14:creationId xmlns:p14="http://schemas.microsoft.com/office/powerpoint/2010/main" val="2992512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E6BEB-A08B-9D22-9455-B12CB6C776C1}"/>
              </a:ext>
            </a:extLst>
          </p:cNvPr>
          <p:cNvSpPr>
            <a:spLocks noGrp="1"/>
          </p:cNvSpPr>
          <p:nvPr>
            <p:ph type="title"/>
          </p:nvPr>
        </p:nvSpPr>
        <p:spPr>
          <a:xfrm>
            <a:off x="838200" y="365125"/>
            <a:ext cx="10515600" cy="1325563"/>
          </a:xfrm>
        </p:spPr>
        <p:txBody>
          <a:bodyPr>
            <a:normAutofit/>
          </a:bodyPr>
          <a:lstStyle/>
          <a:p>
            <a:r>
              <a:rPr lang="en-US" sz="5400"/>
              <a:t>Containers (motivation/intuition)</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21A869-A050-DB90-AA5A-CA53309FCE06}"/>
              </a:ext>
            </a:extLst>
          </p:cNvPr>
          <p:cNvSpPr>
            <a:spLocks noGrp="1"/>
          </p:cNvSpPr>
          <p:nvPr>
            <p:ph idx="1"/>
          </p:nvPr>
        </p:nvSpPr>
        <p:spPr>
          <a:xfrm>
            <a:off x="838200" y="1929384"/>
            <a:ext cx="10515600" cy="4251960"/>
          </a:xfrm>
        </p:spPr>
        <p:txBody>
          <a:bodyPr>
            <a:normAutofit/>
          </a:bodyPr>
          <a:lstStyle/>
          <a:p>
            <a:r>
              <a:rPr lang="en-US" dirty="0"/>
              <a:t>VMs virtualize hardware</a:t>
            </a:r>
          </a:p>
          <a:p>
            <a:r>
              <a:rPr lang="en-US" dirty="0"/>
              <a:t>Containers provide OS-level virtualization</a:t>
            </a:r>
          </a:p>
          <a:p>
            <a:pPr lvl="1">
              <a:buFont typeface="Wingdings" pitchFamily="2" charset="2"/>
              <a:buChar char="à"/>
            </a:pPr>
            <a:r>
              <a:rPr lang="en-US" sz="2800" dirty="0">
                <a:sym typeface="Wingdings" pitchFamily="2" charset="2"/>
              </a:rPr>
              <a:t>Each process / set of processes believes it’s running in its own OS</a:t>
            </a:r>
          </a:p>
          <a:p>
            <a:r>
              <a:rPr lang="en-US" dirty="0">
                <a:sym typeface="Wingdings" pitchFamily="2" charset="2"/>
              </a:rPr>
              <a:t>Note, under the hood:</a:t>
            </a:r>
          </a:p>
          <a:p>
            <a:pPr lvl="1"/>
            <a:r>
              <a:rPr lang="en-US" sz="2800" dirty="0">
                <a:sym typeface="Wingdings" pitchFamily="2" charset="2"/>
              </a:rPr>
              <a:t>Processes share the same OS and hardware. Processes are isolated, but the performance of a set of processes is always somehow affected by what other processes do</a:t>
            </a:r>
          </a:p>
          <a:p>
            <a:pPr lvl="1"/>
            <a:r>
              <a:rPr lang="en-US" sz="2800" dirty="0"/>
              <a:t>All processes / sets of processes need to share OS</a:t>
            </a:r>
          </a:p>
        </p:txBody>
      </p:sp>
      <p:sp>
        <p:nvSpPr>
          <p:cNvPr id="4" name="Date Placeholder 3">
            <a:extLst>
              <a:ext uri="{FF2B5EF4-FFF2-40B4-BE49-F238E27FC236}">
                <a16:creationId xmlns:a16="http://schemas.microsoft.com/office/drawing/2014/main" id="{8F974C32-16F9-92C2-5AC4-04461AE39E37}"/>
              </a:ext>
            </a:extLst>
          </p:cNvPr>
          <p:cNvSpPr>
            <a:spLocks noGrp="1"/>
          </p:cNvSpPr>
          <p:nvPr>
            <p:ph type="dt" sz="half" idx="10"/>
          </p:nvPr>
        </p:nvSpPr>
        <p:spPr>
          <a:xfrm>
            <a:off x="838200" y="6356350"/>
            <a:ext cx="2743200" cy="365125"/>
          </a:xfrm>
        </p:spPr>
        <p:txBody>
          <a:bodyPr>
            <a:normAutofit/>
          </a:bodyPr>
          <a:lstStyle/>
          <a:p>
            <a:pPr>
              <a:spcAft>
                <a:spcPts val="600"/>
              </a:spcAft>
            </a:pPr>
            <a:r>
              <a:rPr lang="sv-SE"/>
              <a:t>Vincenzo Gulisano</a:t>
            </a:r>
            <a:endParaRPr lang="en-SE"/>
          </a:p>
        </p:txBody>
      </p:sp>
      <p:sp>
        <p:nvSpPr>
          <p:cNvPr id="5" name="Footer Placeholder 4">
            <a:extLst>
              <a:ext uri="{FF2B5EF4-FFF2-40B4-BE49-F238E27FC236}">
                <a16:creationId xmlns:a16="http://schemas.microsoft.com/office/drawing/2014/main" id="{A326CFCD-24A0-7D21-3E2A-F70C9FB2A1F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GB"/>
              <a:t>Operating Systems - Virtualization</a:t>
            </a:r>
            <a:endParaRPr lang="en-SE"/>
          </a:p>
        </p:txBody>
      </p:sp>
      <p:sp>
        <p:nvSpPr>
          <p:cNvPr id="6" name="Slide Number Placeholder 5">
            <a:extLst>
              <a:ext uri="{FF2B5EF4-FFF2-40B4-BE49-F238E27FC236}">
                <a16:creationId xmlns:a16="http://schemas.microsoft.com/office/drawing/2014/main" id="{FBFD8D63-1EF3-A619-F17A-A1A7E22580A8}"/>
              </a:ext>
            </a:extLst>
          </p:cNvPr>
          <p:cNvSpPr>
            <a:spLocks noGrp="1"/>
          </p:cNvSpPr>
          <p:nvPr>
            <p:ph type="sldNum" sz="quarter" idx="12"/>
          </p:nvPr>
        </p:nvSpPr>
        <p:spPr>
          <a:xfrm>
            <a:off x="8610600" y="6356350"/>
            <a:ext cx="2743200" cy="365125"/>
          </a:xfrm>
        </p:spPr>
        <p:txBody>
          <a:bodyPr>
            <a:normAutofit/>
          </a:bodyPr>
          <a:lstStyle/>
          <a:p>
            <a:pPr>
              <a:spcAft>
                <a:spcPts val="600"/>
              </a:spcAft>
            </a:pPr>
            <a:fld id="{C92894D7-1DF0-2544-A605-B97A2B84F4F8}" type="slidenum">
              <a:rPr lang="en-SE" smtClean="0"/>
              <a:pPr>
                <a:spcAft>
                  <a:spcPts val="600"/>
                </a:spcAft>
              </a:pPr>
              <a:t>37</a:t>
            </a:fld>
            <a:endParaRPr lang="en-SE"/>
          </a:p>
        </p:txBody>
      </p:sp>
    </p:spTree>
    <p:extLst>
      <p:ext uri="{BB962C8B-B14F-4D97-AF65-F5344CB8AC3E}">
        <p14:creationId xmlns:p14="http://schemas.microsoft.com/office/powerpoint/2010/main" val="2327590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B6E34-3720-1FDE-4DBC-FA8B9ACCA18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25166CD-6835-6FE9-0AF7-E2F10970C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141D4-2D1B-9DA1-4794-70B7AD0F2F5D}"/>
              </a:ext>
            </a:extLst>
          </p:cNvPr>
          <p:cNvSpPr>
            <a:spLocks noGrp="1"/>
          </p:cNvSpPr>
          <p:nvPr>
            <p:ph type="title"/>
          </p:nvPr>
        </p:nvSpPr>
        <p:spPr>
          <a:xfrm>
            <a:off x="838200" y="365125"/>
            <a:ext cx="10515600" cy="1325563"/>
          </a:xfrm>
        </p:spPr>
        <p:txBody>
          <a:bodyPr>
            <a:normAutofit fontScale="90000"/>
          </a:bodyPr>
          <a:lstStyle/>
          <a:p>
            <a:r>
              <a:rPr lang="en-US" sz="5400" dirty="0"/>
              <a:t>Containers – What are the ingredients for a container / a virtualized OS?</a:t>
            </a:r>
          </a:p>
        </p:txBody>
      </p:sp>
      <p:sp>
        <p:nvSpPr>
          <p:cNvPr id="13" name="sketch line">
            <a:extLst>
              <a:ext uri="{FF2B5EF4-FFF2-40B4-BE49-F238E27FC236}">
                <a16:creationId xmlns:a16="http://schemas.microsoft.com/office/drawing/2014/main" id="{F2914CC6-C170-72C4-BDD6-C3083A029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97EEEC-52F3-920C-B72B-500DDC185A45}"/>
              </a:ext>
            </a:extLst>
          </p:cNvPr>
          <p:cNvSpPr>
            <a:spLocks noGrp="1"/>
          </p:cNvSpPr>
          <p:nvPr>
            <p:ph idx="1"/>
          </p:nvPr>
        </p:nvSpPr>
        <p:spPr>
          <a:xfrm>
            <a:off x="838200" y="1929384"/>
            <a:ext cx="6144491" cy="4251960"/>
          </a:xfrm>
        </p:spPr>
        <p:txBody>
          <a:bodyPr>
            <a:normAutofit lnSpcReduction="10000"/>
          </a:bodyPr>
          <a:lstStyle/>
          <a:p>
            <a:r>
              <a:rPr lang="en-US" sz="2400" dirty="0"/>
              <a:t>File system</a:t>
            </a:r>
          </a:p>
          <a:p>
            <a:r>
              <a:rPr lang="en-US" sz="2400" dirty="0"/>
              <a:t>Process identifiers</a:t>
            </a:r>
          </a:p>
          <a:p>
            <a:r>
              <a:rPr lang="en-US" sz="2400" dirty="0"/>
              <a:t>User identifiers</a:t>
            </a:r>
          </a:p>
          <a:p>
            <a:r>
              <a:rPr lang="en-US" sz="2400" dirty="0"/>
              <a:t>Network interfaces and IP addresses</a:t>
            </a:r>
          </a:p>
          <a:p>
            <a:r>
              <a:rPr lang="en-US" sz="2400" dirty="0"/>
              <a:t>Inter-Process Communication (IPC) endpoints (e.g., pipes)</a:t>
            </a:r>
          </a:p>
          <a:p>
            <a:r>
              <a:rPr lang="en-US" sz="2400" dirty="0"/>
              <a:t>Memory limits</a:t>
            </a:r>
          </a:p>
          <a:p>
            <a:r>
              <a:rPr lang="en-US" sz="2400" dirty="0"/>
              <a:t>CPU limits</a:t>
            </a:r>
          </a:p>
          <a:p>
            <a:r>
              <a:rPr lang="en-US" sz="2400" dirty="0"/>
              <a:t>I/O limits</a:t>
            </a:r>
          </a:p>
          <a:p>
            <a:pPr marL="0" indent="0">
              <a:buNone/>
            </a:pPr>
            <a:r>
              <a:rPr lang="en-US" sz="2400" dirty="0"/>
              <a:t>…</a:t>
            </a:r>
          </a:p>
        </p:txBody>
      </p:sp>
      <p:sp>
        <p:nvSpPr>
          <p:cNvPr id="4" name="Date Placeholder 3">
            <a:extLst>
              <a:ext uri="{FF2B5EF4-FFF2-40B4-BE49-F238E27FC236}">
                <a16:creationId xmlns:a16="http://schemas.microsoft.com/office/drawing/2014/main" id="{83FA8EF8-B592-CE3F-8F0F-C81DC19C66DC}"/>
              </a:ext>
            </a:extLst>
          </p:cNvPr>
          <p:cNvSpPr>
            <a:spLocks noGrp="1"/>
          </p:cNvSpPr>
          <p:nvPr>
            <p:ph type="dt" sz="half" idx="10"/>
          </p:nvPr>
        </p:nvSpPr>
        <p:spPr>
          <a:xfrm>
            <a:off x="838200" y="6356350"/>
            <a:ext cx="2743200" cy="365125"/>
          </a:xfrm>
        </p:spPr>
        <p:txBody>
          <a:bodyPr>
            <a:normAutofit/>
          </a:bodyPr>
          <a:lstStyle/>
          <a:p>
            <a:pPr>
              <a:spcAft>
                <a:spcPts val="600"/>
              </a:spcAft>
            </a:pPr>
            <a:r>
              <a:rPr lang="sv-SE"/>
              <a:t>Vincenzo Gulisano</a:t>
            </a:r>
            <a:endParaRPr lang="en-SE"/>
          </a:p>
        </p:txBody>
      </p:sp>
      <p:sp>
        <p:nvSpPr>
          <p:cNvPr id="5" name="Footer Placeholder 4">
            <a:extLst>
              <a:ext uri="{FF2B5EF4-FFF2-40B4-BE49-F238E27FC236}">
                <a16:creationId xmlns:a16="http://schemas.microsoft.com/office/drawing/2014/main" id="{0FE22988-B832-45B9-ED2D-FF032B47BEB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GB"/>
              <a:t>Operating Systems - Virtualization</a:t>
            </a:r>
            <a:endParaRPr lang="en-SE"/>
          </a:p>
        </p:txBody>
      </p:sp>
      <p:sp>
        <p:nvSpPr>
          <p:cNvPr id="6" name="Slide Number Placeholder 5">
            <a:extLst>
              <a:ext uri="{FF2B5EF4-FFF2-40B4-BE49-F238E27FC236}">
                <a16:creationId xmlns:a16="http://schemas.microsoft.com/office/drawing/2014/main" id="{99D732D2-FF67-43BD-CE17-6763F6F7FD78}"/>
              </a:ext>
            </a:extLst>
          </p:cNvPr>
          <p:cNvSpPr>
            <a:spLocks noGrp="1"/>
          </p:cNvSpPr>
          <p:nvPr>
            <p:ph type="sldNum" sz="quarter" idx="12"/>
          </p:nvPr>
        </p:nvSpPr>
        <p:spPr>
          <a:xfrm>
            <a:off x="8610600" y="6356350"/>
            <a:ext cx="2743200" cy="365125"/>
          </a:xfrm>
        </p:spPr>
        <p:txBody>
          <a:bodyPr>
            <a:normAutofit/>
          </a:bodyPr>
          <a:lstStyle/>
          <a:p>
            <a:pPr>
              <a:spcAft>
                <a:spcPts val="600"/>
              </a:spcAft>
            </a:pPr>
            <a:fld id="{C92894D7-1DF0-2544-A605-B97A2B84F4F8}" type="slidenum">
              <a:rPr lang="en-SE" smtClean="0"/>
              <a:pPr>
                <a:spcAft>
                  <a:spcPts val="600"/>
                </a:spcAft>
              </a:pPr>
              <a:t>38</a:t>
            </a:fld>
            <a:endParaRPr lang="en-SE"/>
          </a:p>
        </p:txBody>
      </p:sp>
    </p:spTree>
    <p:extLst>
      <p:ext uri="{BB962C8B-B14F-4D97-AF65-F5344CB8AC3E}">
        <p14:creationId xmlns:p14="http://schemas.microsoft.com/office/powerpoint/2010/main" val="679006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94B78E-BB64-BE4F-1DD6-BBC674BE3E3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1DC8DB2-156B-10EA-38FA-8AF80FBE7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1562B4-E3F8-B28F-C208-E14D8934F3B7}"/>
              </a:ext>
            </a:extLst>
          </p:cNvPr>
          <p:cNvSpPr>
            <a:spLocks noGrp="1"/>
          </p:cNvSpPr>
          <p:nvPr>
            <p:ph type="title"/>
          </p:nvPr>
        </p:nvSpPr>
        <p:spPr>
          <a:xfrm>
            <a:off x="838200" y="365125"/>
            <a:ext cx="10515600" cy="1325563"/>
          </a:xfrm>
        </p:spPr>
        <p:txBody>
          <a:bodyPr>
            <a:normAutofit fontScale="90000"/>
          </a:bodyPr>
          <a:lstStyle/>
          <a:p>
            <a:r>
              <a:rPr lang="en-US" sz="5400" dirty="0"/>
              <a:t>Containers – What are the ingredients for a container / a virtualized OS?</a:t>
            </a:r>
          </a:p>
        </p:txBody>
      </p:sp>
      <p:sp>
        <p:nvSpPr>
          <p:cNvPr id="13" name="sketch line">
            <a:extLst>
              <a:ext uri="{FF2B5EF4-FFF2-40B4-BE49-F238E27FC236}">
                <a16:creationId xmlns:a16="http://schemas.microsoft.com/office/drawing/2014/main" id="{54955B9E-6652-4940-65E8-22A65CA18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0BA1BA6-677B-1641-DE9E-DE7AD44EB291}"/>
              </a:ext>
            </a:extLst>
          </p:cNvPr>
          <p:cNvSpPr>
            <a:spLocks noGrp="1"/>
          </p:cNvSpPr>
          <p:nvPr>
            <p:ph idx="1"/>
          </p:nvPr>
        </p:nvSpPr>
        <p:spPr>
          <a:xfrm>
            <a:off x="838200" y="1929384"/>
            <a:ext cx="6144491" cy="4251960"/>
          </a:xfrm>
        </p:spPr>
        <p:txBody>
          <a:bodyPr>
            <a:normAutofit lnSpcReduction="10000"/>
          </a:bodyPr>
          <a:lstStyle/>
          <a:p>
            <a:r>
              <a:rPr lang="en-US" sz="2400" dirty="0"/>
              <a:t>File system</a:t>
            </a:r>
          </a:p>
          <a:p>
            <a:r>
              <a:rPr lang="en-US" sz="2400" dirty="0"/>
              <a:t>Process identifiers</a:t>
            </a:r>
          </a:p>
          <a:p>
            <a:r>
              <a:rPr lang="en-US" sz="2400" dirty="0"/>
              <a:t>User identifiers</a:t>
            </a:r>
          </a:p>
          <a:p>
            <a:r>
              <a:rPr lang="en-US" sz="2400" dirty="0"/>
              <a:t>Network interfaces and IP addresses</a:t>
            </a:r>
          </a:p>
          <a:p>
            <a:r>
              <a:rPr lang="en-US" sz="2400" dirty="0"/>
              <a:t>Inter-Process Communication (IPC) endpoints (e.g., pipes)</a:t>
            </a:r>
          </a:p>
          <a:p>
            <a:r>
              <a:rPr lang="en-US" sz="2400" dirty="0"/>
              <a:t>Memory limits</a:t>
            </a:r>
          </a:p>
          <a:p>
            <a:r>
              <a:rPr lang="en-US" sz="2400" dirty="0"/>
              <a:t>CPU limits</a:t>
            </a:r>
          </a:p>
          <a:p>
            <a:r>
              <a:rPr lang="en-US" sz="2400" dirty="0"/>
              <a:t>I/O limits</a:t>
            </a:r>
          </a:p>
          <a:p>
            <a:pPr marL="0" indent="0">
              <a:buNone/>
            </a:pPr>
            <a:r>
              <a:rPr lang="en-US" sz="2400" dirty="0"/>
              <a:t>…</a:t>
            </a:r>
          </a:p>
        </p:txBody>
      </p:sp>
      <p:sp>
        <p:nvSpPr>
          <p:cNvPr id="4" name="Date Placeholder 3">
            <a:extLst>
              <a:ext uri="{FF2B5EF4-FFF2-40B4-BE49-F238E27FC236}">
                <a16:creationId xmlns:a16="http://schemas.microsoft.com/office/drawing/2014/main" id="{9B7ADB8B-8552-A219-74FC-1A2001BF42CA}"/>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EE9FFC7-2BB1-CF49-2C93-F45D1396E508}"/>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CC1F397-76B4-B010-D625-CAEFF154C26F}"/>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Right Brace 6">
            <a:extLst>
              <a:ext uri="{FF2B5EF4-FFF2-40B4-BE49-F238E27FC236}">
                <a16:creationId xmlns:a16="http://schemas.microsoft.com/office/drawing/2014/main" id="{0058DC94-EF64-1A69-875D-62F35E5AD5BF}"/>
              </a:ext>
            </a:extLst>
          </p:cNvPr>
          <p:cNvSpPr/>
          <p:nvPr/>
        </p:nvSpPr>
        <p:spPr>
          <a:xfrm>
            <a:off x="6982691" y="1997563"/>
            <a:ext cx="443345" cy="2274294"/>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514E509-7BCA-4DC3-248C-F4B7E2454E4E}"/>
              </a:ext>
            </a:extLst>
          </p:cNvPr>
          <p:cNvSpPr txBox="1"/>
          <p:nvPr/>
        </p:nvSpPr>
        <p:spPr>
          <a:xfrm>
            <a:off x="7754817" y="2719211"/>
            <a:ext cx="3598983" cy="830997"/>
          </a:xfrm>
          <a:prstGeom prst="rect">
            <a:avLst/>
          </a:prstGeom>
          <a:noFill/>
        </p:spPr>
        <p:txBody>
          <a:bodyPr wrap="square" rtlCol="0">
            <a:spAutoFit/>
          </a:bodyPr>
          <a:lstStyle/>
          <a:p>
            <a:r>
              <a:rPr lang="en-US" sz="2400" dirty="0"/>
              <a:t>Can be managed through namespaces</a:t>
            </a:r>
          </a:p>
        </p:txBody>
      </p:sp>
      <p:sp>
        <p:nvSpPr>
          <p:cNvPr id="9" name="Right Brace 8">
            <a:extLst>
              <a:ext uri="{FF2B5EF4-FFF2-40B4-BE49-F238E27FC236}">
                <a16:creationId xmlns:a16="http://schemas.microsoft.com/office/drawing/2014/main" id="{0A14CA34-F59C-9C6B-76E2-571EB6A10C81}"/>
              </a:ext>
            </a:extLst>
          </p:cNvPr>
          <p:cNvSpPr/>
          <p:nvPr/>
        </p:nvSpPr>
        <p:spPr>
          <a:xfrm>
            <a:off x="6982691" y="4313422"/>
            <a:ext cx="443345" cy="1297670"/>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B8A997FE-0341-E38F-CAA9-5482C1ED7A8D}"/>
              </a:ext>
            </a:extLst>
          </p:cNvPr>
          <p:cNvSpPr txBox="1"/>
          <p:nvPr/>
        </p:nvSpPr>
        <p:spPr>
          <a:xfrm>
            <a:off x="7750094" y="4546758"/>
            <a:ext cx="4114800" cy="830997"/>
          </a:xfrm>
          <a:prstGeom prst="rect">
            <a:avLst/>
          </a:prstGeom>
          <a:noFill/>
        </p:spPr>
        <p:txBody>
          <a:bodyPr wrap="square" rtlCol="0">
            <a:spAutoFit/>
          </a:bodyPr>
          <a:lstStyle/>
          <a:p>
            <a:r>
              <a:rPr lang="en-US" sz="2400" dirty="0"/>
              <a:t>Of a different nature, they require some active monitoring</a:t>
            </a:r>
          </a:p>
        </p:txBody>
      </p:sp>
    </p:spTree>
    <p:extLst>
      <p:ext uri="{BB962C8B-B14F-4D97-AF65-F5344CB8AC3E}">
        <p14:creationId xmlns:p14="http://schemas.microsoft.com/office/powerpoint/2010/main" val="1099008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6D00FD-E5F5-52B8-96E6-C066F94E5AD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C3F90F5-262C-A397-F2A1-9FA3C9A34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AB7CD1-70C1-ACFA-5554-576C78D4FFC8}"/>
              </a:ext>
            </a:extLst>
          </p:cNvPr>
          <p:cNvSpPr>
            <a:spLocks noGrp="1"/>
          </p:cNvSpPr>
          <p:nvPr>
            <p:ph type="title"/>
          </p:nvPr>
        </p:nvSpPr>
        <p:spPr>
          <a:xfrm>
            <a:off x="838200" y="365125"/>
            <a:ext cx="10515600" cy="1325563"/>
          </a:xfrm>
        </p:spPr>
        <p:txBody>
          <a:bodyPr>
            <a:noAutofit/>
          </a:bodyPr>
          <a:lstStyle/>
          <a:p>
            <a:r>
              <a:rPr lang="en-US" sz="4800" b="1" dirty="0"/>
              <a:t>Example of namespace: Mount namespace</a:t>
            </a:r>
            <a:endParaRPr lang="en-US" sz="4800" dirty="0"/>
          </a:p>
        </p:txBody>
      </p:sp>
      <p:sp>
        <p:nvSpPr>
          <p:cNvPr id="13" name="sketch line">
            <a:extLst>
              <a:ext uri="{FF2B5EF4-FFF2-40B4-BE49-F238E27FC236}">
                <a16:creationId xmlns:a16="http://schemas.microsoft.com/office/drawing/2014/main" id="{5E85392C-32F4-54D0-7BAE-A8E7F68BE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8F7418-0634-623A-39BC-3B48984C74C9}"/>
              </a:ext>
            </a:extLst>
          </p:cNvPr>
          <p:cNvSpPr>
            <a:spLocks noGrp="1"/>
          </p:cNvSpPr>
          <p:nvPr>
            <p:ph idx="1"/>
          </p:nvPr>
        </p:nvSpPr>
        <p:spPr>
          <a:xfrm>
            <a:off x="838200" y="1929384"/>
            <a:ext cx="10328564" cy="4251960"/>
          </a:xfrm>
        </p:spPr>
        <p:txBody>
          <a:bodyPr>
            <a:normAutofit lnSpcReduction="10000"/>
          </a:bodyPr>
          <a:lstStyle/>
          <a:p>
            <a:r>
              <a:rPr lang="en-US" sz="3200" dirty="0"/>
              <a:t>Gives a process its own view of the filesystem mount hierarchy</a:t>
            </a:r>
          </a:p>
          <a:p>
            <a:r>
              <a:rPr lang="en-US" sz="3200" dirty="0"/>
              <a:t>Processes in different mount namespaces can see different mounted filesystems</a:t>
            </a:r>
          </a:p>
          <a:p>
            <a:r>
              <a:rPr lang="en-US" sz="3200" dirty="0"/>
              <a:t>Created or managed using mechanisms such as </a:t>
            </a:r>
            <a:r>
              <a:rPr lang="en-US" dirty="0"/>
              <a:t>clone()</a:t>
            </a:r>
            <a:r>
              <a:rPr lang="en-US" sz="3200" dirty="0"/>
              <a:t>, </a:t>
            </a:r>
            <a:r>
              <a:rPr lang="en-US" dirty="0" err="1"/>
              <a:t>unshare</a:t>
            </a:r>
            <a:r>
              <a:rPr lang="en-US" dirty="0"/>
              <a:t>()</a:t>
            </a:r>
            <a:r>
              <a:rPr lang="en-US" sz="3200" dirty="0"/>
              <a:t>, and </a:t>
            </a:r>
            <a:r>
              <a:rPr lang="en-US" dirty="0" err="1"/>
              <a:t>setns</a:t>
            </a:r>
            <a:r>
              <a:rPr lang="en-US" dirty="0"/>
              <a:t>()</a:t>
            </a:r>
            <a:endParaRPr lang="en-US" sz="3200" dirty="0"/>
          </a:p>
          <a:p>
            <a:r>
              <a:rPr lang="en-US" sz="3200" dirty="0"/>
              <a:t>Container runtimes combine mount namespaces with mounts and mechanisms such as </a:t>
            </a:r>
            <a:r>
              <a:rPr lang="en-US" dirty="0" err="1"/>
              <a:t>pivot_root</a:t>
            </a:r>
            <a:r>
              <a:rPr lang="en-US" dirty="0"/>
              <a:t>()</a:t>
            </a:r>
            <a:r>
              <a:rPr lang="en-US" sz="3200" dirty="0"/>
              <a:t> or </a:t>
            </a:r>
            <a:r>
              <a:rPr lang="en-US" dirty="0"/>
              <a:t>chroot()</a:t>
            </a:r>
            <a:r>
              <a:rPr lang="en-US" sz="3200" dirty="0"/>
              <a:t> to provide an isolated root filesystem</a:t>
            </a:r>
          </a:p>
        </p:txBody>
      </p:sp>
      <p:sp>
        <p:nvSpPr>
          <p:cNvPr id="4" name="Date Placeholder 3">
            <a:extLst>
              <a:ext uri="{FF2B5EF4-FFF2-40B4-BE49-F238E27FC236}">
                <a16:creationId xmlns:a16="http://schemas.microsoft.com/office/drawing/2014/main" id="{DD3A424F-7499-B07C-0577-08A47D84F5D0}"/>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5C0ECA7-5BD3-3F7A-4DCD-7BDDCF78F569}"/>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1DD8089-8A74-8D5E-D7B3-B3A6FF26269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542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457030-72D4-5BBB-7FE6-F1E3F70C067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DF54453-1265-DA02-304A-ED213B41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4DF29B-2D52-8AF2-F58B-A9F8FE879645}"/>
              </a:ext>
            </a:extLst>
          </p:cNvPr>
          <p:cNvSpPr>
            <a:spLocks noGrp="1"/>
          </p:cNvSpPr>
          <p:nvPr>
            <p:ph type="title"/>
          </p:nvPr>
        </p:nvSpPr>
        <p:spPr>
          <a:xfrm>
            <a:off x="838200" y="365125"/>
            <a:ext cx="10515600" cy="1325563"/>
          </a:xfrm>
        </p:spPr>
        <p:txBody>
          <a:bodyPr>
            <a:normAutofit fontScale="90000"/>
          </a:bodyPr>
          <a:lstStyle/>
          <a:p>
            <a:r>
              <a:rPr lang="en-US" sz="5400" dirty="0"/>
              <a:t>What about resources that need to be monitored? </a:t>
            </a:r>
            <a:r>
              <a:rPr lang="en-US" sz="5400" dirty="0">
                <a:sym typeface="Wingdings" pitchFamily="2" charset="2"/>
              </a:rPr>
              <a:t> cgroups</a:t>
            </a:r>
            <a:endParaRPr lang="en-US" sz="5400" dirty="0"/>
          </a:p>
        </p:txBody>
      </p:sp>
      <p:sp>
        <p:nvSpPr>
          <p:cNvPr id="13" name="sketch line">
            <a:extLst>
              <a:ext uri="{FF2B5EF4-FFF2-40B4-BE49-F238E27FC236}">
                <a16:creationId xmlns:a16="http://schemas.microsoft.com/office/drawing/2014/main" id="{A604B63B-F41C-52B0-6B93-48F51FFD9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8E167AE-9463-C536-C1A6-12991F3A5E35}"/>
              </a:ext>
            </a:extLst>
          </p:cNvPr>
          <p:cNvSpPr>
            <a:spLocks noGrp="1"/>
          </p:cNvSpPr>
          <p:nvPr>
            <p:ph idx="1"/>
          </p:nvPr>
        </p:nvSpPr>
        <p:spPr>
          <a:xfrm>
            <a:off x="838200" y="1929384"/>
            <a:ext cx="10853928" cy="4251960"/>
          </a:xfrm>
        </p:spPr>
        <p:txBody>
          <a:bodyPr>
            <a:normAutofit fontScale="92500" lnSpcReduction="10000"/>
          </a:bodyPr>
          <a:lstStyle/>
          <a:p>
            <a:r>
              <a:rPr lang="en-US" dirty="0"/>
              <a:t>One controller per resource type:</a:t>
            </a:r>
          </a:p>
          <a:p>
            <a:pPr lvl="1"/>
            <a:r>
              <a:rPr lang="en-US" dirty="0"/>
              <a:t>Resource 1 </a:t>
            </a:r>
            <a:r>
              <a:rPr lang="en-US" dirty="0">
                <a:sym typeface="Wingdings" pitchFamily="2" charset="2"/>
              </a:rPr>
              <a:t> cgroups (in a tree) specify “restrictions”</a:t>
            </a:r>
            <a:endParaRPr lang="en-US" dirty="0"/>
          </a:p>
          <a:p>
            <a:pPr lvl="1"/>
            <a:r>
              <a:rPr lang="en-US" dirty="0"/>
              <a:t>Resource 2 </a:t>
            </a:r>
            <a:r>
              <a:rPr lang="en-US" dirty="0">
                <a:sym typeface="Wingdings" pitchFamily="2" charset="2"/>
              </a:rPr>
              <a:t> cgroups (in a tree) specify “restrictions”</a:t>
            </a:r>
            <a:endParaRPr lang="en-US" dirty="0"/>
          </a:p>
          <a:p>
            <a:pPr lvl="1"/>
            <a:r>
              <a:rPr lang="en-US" dirty="0"/>
              <a:t>…</a:t>
            </a:r>
          </a:p>
          <a:p>
            <a:r>
              <a:rPr lang="en-US" dirty="0"/>
              <a:t>Each process belongs to exactly one cgroup for each resource of interest, and each resource is managed by a controller</a:t>
            </a:r>
            <a:endParaRPr lang="en-US" b="1" dirty="0"/>
          </a:p>
          <a:p>
            <a:r>
              <a:rPr lang="en-US" dirty="0"/>
              <a:t>Example:</a:t>
            </a:r>
          </a:p>
          <a:p>
            <a:pPr lvl="1"/>
            <a:r>
              <a:rPr lang="en-US" dirty="0"/>
              <a:t>CPU: c1:50%</a:t>
            </a:r>
          </a:p>
          <a:p>
            <a:pPr lvl="1"/>
            <a:r>
              <a:rPr lang="en-US" dirty="0"/>
              <a:t>Memory: m1:2GB</a:t>
            </a:r>
          </a:p>
          <a:p>
            <a:pPr lvl="1"/>
            <a:r>
              <a:rPr lang="en-US" dirty="0"/>
              <a:t>Processes A and B should use 50% of CPU:</a:t>
            </a:r>
            <a:r>
              <a:rPr lang="en-US" sz="2000" dirty="0"/>
              <a:t> </a:t>
            </a:r>
            <a:r>
              <a:rPr lang="en-US" dirty="0"/>
              <a:t>A </a:t>
            </a:r>
            <a:r>
              <a:rPr lang="en-US" dirty="0">
                <a:sym typeface="Wingdings" pitchFamily="2" charset="2"/>
              </a:rPr>
              <a:t> c1 in CPU / B  c1 in CPU</a:t>
            </a:r>
          </a:p>
          <a:p>
            <a:pPr lvl="1"/>
            <a:r>
              <a:rPr lang="en-US" dirty="0">
                <a:sym typeface="Wingdings" pitchFamily="2" charset="2"/>
              </a:rPr>
              <a:t>Process B should not use more than 2GB of memory: B  m1 in Memory</a:t>
            </a:r>
            <a:endParaRPr lang="en-US" dirty="0"/>
          </a:p>
          <a:p>
            <a:endParaRPr lang="en-US" sz="2400" dirty="0"/>
          </a:p>
          <a:p>
            <a:endParaRPr lang="en-US" sz="2400" dirty="0"/>
          </a:p>
        </p:txBody>
      </p:sp>
      <p:sp>
        <p:nvSpPr>
          <p:cNvPr id="4" name="Date Placeholder 3">
            <a:extLst>
              <a:ext uri="{FF2B5EF4-FFF2-40B4-BE49-F238E27FC236}">
                <a16:creationId xmlns:a16="http://schemas.microsoft.com/office/drawing/2014/main" id="{99678435-522D-295C-E4EC-A80F3D4E4651}"/>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59515C7-7630-6409-03F4-F6FD73CD562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C06A931-E57B-DE91-5927-078F04569253}"/>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41</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8765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73C5F1-6818-8031-FCE7-9D0F7E1735A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50DDDA4-BB99-63E4-9471-3BF0A4044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0346B7-8421-1A59-BF14-2D0B87991A69}"/>
              </a:ext>
            </a:extLst>
          </p:cNvPr>
          <p:cNvSpPr>
            <a:spLocks noGrp="1"/>
          </p:cNvSpPr>
          <p:nvPr>
            <p:ph type="title"/>
          </p:nvPr>
        </p:nvSpPr>
        <p:spPr>
          <a:xfrm>
            <a:off x="838200" y="365125"/>
            <a:ext cx="10515600" cy="1325563"/>
          </a:xfrm>
        </p:spPr>
        <p:txBody>
          <a:bodyPr>
            <a:noAutofit/>
          </a:bodyPr>
          <a:lstStyle/>
          <a:p>
            <a:r>
              <a:rPr lang="en-US" sz="4000" dirty="0"/>
              <a:t>Why are cgroups organized in a tree data structure for a given controller? Why multiple controllers?</a:t>
            </a:r>
          </a:p>
        </p:txBody>
      </p:sp>
      <p:sp>
        <p:nvSpPr>
          <p:cNvPr id="13" name="sketch line">
            <a:extLst>
              <a:ext uri="{FF2B5EF4-FFF2-40B4-BE49-F238E27FC236}">
                <a16:creationId xmlns:a16="http://schemas.microsoft.com/office/drawing/2014/main" id="{4EAC2581-4320-737D-E08B-FF6CC2327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B932E5D-671D-5B49-DC28-F94D41501E2F}"/>
              </a:ext>
            </a:extLst>
          </p:cNvPr>
          <p:cNvSpPr>
            <a:spLocks noGrp="1"/>
          </p:cNvSpPr>
          <p:nvPr>
            <p:ph idx="1"/>
          </p:nvPr>
        </p:nvSpPr>
        <p:spPr>
          <a:xfrm>
            <a:off x="838200" y="1929384"/>
            <a:ext cx="10853928" cy="4251960"/>
          </a:xfrm>
        </p:spPr>
        <p:txBody>
          <a:bodyPr>
            <a:normAutofit/>
          </a:bodyPr>
          <a:lstStyle/>
          <a:p>
            <a:r>
              <a:rPr lang="en-US" sz="3600" dirty="0"/>
              <a:t>Processes A and B should use 50% of CPU </a:t>
            </a:r>
          </a:p>
          <a:p>
            <a:pPr lvl="1"/>
            <a:r>
              <a:rPr lang="en-US" sz="3200" b="1" u="sng" dirty="0"/>
              <a:t>But what if we want specific quotas for them?</a:t>
            </a:r>
          </a:p>
          <a:p>
            <a:r>
              <a:rPr lang="en-US" sz="3600" dirty="0"/>
              <a:t>Also, assume we have a CPU with 4 cores</a:t>
            </a:r>
          </a:p>
          <a:p>
            <a:pPr lvl="1"/>
            <a:r>
              <a:rPr lang="en-US" sz="3200" dirty="0"/>
              <a:t>Pinning A and B to 2 cores</a:t>
            </a:r>
            <a:r>
              <a:rPr lang="en-US" sz="3200" dirty="0">
                <a:sym typeface="Wingdings" pitchFamily="2" charset="2"/>
              </a:rPr>
              <a:t> </a:t>
            </a:r>
            <a:r>
              <a:rPr lang="en-US" sz="3200" dirty="0"/>
              <a:t>Processes A and B cannot use more than 50% of CPU </a:t>
            </a:r>
          </a:p>
        </p:txBody>
      </p:sp>
      <p:sp>
        <p:nvSpPr>
          <p:cNvPr id="4" name="Date Placeholder 3">
            <a:extLst>
              <a:ext uri="{FF2B5EF4-FFF2-40B4-BE49-F238E27FC236}">
                <a16:creationId xmlns:a16="http://schemas.microsoft.com/office/drawing/2014/main" id="{F709368A-96BD-EBF3-F533-0FEB304417F0}"/>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0A701C9-6169-5CC6-F887-DFE7006D13C6}"/>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87FA5F2-20D4-EF84-9FAB-422FBD42DCC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5026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F40519-2201-C00B-0FDF-FC72D2B8B68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268C601-ED90-7B22-E024-A66CFEF84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35DC0D-AB00-7A78-4E17-8F8DBAACD8AE}"/>
              </a:ext>
            </a:extLst>
          </p:cNvPr>
          <p:cNvSpPr>
            <a:spLocks noGrp="1"/>
          </p:cNvSpPr>
          <p:nvPr>
            <p:ph type="title"/>
          </p:nvPr>
        </p:nvSpPr>
        <p:spPr>
          <a:xfrm>
            <a:off x="838200" y="365125"/>
            <a:ext cx="10515600" cy="1325563"/>
          </a:xfrm>
        </p:spPr>
        <p:txBody>
          <a:bodyPr>
            <a:noAutofit/>
          </a:bodyPr>
          <a:lstStyle/>
          <a:p>
            <a:r>
              <a:rPr lang="en-US" dirty="0"/>
              <a:t>Note: there can be different ways of enforcing a restriction, and they might also conflict…</a:t>
            </a:r>
          </a:p>
        </p:txBody>
      </p:sp>
      <p:sp>
        <p:nvSpPr>
          <p:cNvPr id="13" name="sketch line">
            <a:extLst>
              <a:ext uri="{FF2B5EF4-FFF2-40B4-BE49-F238E27FC236}">
                <a16:creationId xmlns:a16="http://schemas.microsoft.com/office/drawing/2014/main" id="{4DFE27E8-5F16-A913-ECC2-82BB77CF4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6B2303-75EB-7173-4A2D-EF89EB75D76F}"/>
              </a:ext>
            </a:extLst>
          </p:cNvPr>
          <p:cNvSpPr>
            <a:spLocks noGrp="1"/>
          </p:cNvSpPr>
          <p:nvPr>
            <p:ph idx="1"/>
          </p:nvPr>
        </p:nvSpPr>
        <p:spPr>
          <a:xfrm>
            <a:off x="838200" y="1929384"/>
            <a:ext cx="10853928" cy="4251960"/>
          </a:xfrm>
        </p:spPr>
        <p:txBody>
          <a:bodyPr>
            <a:normAutofit/>
          </a:bodyPr>
          <a:lstStyle/>
          <a:p>
            <a:r>
              <a:rPr lang="en-US" sz="3600" dirty="0"/>
              <a:t>Cgroup for </a:t>
            </a:r>
            <a:r>
              <a:rPr lang="en-US" sz="3600" dirty="0" err="1"/>
              <a:t>cpuset</a:t>
            </a:r>
            <a:r>
              <a:rPr lang="en-US" sz="3600" dirty="0"/>
              <a:t> controller: use only core 1</a:t>
            </a:r>
          </a:p>
          <a:p>
            <a:r>
              <a:rPr lang="en-US" sz="3600" dirty="0"/>
              <a:t>Affinity of a thread in that cgroup: use only core 2</a:t>
            </a:r>
          </a:p>
          <a:p>
            <a:pPr>
              <a:buFont typeface="Wingdings" pitchFamily="2" charset="2"/>
              <a:buChar char="à"/>
            </a:pPr>
            <a:r>
              <a:rPr lang="en-US" sz="3600" dirty="0">
                <a:sym typeface="Wingdings" pitchFamily="2" charset="2"/>
              </a:rPr>
              <a:t>The OS will enforce the intersection of the two</a:t>
            </a:r>
          </a:p>
          <a:p>
            <a:pPr lvl="1">
              <a:buFont typeface="Wingdings" pitchFamily="2" charset="2"/>
              <a:buChar char="à"/>
            </a:pPr>
            <a:r>
              <a:rPr lang="en-US" dirty="0">
                <a:sym typeface="Wingdings" pitchFamily="2" charset="2"/>
              </a:rPr>
              <a:t>The thread is effectively blocked</a:t>
            </a:r>
            <a:endParaRPr lang="en-US" dirty="0"/>
          </a:p>
        </p:txBody>
      </p:sp>
      <p:sp>
        <p:nvSpPr>
          <p:cNvPr id="4" name="Date Placeholder 3">
            <a:extLst>
              <a:ext uri="{FF2B5EF4-FFF2-40B4-BE49-F238E27FC236}">
                <a16:creationId xmlns:a16="http://schemas.microsoft.com/office/drawing/2014/main" id="{3620A37F-2A24-79D8-5547-6458D269C5D8}"/>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3264A5E8-1E19-AE88-820A-C2ABDE887590}"/>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DDA5C52-A76C-C77B-C3E4-E0355B742F8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43</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9616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D7A70E-1B93-69F1-4AF3-2675625E17C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5C4C838-DB10-0538-988D-390ED741F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954EA6-9F4B-128B-BBB9-2553A6D45008}"/>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3DC89B36-B4D3-7D17-6AF8-74ECBCCF7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59B423D-336F-1BF6-949E-C87BBD108328}"/>
              </a:ext>
            </a:extLst>
          </p:cNvPr>
          <p:cNvSpPr>
            <a:spLocks noGrp="1"/>
          </p:cNvSpPr>
          <p:nvPr>
            <p:ph idx="1"/>
          </p:nvPr>
        </p:nvSpPr>
        <p:spPr>
          <a:xfrm>
            <a:off x="838200" y="1929384"/>
            <a:ext cx="10853928" cy="4251960"/>
          </a:xfrm>
        </p:spPr>
        <p:txBody>
          <a:bodyPr>
            <a:normAutofit/>
          </a:bodyPr>
          <a:lstStyle/>
          <a:p>
            <a:r>
              <a:rPr lang="en-US" sz="3600" dirty="0" err="1"/>
              <a:t>cpu</a:t>
            </a:r>
            <a:r>
              <a:rPr lang="en-US" sz="3600" dirty="0"/>
              <a:t> </a:t>
            </a:r>
            <a:r>
              <a:rPr lang="en-US" sz="3600" dirty="0">
                <a:sym typeface="Wingdings" pitchFamily="2" charset="2"/>
              </a:rPr>
              <a:t> </a:t>
            </a:r>
            <a:r>
              <a:rPr lang="en-US" sz="3600" dirty="0"/>
              <a:t>CPU bandwidth or relative CPU weight</a:t>
            </a:r>
            <a:endParaRPr lang="en-US" sz="3600" dirty="0">
              <a:sym typeface="Wingdings" pitchFamily="2" charset="2"/>
            </a:endParaRPr>
          </a:p>
          <a:p>
            <a:r>
              <a:rPr lang="en-US" sz="3600" dirty="0" err="1">
                <a:sym typeface="Wingdings" pitchFamily="2" charset="2"/>
              </a:rPr>
              <a:t>cpuset</a:t>
            </a:r>
            <a:r>
              <a:rPr lang="en-US" sz="3600" dirty="0">
                <a:sym typeface="Wingdings" pitchFamily="2" charset="2"/>
              </a:rPr>
              <a:t>  which CPU/NUMA part</a:t>
            </a:r>
          </a:p>
          <a:p>
            <a:r>
              <a:rPr lang="en-US" sz="3600" dirty="0">
                <a:sym typeface="Wingdings" pitchFamily="2" charset="2"/>
              </a:rPr>
              <a:t>memory  memory usage</a:t>
            </a:r>
          </a:p>
          <a:p>
            <a:r>
              <a:rPr lang="en-US" sz="3600" dirty="0">
                <a:sym typeface="Wingdings" pitchFamily="2" charset="2"/>
              </a:rPr>
              <a:t>io/</a:t>
            </a:r>
            <a:r>
              <a:rPr lang="en-US" sz="3600" dirty="0" err="1">
                <a:sym typeface="Wingdings" pitchFamily="2" charset="2"/>
              </a:rPr>
              <a:t>blkio</a:t>
            </a:r>
            <a:r>
              <a:rPr lang="en-US" sz="3600" dirty="0">
                <a:sym typeface="Wingdings" pitchFamily="2" charset="2"/>
              </a:rPr>
              <a:t>  disk I/O</a:t>
            </a:r>
          </a:p>
          <a:p>
            <a:r>
              <a:rPr lang="en-US" sz="3600" dirty="0" err="1">
                <a:sym typeface="Wingdings" pitchFamily="2" charset="2"/>
              </a:rPr>
              <a:t>pids</a:t>
            </a:r>
            <a:r>
              <a:rPr lang="en-US" sz="3600" dirty="0">
                <a:sym typeface="Wingdings" pitchFamily="2" charset="2"/>
              </a:rPr>
              <a:t>  </a:t>
            </a:r>
            <a:r>
              <a:rPr lang="en-US" sz="3600" dirty="0"/>
              <a:t>limits the number of processes/tasks</a:t>
            </a:r>
            <a:endParaRPr lang="en-US" sz="3600" dirty="0">
              <a:sym typeface="Wingdings" pitchFamily="2" charset="2"/>
            </a:endParaRPr>
          </a:p>
          <a:p>
            <a:r>
              <a:rPr lang="en-US" sz="3600" dirty="0">
                <a:sym typeface="Wingdings" pitchFamily="2" charset="2"/>
              </a:rPr>
              <a:t>devices  </a:t>
            </a:r>
            <a:r>
              <a:rPr lang="en-US" sz="3600" dirty="0"/>
              <a:t>access to devices</a:t>
            </a:r>
          </a:p>
        </p:txBody>
      </p:sp>
      <p:sp>
        <p:nvSpPr>
          <p:cNvPr id="4" name="Date Placeholder 3">
            <a:extLst>
              <a:ext uri="{FF2B5EF4-FFF2-40B4-BE49-F238E27FC236}">
                <a16:creationId xmlns:a16="http://schemas.microsoft.com/office/drawing/2014/main" id="{D37D9E9B-C733-56F2-6367-04AFEE87D75F}"/>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6883EE5-EB4F-FB73-6833-D8158C9B6A6E}"/>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E163954-C638-F38F-E802-44B17D7CE68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44</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128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39F3-6C19-7679-3EC7-4988B2903355}"/>
              </a:ext>
            </a:extLst>
          </p:cNvPr>
          <p:cNvSpPr>
            <a:spLocks noGrp="1"/>
          </p:cNvSpPr>
          <p:nvPr>
            <p:ph type="title"/>
          </p:nvPr>
        </p:nvSpPr>
        <p:spPr/>
        <p:txBody>
          <a:bodyPr/>
          <a:lstStyle/>
          <a:p>
            <a:r>
              <a:rPr lang="en-US" b="1" dirty="0"/>
              <a:t>cgroup v1 and cgroup v2</a:t>
            </a:r>
            <a:endParaRPr lang="en-US" dirty="0"/>
          </a:p>
        </p:txBody>
      </p:sp>
      <p:sp>
        <p:nvSpPr>
          <p:cNvPr id="3" name="Content Placeholder 2">
            <a:extLst>
              <a:ext uri="{FF2B5EF4-FFF2-40B4-BE49-F238E27FC236}">
                <a16:creationId xmlns:a16="http://schemas.microsoft.com/office/drawing/2014/main" id="{0B0E9515-B320-FAB4-01A3-6DB580930E22}"/>
              </a:ext>
            </a:extLst>
          </p:cNvPr>
          <p:cNvSpPr>
            <a:spLocks noGrp="1"/>
          </p:cNvSpPr>
          <p:nvPr>
            <p:ph idx="1"/>
          </p:nvPr>
        </p:nvSpPr>
        <p:spPr/>
        <p:txBody>
          <a:bodyPr>
            <a:normAutofit/>
          </a:bodyPr>
          <a:lstStyle/>
          <a:p>
            <a:r>
              <a:rPr lang="en-US" dirty="0"/>
              <a:t>Please note, the following examples mix v1 and v2 of cgroup</a:t>
            </a:r>
          </a:p>
          <a:p>
            <a:r>
              <a:rPr lang="en-US" b="1" dirty="0"/>
              <a:t>cgroup v1</a:t>
            </a:r>
            <a:endParaRPr lang="en-US" dirty="0"/>
          </a:p>
          <a:p>
            <a:pPr lvl="1"/>
            <a:r>
              <a:rPr lang="en-US" dirty="0"/>
              <a:t>Separate hierarchies may be used for different controllers</a:t>
            </a:r>
          </a:p>
          <a:p>
            <a:pPr lvl="1"/>
            <a:r>
              <a:rPr lang="en-US" dirty="0"/>
              <a:t>A process can belong to different cgroups for different controllers</a:t>
            </a:r>
          </a:p>
          <a:p>
            <a:r>
              <a:rPr lang="en-US" b="1" dirty="0"/>
              <a:t>cgroup v2</a:t>
            </a:r>
            <a:endParaRPr lang="en-US" dirty="0"/>
          </a:p>
          <a:p>
            <a:pPr lvl="1"/>
            <a:r>
              <a:rPr lang="en-US" dirty="0"/>
              <a:t>One unified cgroup hierarchy</a:t>
            </a:r>
          </a:p>
          <a:p>
            <a:pPr lvl="1"/>
            <a:r>
              <a:rPr lang="en-US" dirty="0"/>
              <a:t>A process belongs to one cgroup in that hierarchy</a:t>
            </a:r>
          </a:p>
          <a:p>
            <a:pPr lvl="1"/>
            <a:r>
              <a:rPr lang="en-US" dirty="0"/>
              <a:t>Controllers are enabled within the hierarchy</a:t>
            </a:r>
          </a:p>
          <a:p>
            <a:endParaRPr lang="en-US" dirty="0"/>
          </a:p>
        </p:txBody>
      </p:sp>
      <p:sp>
        <p:nvSpPr>
          <p:cNvPr id="4" name="Date Placeholder 3">
            <a:extLst>
              <a:ext uri="{FF2B5EF4-FFF2-40B4-BE49-F238E27FC236}">
                <a16:creationId xmlns:a16="http://schemas.microsoft.com/office/drawing/2014/main" id="{693B7DE0-CED3-32B4-72FA-0D39049D9246}"/>
              </a:ext>
            </a:extLst>
          </p:cNvPr>
          <p:cNvSpPr>
            <a:spLocks noGrp="1"/>
          </p:cNvSpPr>
          <p:nvPr>
            <p:ph type="dt" sz="half" idx="10"/>
          </p:nvPr>
        </p:nvSpPr>
        <p:spPr/>
        <p:txBody>
          <a:bodyPr/>
          <a:lstStyle/>
          <a:p>
            <a:r>
              <a:rPr lang="sv-SE"/>
              <a:t>Vincenzo Gulisano</a:t>
            </a:r>
            <a:endParaRPr lang="en-SE"/>
          </a:p>
        </p:txBody>
      </p:sp>
      <p:sp>
        <p:nvSpPr>
          <p:cNvPr id="5" name="Footer Placeholder 4">
            <a:extLst>
              <a:ext uri="{FF2B5EF4-FFF2-40B4-BE49-F238E27FC236}">
                <a16:creationId xmlns:a16="http://schemas.microsoft.com/office/drawing/2014/main" id="{17135621-FAF6-56FD-2290-C944CDFB58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9E60809-C354-A878-6368-7B6313C1A7C7}"/>
              </a:ext>
            </a:extLst>
          </p:cNvPr>
          <p:cNvSpPr>
            <a:spLocks noGrp="1"/>
          </p:cNvSpPr>
          <p:nvPr>
            <p:ph type="sldNum" sz="quarter" idx="12"/>
          </p:nvPr>
        </p:nvSpPr>
        <p:spPr/>
        <p:txBody>
          <a:bodyPr/>
          <a:lstStyle/>
          <a:p>
            <a:fld id="{C92894D7-1DF0-2544-A605-B97A2B84F4F8}" type="slidenum">
              <a:rPr lang="en-SE" smtClean="0"/>
              <a:t>45</a:t>
            </a:fld>
            <a:endParaRPr lang="en-SE"/>
          </a:p>
        </p:txBody>
      </p:sp>
    </p:spTree>
    <p:extLst>
      <p:ext uri="{BB962C8B-B14F-4D97-AF65-F5344CB8AC3E}">
        <p14:creationId xmlns:p14="http://schemas.microsoft.com/office/powerpoint/2010/main" val="2901525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00D2D7-8FD2-9005-AE96-E2268D3EB60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A2AC928-C170-44D2-14EC-A9A369559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6EBC60-602B-D56D-E800-FE6AD8B0415A}"/>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D0264342-B556-472E-DD43-41083FE55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D5DC6756-05F0-E4BE-9567-3C806CB4447D}"/>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E088B987-C620-73D6-CC03-FC730C114F4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1218CCD-D2D3-F444-8486-065901DB459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46</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5" name="Content Placeholder 14">
            <a:extLst>
              <a:ext uri="{FF2B5EF4-FFF2-40B4-BE49-F238E27FC236}">
                <a16:creationId xmlns:a16="http://schemas.microsoft.com/office/drawing/2014/main" id="{F833C3AF-15D9-5673-D696-1903C9180014}"/>
              </a:ext>
            </a:extLst>
          </p:cNvPr>
          <p:cNvGraphicFramePr>
            <a:graphicFrameLocks noGrp="1"/>
          </p:cNvGraphicFramePr>
          <p:nvPr>
            <p:ph idx="1"/>
            <p:extLst>
              <p:ext uri="{D42A27DB-BD31-4B8C-83A1-F6EECF244321}">
                <p14:modId xmlns:p14="http://schemas.microsoft.com/office/powerpoint/2010/main" val="3140009906"/>
              </p:ext>
            </p:extLst>
          </p:nvPr>
        </p:nvGraphicFramePr>
        <p:xfrm>
          <a:off x="838201" y="1825625"/>
          <a:ext cx="643543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Content Placeholder 2">
            <a:extLst>
              <a:ext uri="{FF2B5EF4-FFF2-40B4-BE49-F238E27FC236}">
                <a16:creationId xmlns:a16="http://schemas.microsoft.com/office/drawing/2014/main" id="{DD076A5C-8164-A975-399F-C01AD7977BD6}"/>
              </a:ext>
            </a:extLst>
          </p:cNvPr>
          <p:cNvSpPr txBox="1">
            <a:spLocks/>
          </p:cNvSpPr>
          <p:nvPr/>
        </p:nvSpPr>
        <p:spPr>
          <a:xfrm>
            <a:off x="7384472" y="1929384"/>
            <a:ext cx="4639887" cy="425196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cpu</a:t>
            </a:r>
            <a:r>
              <a:rPr lang="en-US" dirty="0"/>
              <a:t> is defined by means of shares</a:t>
            </a:r>
          </a:p>
          <a:p>
            <a:r>
              <a:rPr lang="en-US" dirty="0"/>
              <a:t>Usually:</a:t>
            </a:r>
          </a:p>
          <a:p>
            <a:pPr lvl="1"/>
            <a:r>
              <a:rPr lang="en-US" dirty="0" err="1"/>
              <a:t>system.slice</a:t>
            </a:r>
            <a:r>
              <a:rPr lang="en-US" dirty="0"/>
              <a:t> for system services</a:t>
            </a:r>
            <a:endParaRPr lang="en-US" dirty="0">
              <a:sym typeface="Wingdings" pitchFamily="2" charset="2"/>
            </a:endParaRPr>
          </a:p>
          <a:p>
            <a:pPr lvl="1"/>
            <a:r>
              <a:rPr lang="en-US" dirty="0" err="1">
                <a:sym typeface="Wingdings" pitchFamily="2" charset="2"/>
              </a:rPr>
              <a:t>user.slice</a:t>
            </a:r>
            <a:r>
              <a:rPr lang="en-US" dirty="0">
                <a:sym typeface="Wingdings" pitchFamily="2" charset="2"/>
              </a:rPr>
              <a:t> for user processes</a:t>
            </a:r>
          </a:p>
          <a:p>
            <a:pPr lvl="1"/>
            <a:r>
              <a:rPr lang="en-US" dirty="0" err="1">
                <a:sym typeface="Wingdings" pitchFamily="2" charset="2"/>
              </a:rPr>
              <a:t>machine.slice</a:t>
            </a:r>
            <a:r>
              <a:rPr lang="en-US" dirty="0">
                <a:sym typeface="Wingdings" pitchFamily="2" charset="2"/>
              </a:rPr>
              <a:t> for VMs/Containers</a:t>
            </a:r>
          </a:p>
          <a:p>
            <a:r>
              <a:rPr lang="en-US" sz="2400" dirty="0">
                <a:sym typeface="Wingdings" pitchFamily="2" charset="2"/>
              </a:rPr>
              <a:t>In the example, u</a:t>
            </a:r>
            <a:r>
              <a:rPr lang="en-US" sz="2400" dirty="0"/>
              <a:t>nder full contention, G1 receives approximately 0.25 of the CPU time</a:t>
            </a:r>
            <a:r>
              <a:rPr lang="en-US" sz="2400" dirty="0">
                <a:sym typeface="Wingdings" pitchFamily="2" charset="2"/>
              </a:rPr>
              <a:t>, G1.A gets 1/11*0.25=0.02 of resources</a:t>
            </a:r>
            <a:endParaRPr lang="en-US" sz="2400" dirty="0"/>
          </a:p>
        </p:txBody>
      </p:sp>
    </p:spTree>
    <p:extLst>
      <p:ext uri="{BB962C8B-B14F-4D97-AF65-F5344CB8AC3E}">
        <p14:creationId xmlns:p14="http://schemas.microsoft.com/office/powerpoint/2010/main" val="1390151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29FFD-CFD3-8D82-5AE6-21A79DADB8B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B69907D-36F9-A2EF-B04A-EFF6A9735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D67C87-830A-5767-F4BC-6E3CF10A0E67}"/>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6DB59809-3695-D1B7-A698-AAE07DE38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6354A0D3-2AB5-713C-FE9F-2F255C19FB41}"/>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7571678-CF0B-9989-E563-7267E02719B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51C04B8A-BCF0-B372-68D9-516AC04AD7DC}"/>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5" name="Content Placeholder 14">
            <a:extLst>
              <a:ext uri="{FF2B5EF4-FFF2-40B4-BE49-F238E27FC236}">
                <a16:creationId xmlns:a16="http://schemas.microsoft.com/office/drawing/2014/main" id="{6220B527-CA18-9372-8F85-6DD13E7765A5}"/>
              </a:ext>
            </a:extLst>
          </p:cNvPr>
          <p:cNvGraphicFramePr>
            <a:graphicFrameLocks noGrp="1"/>
          </p:cNvGraphicFramePr>
          <p:nvPr>
            <p:ph idx="1"/>
            <p:extLst>
              <p:ext uri="{D42A27DB-BD31-4B8C-83A1-F6EECF244321}">
                <p14:modId xmlns:p14="http://schemas.microsoft.com/office/powerpoint/2010/main" val="3403846152"/>
              </p:ext>
            </p:extLst>
          </p:nvPr>
        </p:nvGraphicFramePr>
        <p:xfrm>
          <a:off x="838201" y="1825625"/>
          <a:ext cx="643543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Content Placeholder 2">
            <a:extLst>
              <a:ext uri="{FF2B5EF4-FFF2-40B4-BE49-F238E27FC236}">
                <a16:creationId xmlns:a16="http://schemas.microsoft.com/office/drawing/2014/main" id="{53B7F993-61BA-F574-892B-EC62978015FA}"/>
              </a:ext>
            </a:extLst>
          </p:cNvPr>
          <p:cNvSpPr txBox="1">
            <a:spLocks/>
          </p:cNvSpPr>
          <p:nvPr/>
        </p:nvSpPr>
        <p:spPr>
          <a:xfrm>
            <a:off x="7370618" y="1929384"/>
            <a:ext cx="4321509" cy="425196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memory is defined in absolute value</a:t>
            </a:r>
          </a:p>
          <a:p>
            <a:r>
              <a:rPr lang="en-US" sz="3600" dirty="0"/>
              <a:t>Processes in G2.1 cannot use more than 1 GB</a:t>
            </a:r>
          </a:p>
          <a:p>
            <a:r>
              <a:rPr lang="en-US" sz="3600" dirty="0"/>
              <a:t>Processes in G2.2 cannot use more than 1.5 GB</a:t>
            </a:r>
          </a:p>
          <a:p>
            <a:r>
              <a:rPr lang="en-US" sz="3600" dirty="0"/>
              <a:t>Processes in G2.1 together with processes in G2.2 cannot use more than 2GB </a:t>
            </a:r>
            <a:endParaRPr lang="en-US" sz="3200" dirty="0"/>
          </a:p>
        </p:txBody>
      </p:sp>
    </p:spTree>
    <p:extLst>
      <p:ext uri="{BB962C8B-B14F-4D97-AF65-F5344CB8AC3E}">
        <p14:creationId xmlns:p14="http://schemas.microsoft.com/office/powerpoint/2010/main" val="981126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B6DA8D-7E0F-C713-D74C-434AD1DE843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1558CDB-297C-307D-7830-6551C4555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200D477-75A9-5D69-A735-263B0668E56B}"/>
              </a:ext>
            </a:extLst>
          </p:cNvPr>
          <p:cNvSpPr>
            <a:spLocks noGrp="1"/>
          </p:cNvSpPr>
          <p:nvPr>
            <p:ph type="title"/>
          </p:nvPr>
        </p:nvSpPr>
        <p:spPr>
          <a:xfrm>
            <a:off x="838200" y="365125"/>
            <a:ext cx="10515600" cy="1325563"/>
          </a:xfrm>
        </p:spPr>
        <p:txBody>
          <a:bodyPr>
            <a:noAutofit/>
          </a:bodyPr>
          <a:lstStyle/>
          <a:p>
            <a:r>
              <a:rPr lang="en-US" sz="3600" dirty="0"/>
              <a:t>Each process belongs to one cgroup in each hierarchy</a:t>
            </a:r>
          </a:p>
        </p:txBody>
      </p:sp>
      <p:sp>
        <p:nvSpPr>
          <p:cNvPr id="13" name="sketch line">
            <a:extLst>
              <a:ext uri="{FF2B5EF4-FFF2-40B4-BE49-F238E27FC236}">
                <a16:creationId xmlns:a16="http://schemas.microsoft.com/office/drawing/2014/main" id="{07A58EA0-C47B-84F7-C836-F8463AFCA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07E1A199-7D70-44F7-C98F-BE6C4048519A}"/>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4596AB5E-3472-1C3F-E40F-0F5ADC5717CD}"/>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83A835D-A8BF-623B-C6D0-E27FC7601B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48</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7F463A20-5DA1-E381-AD3A-4F98D52987FD}"/>
              </a:ext>
            </a:extLst>
          </p:cNvPr>
          <p:cNvSpPr>
            <a:spLocks noGrp="1"/>
          </p:cNvSpPr>
          <p:nvPr>
            <p:ph idx="1"/>
          </p:nvPr>
        </p:nvSpPr>
        <p:spPr/>
        <p:txBody>
          <a:bodyPr/>
          <a:lstStyle/>
          <a:p>
            <a:pPr marL="0" indent="0">
              <a:buNone/>
            </a:pPr>
            <a:r>
              <a:rPr lang="en-US" i="1" dirty="0"/>
              <a:t>cat /proc/4042126/cgroup</a:t>
            </a:r>
          </a:p>
        </p:txBody>
      </p:sp>
      <p:sp>
        <p:nvSpPr>
          <p:cNvPr id="9" name="TextBox 8">
            <a:extLst>
              <a:ext uri="{FF2B5EF4-FFF2-40B4-BE49-F238E27FC236}">
                <a16:creationId xmlns:a16="http://schemas.microsoft.com/office/drawing/2014/main" id="{9EDFA60B-332E-18C8-0954-5DA6A5B1C278}"/>
              </a:ext>
            </a:extLst>
          </p:cNvPr>
          <p:cNvSpPr txBox="1"/>
          <p:nvPr/>
        </p:nvSpPr>
        <p:spPr>
          <a:xfrm>
            <a:off x="554181" y="2516623"/>
            <a:ext cx="11402291" cy="3693319"/>
          </a:xfrm>
          <a:prstGeom prst="rect">
            <a:avLst/>
          </a:prstGeom>
          <a:noFill/>
        </p:spPr>
        <p:txBody>
          <a:bodyPr wrap="square">
            <a:spAutoFit/>
          </a:bodyPr>
          <a:lstStyle/>
          <a:p>
            <a:r>
              <a:rPr lang="en-US" dirty="0">
                <a:highlight>
                  <a:srgbClr val="FFFF00"/>
                </a:highlight>
              </a:rPr>
              <a:t>12:cpuset:/                       					→ </a:t>
            </a:r>
            <a:r>
              <a:rPr lang="en-US" dirty="0" err="1">
                <a:highlight>
                  <a:srgbClr val="FFFF00"/>
                </a:highlight>
              </a:rPr>
              <a:t>cpuset</a:t>
            </a:r>
            <a:r>
              <a:rPr lang="en-US" dirty="0">
                <a:highlight>
                  <a:srgbClr val="FFFF00"/>
                </a:highlight>
              </a:rPr>
              <a:t> controller, in the root group (/)</a:t>
            </a:r>
          </a:p>
          <a:p>
            <a:r>
              <a:rPr lang="en-US" dirty="0"/>
              <a:t>11:perf_event:/                   					→ performance monitoring events, root group</a:t>
            </a:r>
          </a:p>
          <a:p>
            <a:r>
              <a:rPr lang="en-US" dirty="0"/>
              <a:t>10:devices:/</a:t>
            </a:r>
            <a:r>
              <a:rPr lang="en-US" dirty="0" err="1"/>
              <a:t>user.slice</a:t>
            </a:r>
            <a:r>
              <a:rPr lang="en-US" dirty="0"/>
              <a:t>            					→ limited by device access rules of </a:t>
            </a:r>
            <a:r>
              <a:rPr lang="en-US" dirty="0" err="1"/>
              <a:t>user.slice</a:t>
            </a:r>
            <a:endParaRPr lang="en-US" dirty="0"/>
          </a:p>
          <a:p>
            <a:r>
              <a:rPr lang="en-US" dirty="0">
                <a:highlight>
                  <a:srgbClr val="FFFF00"/>
                </a:highlight>
              </a:rPr>
              <a:t>9:memory:/</a:t>
            </a:r>
            <a:r>
              <a:rPr lang="en-US" dirty="0" err="1">
                <a:highlight>
                  <a:srgbClr val="FFFF00"/>
                </a:highlight>
              </a:rPr>
              <a:t>user.slice</a:t>
            </a:r>
            <a:r>
              <a:rPr lang="en-US" dirty="0">
                <a:highlight>
                  <a:srgbClr val="FFFF00"/>
                </a:highlight>
              </a:rPr>
              <a:t>/user-1009.slice/session-9277.scope 		→ memory limits per user/session</a:t>
            </a:r>
          </a:p>
          <a:p>
            <a:r>
              <a:rPr lang="en-US" dirty="0"/>
              <a:t>8:cpu,cpuacct:/</a:t>
            </a:r>
            <a:r>
              <a:rPr lang="en-US" dirty="0" err="1"/>
              <a:t>user.slice</a:t>
            </a:r>
            <a:r>
              <a:rPr lang="en-US" dirty="0"/>
              <a:t>         				→ CPU shares/usage accounting under </a:t>
            </a:r>
            <a:r>
              <a:rPr lang="en-US" dirty="0" err="1"/>
              <a:t>user.slice</a:t>
            </a:r>
            <a:endParaRPr lang="en-US" dirty="0"/>
          </a:p>
          <a:p>
            <a:r>
              <a:rPr lang="en-US" dirty="0">
                <a:highlight>
                  <a:srgbClr val="00FF00"/>
                </a:highlight>
              </a:rPr>
              <a:t>7:blkio:/</a:t>
            </a:r>
            <a:r>
              <a:rPr lang="en-US" dirty="0" err="1">
                <a:highlight>
                  <a:srgbClr val="00FF00"/>
                </a:highlight>
              </a:rPr>
              <a:t>user.slice</a:t>
            </a:r>
            <a:r>
              <a:rPr lang="en-US" dirty="0">
                <a:highlight>
                  <a:srgbClr val="00FF00"/>
                </a:highlight>
              </a:rPr>
              <a:t>               					→ block I/O controller, </a:t>
            </a:r>
            <a:r>
              <a:rPr lang="en-US" dirty="0" err="1">
                <a:highlight>
                  <a:srgbClr val="00FF00"/>
                </a:highlight>
              </a:rPr>
              <a:t>user.slice</a:t>
            </a:r>
            <a:r>
              <a:rPr lang="en-US" dirty="0">
                <a:highlight>
                  <a:srgbClr val="00FF00"/>
                </a:highlight>
              </a:rPr>
              <a:t> group</a:t>
            </a:r>
          </a:p>
          <a:p>
            <a:r>
              <a:rPr lang="en-US" dirty="0"/>
              <a:t>6:rdma:/                          					→ RDMA resources, unrestricted (root)</a:t>
            </a:r>
          </a:p>
          <a:p>
            <a:r>
              <a:rPr lang="en-US" dirty="0"/>
              <a:t>5:pids:/</a:t>
            </a:r>
            <a:r>
              <a:rPr lang="en-US" dirty="0" err="1"/>
              <a:t>user.slice</a:t>
            </a:r>
            <a:r>
              <a:rPr lang="en-US" dirty="0"/>
              <a:t>/user-1009.slice/session-9277.scope 		→ PID count limits per session</a:t>
            </a:r>
          </a:p>
          <a:p>
            <a:r>
              <a:rPr lang="en-US" dirty="0"/>
              <a:t>4:hugetlb:/                       					→ </a:t>
            </a:r>
            <a:r>
              <a:rPr lang="en-US" dirty="0" err="1"/>
              <a:t>hugepage</a:t>
            </a:r>
            <a:r>
              <a:rPr lang="en-US" dirty="0"/>
              <a:t> allocation control, root group</a:t>
            </a:r>
          </a:p>
          <a:p>
            <a:r>
              <a:rPr lang="en-US" dirty="0"/>
              <a:t>3:net_cls,net_prio:/              					→ network classification, root</a:t>
            </a:r>
          </a:p>
          <a:p>
            <a:r>
              <a:rPr lang="en-US" dirty="0"/>
              <a:t>2:freezer:/                      					 → process freezing, root</a:t>
            </a:r>
          </a:p>
          <a:p>
            <a:r>
              <a:rPr lang="en-US" dirty="0"/>
              <a:t>1:name=</a:t>
            </a:r>
            <a:r>
              <a:rPr lang="en-US" dirty="0" err="1"/>
              <a:t>systemd</a:t>
            </a:r>
            <a:r>
              <a:rPr lang="en-US" dirty="0"/>
              <a:t>:/</a:t>
            </a:r>
            <a:r>
              <a:rPr lang="en-US" dirty="0" err="1"/>
              <a:t>user.slice</a:t>
            </a:r>
            <a:r>
              <a:rPr lang="en-US" dirty="0"/>
              <a:t>/user-1009.slice/session-9277.scope 	→ </a:t>
            </a:r>
            <a:r>
              <a:rPr lang="en-US" dirty="0" err="1"/>
              <a:t>systemd</a:t>
            </a:r>
            <a:r>
              <a:rPr lang="en-US" dirty="0"/>
              <a:t> bookkeeping</a:t>
            </a:r>
          </a:p>
          <a:p>
            <a:r>
              <a:rPr lang="en-US" dirty="0"/>
              <a:t>0::/</a:t>
            </a:r>
            <a:r>
              <a:rPr lang="en-US" dirty="0" err="1"/>
              <a:t>user.slice</a:t>
            </a:r>
            <a:r>
              <a:rPr lang="en-US" dirty="0"/>
              <a:t>/user-1009.slice/session-9277.scope			→ cgroup v2 unified hierarchy</a:t>
            </a:r>
          </a:p>
        </p:txBody>
      </p:sp>
    </p:spTree>
    <p:extLst>
      <p:ext uri="{BB962C8B-B14F-4D97-AF65-F5344CB8AC3E}">
        <p14:creationId xmlns:p14="http://schemas.microsoft.com/office/powerpoint/2010/main" val="2073242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993EBE-F65D-E21A-6E6A-AA65CA9998B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E9CFF9C-DBC0-779A-BC39-880BB47EC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22A7C0-EA61-D79F-35E8-901712EE7A98}"/>
              </a:ext>
            </a:extLst>
          </p:cNvPr>
          <p:cNvSpPr>
            <a:spLocks noGrp="1"/>
          </p:cNvSpPr>
          <p:nvPr>
            <p:ph type="title"/>
          </p:nvPr>
        </p:nvSpPr>
        <p:spPr>
          <a:xfrm>
            <a:off x="838200" y="365125"/>
            <a:ext cx="10515600" cy="1325563"/>
          </a:xfrm>
        </p:spPr>
        <p:txBody>
          <a:bodyPr>
            <a:noAutofit/>
          </a:bodyPr>
          <a:lstStyle/>
          <a:p>
            <a:r>
              <a:rPr lang="en-US" sz="4000" dirty="0"/>
              <a:t>You can find information about </a:t>
            </a:r>
            <a:r>
              <a:rPr lang="en-US" sz="4000"/>
              <a:t>each controller</a:t>
            </a:r>
            <a:endParaRPr lang="en-US" sz="4000" dirty="0"/>
          </a:p>
        </p:txBody>
      </p:sp>
      <p:sp>
        <p:nvSpPr>
          <p:cNvPr id="13" name="sketch line">
            <a:extLst>
              <a:ext uri="{FF2B5EF4-FFF2-40B4-BE49-F238E27FC236}">
                <a16:creationId xmlns:a16="http://schemas.microsoft.com/office/drawing/2014/main" id="{CA176C32-3177-BD42-3D9E-C82820400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50D12A94-4C38-DF0C-C758-E1AEFED13A0F}"/>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sv-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C5E746E-7797-D958-B5A9-D207737A0ACD}"/>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FFBB468-E452-4025-F110-3F1C2501D1E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49</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4294DAE-A7C0-5DD3-79A7-3F8705B412B2}"/>
              </a:ext>
            </a:extLst>
          </p:cNvPr>
          <p:cNvSpPr txBox="1"/>
          <p:nvPr/>
        </p:nvSpPr>
        <p:spPr>
          <a:xfrm>
            <a:off x="393330" y="1805041"/>
            <a:ext cx="11402291" cy="4431983"/>
          </a:xfrm>
          <a:prstGeom prst="rect">
            <a:avLst/>
          </a:prstGeom>
          <a:noFill/>
        </p:spPr>
        <p:txBody>
          <a:bodyPr wrap="square">
            <a:spAutoFit/>
          </a:bodyPr>
          <a:lstStyle/>
          <a:p>
            <a:r>
              <a:rPr lang="en-US" sz="1600" dirty="0"/>
              <a:t>ls -la /sys/fs/cgroup/</a:t>
            </a:r>
            <a:r>
              <a:rPr lang="en-US" sz="1600" dirty="0" err="1"/>
              <a:t>blkio</a:t>
            </a:r>
            <a:r>
              <a:rPr lang="en-US" sz="1600" dirty="0"/>
              <a:t>/</a:t>
            </a:r>
            <a:r>
              <a:rPr lang="en-US" sz="1600" dirty="0" err="1"/>
              <a:t>user.slice</a:t>
            </a:r>
            <a:r>
              <a:rPr lang="en-US" sz="1600" dirty="0"/>
              <a:t>/</a:t>
            </a:r>
          </a:p>
          <a:p>
            <a:r>
              <a:rPr lang="en-US" sz="1600" dirty="0"/>
              <a:t>total 0</a:t>
            </a:r>
          </a:p>
          <a:p>
            <a:r>
              <a:rPr lang="en-US" sz="1600" dirty="0" err="1"/>
              <a:t>drwxr</a:t>
            </a:r>
            <a:r>
              <a:rPr lang="en-US" sz="1600" dirty="0"/>
              <a:t>-</a:t>
            </a:r>
            <a:r>
              <a:rPr lang="en-US" sz="1600" dirty="0" err="1"/>
              <a:t>xr</a:t>
            </a:r>
            <a:r>
              <a:rPr lang="en-US" sz="1600" dirty="0"/>
              <a:t>-x 2 root root 0 Oct 10 14:20 </a:t>
            </a:r>
            <a:r>
              <a:rPr lang="en-US" sz="1600" b="1" dirty="0"/>
              <a:t>.</a:t>
            </a:r>
            <a:endParaRPr lang="en-US" sz="1600" dirty="0"/>
          </a:p>
          <a:p>
            <a:r>
              <a:rPr lang="en-US" sz="1600" dirty="0"/>
              <a:t>dr-</a:t>
            </a:r>
            <a:r>
              <a:rPr lang="en-US" sz="1600" dirty="0" err="1"/>
              <a:t>xr</a:t>
            </a:r>
            <a:r>
              <a:rPr lang="en-US" sz="1600" dirty="0"/>
              <a:t>-</a:t>
            </a:r>
            <a:r>
              <a:rPr lang="en-US" sz="1600" dirty="0" err="1"/>
              <a:t>xr</a:t>
            </a:r>
            <a:r>
              <a:rPr lang="en-US" sz="1600" dirty="0"/>
              <a:t>-x 5 root root 0 Jul 18 21:47 </a:t>
            </a:r>
            <a:r>
              <a:rPr lang="en-US" sz="1600" b="1" dirty="0"/>
              <a:t>..</a:t>
            </a:r>
            <a:endParaRPr lang="en-US" sz="1600" dirty="0"/>
          </a:p>
          <a:p>
            <a:r>
              <a:rPr lang="en-US" sz="1600" dirty="0"/>
              <a:t>--w------- 1 root root 0 Oct 14 06:22 </a:t>
            </a:r>
            <a:r>
              <a:rPr lang="en-US" sz="1600" dirty="0" err="1"/>
              <a:t>blkio.reset_stats</a:t>
            </a:r>
            <a:endParaRPr lang="en-US" sz="1600" dirty="0"/>
          </a:p>
          <a:p>
            <a:r>
              <a:rPr lang="en-US" sz="1600" dirty="0"/>
              <a:t>-r--r--r-- 1 root root 0 Oct 14 06:22 </a:t>
            </a:r>
            <a:r>
              <a:rPr lang="en-US" sz="1600" dirty="0" err="1"/>
              <a:t>blkio.throttle.io_service_bytes</a:t>
            </a:r>
            <a:endParaRPr lang="en-US" sz="1600" dirty="0"/>
          </a:p>
          <a:p>
            <a:r>
              <a:rPr lang="en-US" sz="1600" dirty="0"/>
              <a:t>-r--r--r-- 1 root root 0 Oct 14 06:22 </a:t>
            </a:r>
            <a:r>
              <a:rPr lang="en-US" sz="1600" dirty="0" err="1"/>
              <a:t>blkio.throttle.io_service_bytes_recursive</a:t>
            </a:r>
            <a:endParaRPr lang="en-US" sz="1600" dirty="0"/>
          </a:p>
          <a:p>
            <a:r>
              <a:rPr lang="en-US" sz="1600" dirty="0"/>
              <a:t>-r--r--r-- 1 root root 0 Oct 14 06:22 </a:t>
            </a:r>
            <a:r>
              <a:rPr lang="en-US" sz="1600" dirty="0" err="1"/>
              <a:t>blkio.throttle.io_serviced</a:t>
            </a:r>
            <a:endParaRPr lang="en-US" sz="1600" dirty="0"/>
          </a:p>
          <a:p>
            <a:r>
              <a:rPr lang="en-US" sz="1600" dirty="0"/>
              <a:t>-r--r--r-- 1 root root 0 Oct 14 06:22 </a:t>
            </a:r>
            <a:r>
              <a:rPr lang="en-US" sz="1600" dirty="0" err="1"/>
              <a:t>blkio.throttle.io_serviced_recursive</a:t>
            </a:r>
            <a:endParaRPr lang="en-US" sz="1600" dirty="0"/>
          </a:p>
          <a:p>
            <a:r>
              <a:rPr lang="en-US" sz="1600" dirty="0"/>
              <a:t>-</a:t>
            </a:r>
            <a:r>
              <a:rPr lang="en-US" sz="1600" dirty="0" err="1"/>
              <a:t>rw</a:t>
            </a:r>
            <a:r>
              <a:rPr lang="en-US" sz="1600" dirty="0"/>
              <a:t>-r--r-- 1 root root 0 Oct 14 06:22 </a:t>
            </a:r>
            <a:r>
              <a:rPr lang="en-US" sz="1600" dirty="0" err="1"/>
              <a:t>blkio.throttle.read_bps_device</a:t>
            </a:r>
            <a:endParaRPr lang="en-US" sz="1600" dirty="0"/>
          </a:p>
          <a:p>
            <a:r>
              <a:rPr lang="en-US" sz="1600" dirty="0"/>
              <a:t>-</a:t>
            </a:r>
            <a:r>
              <a:rPr lang="en-US" sz="1600" dirty="0" err="1"/>
              <a:t>rw</a:t>
            </a:r>
            <a:r>
              <a:rPr lang="en-US" sz="1600" dirty="0"/>
              <a:t>-r--r-- 1 root root 0 Oct 14 06:22 </a:t>
            </a:r>
            <a:r>
              <a:rPr lang="en-US" sz="1600" dirty="0" err="1"/>
              <a:t>blkio.throttle.read_iops_device</a:t>
            </a:r>
            <a:endParaRPr lang="en-US" sz="1600" dirty="0"/>
          </a:p>
          <a:p>
            <a:r>
              <a:rPr lang="en-US" sz="1600" dirty="0"/>
              <a:t>-</a:t>
            </a:r>
            <a:r>
              <a:rPr lang="en-US" sz="1600" dirty="0" err="1"/>
              <a:t>rw</a:t>
            </a:r>
            <a:r>
              <a:rPr lang="en-US" sz="1600" dirty="0"/>
              <a:t>-r--r-- 1 root root 0 Oct 14 06:22 </a:t>
            </a:r>
            <a:r>
              <a:rPr lang="en-US" sz="1600" dirty="0" err="1"/>
              <a:t>blkio.throttle.write_bps_device</a:t>
            </a:r>
            <a:endParaRPr lang="en-US" sz="1600" dirty="0"/>
          </a:p>
          <a:p>
            <a:r>
              <a:rPr lang="en-US" sz="1600" dirty="0"/>
              <a:t>-</a:t>
            </a:r>
            <a:r>
              <a:rPr lang="en-US" sz="1600" dirty="0" err="1"/>
              <a:t>rw</a:t>
            </a:r>
            <a:r>
              <a:rPr lang="en-US" sz="1600" dirty="0"/>
              <a:t>-r--r-- 1 root root 0 Oct 14 06:22 </a:t>
            </a:r>
            <a:r>
              <a:rPr lang="en-US" sz="1600" dirty="0" err="1"/>
              <a:t>blkio.throttle.write_iops_device</a:t>
            </a:r>
            <a:endParaRPr lang="en-US" sz="1600" dirty="0"/>
          </a:p>
          <a:p>
            <a:r>
              <a:rPr lang="en-US" sz="1600" dirty="0"/>
              <a:t>-</a:t>
            </a:r>
            <a:r>
              <a:rPr lang="en-US" sz="1600" dirty="0" err="1"/>
              <a:t>rw</a:t>
            </a:r>
            <a:r>
              <a:rPr lang="en-US" sz="1600" dirty="0"/>
              <a:t>-r--r-- 1 root root 0 Oct 14 06:22 </a:t>
            </a:r>
            <a:r>
              <a:rPr lang="en-US" sz="1600" dirty="0" err="1"/>
              <a:t>cgroup.clone_children</a:t>
            </a:r>
            <a:endParaRPr lang="en-US" sz="1600" dirty="0"/>
          </a:p>
          <a:p>
            <a:r>
              <a:rPr lang="en-US" sz="1600" dirty="0"/>
              <a:t>-</a:t>
            </a:r>
            <a:r>
              <a:rPr lang="en-US" sz="1600" dirty="0" err="1"/>
              <a:t>rw</a:t>
            </a:r>
            <a:r>
              <a:rPr lang="en-US" sz="1600" dirty="0"/>
              <a:t>-r--r-- 1 root root 0 Oct 10 16:53 </a:t>
            </a:r>
            <a:r>
              <a:rPr lang="en-US" sz="1600" dirty="0" err="1"/>
              <a:t>cgroup.procs</a:t>
            </a:r>
            <a:endParaRPr lang="en-US" sz="1600" dirty="0"/>
          </a:p>
          <a:p>
            <a:r>
              <a:rPr lang="en-US" sz="1600" dirty="0"/>
              <a:t>-</a:t>
            </a:r>
            <a:r>
              <a:rPr lang="en-US" sz="1600" dirty="0" err="1"/>
              <a:t>rw</a:t>
            </a:r>
            <a:r>
              <a:rPr lang="en-US" sz="1600" dirty="0"/>
              <a:t>-r--r-- 1 root root 0 Oct 14 06:22 </a:t>
            </a:r>
            <a:r>
              <a:rPr lang="en-US" sz="1600" dirty="0" err="1"/>
              <a:t>notify_on_release</a:t>
            </a:r>
            <a:endParaRPr lang="en-US" sz="1600" dirty="0"/>
          </a:p>
          <a:p>
            <a:r>
              <a:rPr lang="en-US" sz="1600" dirty="0"/>
              <a:t>-</a:t>
            </a:r>
            <a:r>
              <a:rPr lang="en-US" sz="1600" dirty="0" err="1"/>
              <a:t>rw</a:t>
            </a:r>
            <a:r>
              <a:rPr lang="en-US" sz="1600" dirty="0"/>
              <a:t>-r--r-- 1 root root 0 Oct 14 06:22 tasks</a:t>
            </a:r>
          </a:p>
        </p:txBody>
      </p:sp>
      <p:graphicFrame>
        <p:nvGraphicFramePr>
          <p:cNvPr id="10" name="Table 9">
            <a:extLst>
              <a:ext uri="{FF2B5EF4-FFF2-40B4-BE49-F238E27FC236}">
                <a16:creationId xmlns:a16="http://schemas.microsoft.com/office/drawing/2014/main" id="{A9007D0D-A8D3-AC8D-88EB-F1A611CA9143}"/>
              </a:ext>
            </a:extLst>
          </p:cNvPr>
          <p:cNvGraphicFramePr>
            <a:graphicFrameLocks noGrp="1"/>
          </p:cNvGraphicFramePr>
          <p:nvPr>
            <p:extLst>
              <p:ext uri="{D42A27DB-BD31-4B8C-83A1-F6EECF244321}">
                <p14:modId xmlns:p14="http://schemas.microsoft.com/office/powerpoint/2010/main" val="300356466"/>
              </p:ext>
            </p:extLst>
          </p:nvPr>
        </p:nvGraphicFramePr>
        <p:xfrm>
          <a:off x="6701166" y="2419106"/>
          <a:ext cx="5094455" cy="365760"/>
        </p:xfrm>
        <a:graphic>
          <a:graphicData uri="http://schemas.openxmlformats.org/drawingml/2006/table">
            <a:tbl>
              <a:tblPr/>
              <a:tblGrid>
                <a:gridCol w="5094455">
                  <a:extLst>
                    <a:ext uri="{9D8B030D-6E8A-4147-A177-3AD203B41FA5}">
                      <a16:colId xmlns:a16="http://schemas.microsoft.com/office/drawing/2014/main" val="3274473747"/>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297200195"/>
                  </a:ext>
                </a:extLst>
              </a:tr>
            </a:tbl>
          </a:graphicData>
        </a:graphic>
      </p:graphicFrame>
      <p:cxnSp>
        <p:nvCxnSpPr>
          <p:cNvPr id="15" name="Straight Arrow Connector 14">
            <a:extLst>
              <a:ext uri="{FF2B5EF4-FFF2-40B4-BE49-F238E27FC236}">
                <a16:creationId xmlns:a16="http://schemas.microsoft.com/office/drawing/2014/main" id="{B46400BD-798D-238A-135B-D09196EB6FEF}"/>
              </a:ext>
            </a:extLst>
          </p:cNvPr>
          <p:cNvCxnSpPr/>
          <p:nvPr/>
        </p:nvCxnSpPr>
        <p:spPr>
          <a:xfrm flipH="1">
            <a:off x="6025200" y="2687784"/>
            <a:ext cx="611125" cy="49876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1ACBAEF-896E-8F5B-3805-34DD1795D2E9}"/>
              </a:ext>
            </a:extLst>
          </p:cNvPr>
          <p:cNvSpPr txBox="1"/>
          <p:nvPr/>
        </p:nvSpPr>
        <p:spPr>
          <a:xfrm>
            <a:off x="5029200" y="1986560"/>
            <a:ext cx="6766421" cy="646331"/>
          </a:xfrm>
          <a:prstGeom prst="rect">
            <a:avLst/>
          </a:prstGeom>
          <a:noFill/>
        </p:spPr>
        <p:txBody>
          <a:bodyPr wrap="square">
            <a:spAutoFit/>
          </a:bodyPr>
          <a:lstStyle/>
          <a:p>
            <a:r>
              <a:rPr lang="en-US" dirty="0"/>
              <a:t>cat /sys/fs/cgroup/</a:t>
            </a:r>
            <a:r>
              <a:rPr lang="en-US" dirty="0" err="1"/>
              <a:t>blkio</a:t>
            </a:r>
            <a:r>
              <a:rPr lang="en-US" dirty="0"/>
              <a:t>/</a:t>
            </a:r>
            <a:r>
              <a:rPr lang="en-US" dirty="0" err="1"/>
              <a:t>user.slice</a:t>
            </a:r>
            <a:r>
              <a:rPr lang="en-US" dirty="0"/>
              <a:t>/</a:t>
            </a:r>
            <a:r>
              <a:rPr lang="en-US" dirty="0" err="1"/>
              <a:t>blkio.throttle.io_service_bytes</a:t>
            </a:r>
            <a:r>
              <a:rPr lang="en-US" dirty="0"/>
              <a:t> would show the accumulated bytes read/written by this cgroup.</a:t>
            </a:r>
          </a:p>
        </p:txBody>
      </p:sp>
    </p:spTree>
    <p:extLst>
      <p:ext uri="{BB962C8B-B14F-4D97-AF65-F5344CB8AC3E}">
        <p14:creationId xmlns:p14="http://schemas.microsoft.com/office/powerpoint/2010/main" val="2069753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2417</TotalTime>
  <Words>5125</Words>
  <Application>Microsoft Macintosh PowerPoint</Application>
  <PresentationFormat>Widescreen</PresentationFormat>
  <Paragraphs>633</Paragraphs>
  <Slides>49</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Calibri Light</vt:lpstr>
      <vt:lpstr>Helvetica</vt:lpstr>
      <vt:lpstr>Times New Roman</vt:lpstr>
      <vt:lpstr>Wingdings</vt:lpstr>
      <vt:lpstr>Office Theme</vt:lpstr>
      <vt:lpstr>PowerPoint Presentation</vt:lpstr>
      <vt:lpstr>Reading instructions</vt:lpstr>
      <vt:lpstr>Agenda</vt:lpstr>
      <vt:lpstr>Agenda</vt:lpstr>
      <vt:lpstr>PowerPoint Presentation</vt:lpstr>
      <vt:lpstr>PowerPoint Presentation</vt:lpstr>
      <vt:lpstr>Agenda</vt:lpstr>
      <vt:lpstr>Aside from “acting like a physical machine”, what are actually the requirements?</vt:lpstr>
      <vt:lpstr>Why can’t we ”just” use an interpreter?</vt:lpstr>
      <vt:lpstr>What is required for VMMs to run code directly?</vt:lpstr>
      <vt:lpstr>This has been taken into account since 2005</vt:lpstr>
      <vt:lpstr>Agenda</vt:lpstr>
      <vt:lpstr>Type 1 and Type 2 Hypervisors</vt:lpstr>
      <vt:lpstr>Agenda</vt:lpstr>
      <vt:lpstr>Hypervisor type 1, with VT</vt:lpstr>
      <vt:lpstr>Hypervisor type 1, before/without VT</vt:lpstr>
      <vt:lpstr>Hypervisor type 1, before/without VT</vt:lpstr>
      <vt:lpstr>The cost of virtualization</vt:lpstr>
      <vt:lpstr>Agenda</vt:lpstr>
      <vt:lpstr>Why do we need to virtualize memory too?</vt:lpstr>
      <vt:lpstr>Shadow page table</vt:lpstr>
      <vt:lpstr>Page faults</vt:lpstr>
      <vt:lpstr>Reclaiming memory</vt:lpstr>
      <vt:lpstr>Ballooning</vt:lpstr>
      <vt:lpstr>Agenda</vt:lpstr>
      <vt:lpstr>I/O virtualization</vt:lpstr>
      <vt:lpstr>Single Root I/O Virtualization (SR-IOV)</vt:lpstr>
      <vt:lpstr>Agenda</vt:lpstr>
      <vt:lpstr>Other benefits of virtualization - 1</vt:lpstr>
      <vt:lpstr>Other benefits of virtualization - 2</vt:lpstr>
      <vt:lpstr>Agenda</vt:lpstr>
      <vt:lpstr>What exactly is the cloud?</vt:lpstr>
      <vt:lpstr>Types of services</vt:lpstr>
      <vt:lpstr>Virtual Machine Migration</vt:lpstr>
      <vt:lpstr>Checkpointing/Snapshotting</vt:lpstr>
      <vt:lpstr>Agenda</vt:lpstr>
      <vt:lpstr>Containers (motivation/intuition)</vt:lpstr>
      <vt:lpstr>Containers – What are the ingredients for a container / a virtualized OS?</vt:lpstr>
      <vt:lpstr>Containers – What are the ingredients for a container / a virtualized OS?</vt:lpstr>
      <vt:lpstr>Example of namespace: Mount namespace</vt:lpstr>
      <vt:lpstr>What about resources that need to be monitored?  cgroups</vt:lpstr>
      <vt:lpstr>Why are cgroups organized in a tree data structure for a given controller? Why multiple controllers?</vt:lpstr>
      <vt:lpstr>Note: there can be different ways of enforcing a restriction, and they might also conflict…</vt:lpstr>
      <vt:lpstr>cgroups are organized by controller (subsystem)</vt:lpstr>
      <vt:lpstr>cgroup v1 and cgroup v2</vt:lpstr>
      <vt:lpstr>cgroups are organized by controller (subsystem)</vt:lpstr>
      <vt:lpstr>cgroups are organized by controller (subsystem)</vt:lpstr>
      <vt:lpstr>Each process belongs to one cgroup in each hierarchy</vt:lpstr>
      <vt:lpstr>You can find information about each controller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Massimiliano Gulisano</dc:creator>
  <cp:lastModifiedBy>Vincenzo Massimiliano Gulisano</cp:lastModifiedBy>
  <cp:revision>83</cp:revision>
  <dcterms:created xsi:type="dcterms:W3CDTF">2020-10-12T07:31:54Z</dcterms:created>
  <dcterms:modified xsi:type="dcterms:W3CDTF">2026-07-14T13:02:33Z</dcterms:modified>
</cp:coreProperties>
</file>