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302" r:id="rId2"/>
    <p:sldId id="323" r:id="rId3"/>
    <p:sldId id="259" r:id="rId4"/>
    <p:sldId id="496" r:id="rId5"/>
    <p:sldId id="257" r:id="rId6"/>
    <p:sldId id="258" r:id="rId7"/>
    <p:sldId id="497" r:id="rId8"/>
    <p:sldId id="325" r:id="rId9"/>
    <p:sldId id="326" r:id="rId10"/>
    <p:sldId id="327" r:id="rId11"/>
    <p:sldId id="328" r:id="rId12"/>
    <p:sldId id="498" r:id="rId13"/>
    <p:sldId id="330" r:id="rId14"/>
    <p:sldId id="499" r:id="rId15"/>
    <p:sldId id="332" r:id="rId16"/>
    <p:sldId id="333" r:id="rId17"/>
    <p:sldId id="334" r:id="rId18"/>
    <p:sldId id="335" r:id="rId19"/>
    <p:sldId id="500" r:id="rId20"/>
    <p:sldId id="337" r:id="rId21"/>
    <p:sldId id="338" r:id="rId22"/>
    <p:sldId id="339" r:id="rId23"/>
    <p:sldId id="340" r:id="rId24"/>
    <p:sldId id="341" r:id="rId25"/>
    <p:sldId id="501" r:id="rId26"/>
    <p:sldId id="490" r:id="rId27"/>
    <p:sldId id="492" r:id="rId28"/>
    <p:sldId id="502" r:id="rId29"/>
    <p:sldId id="494" r:id="rId30"/>
    <p:sldId id="495" r:id="rId31"/>
    <p:sldId id="503" r:id="rId32"/>
    <p:sldId id="343" r:id="rId33"/>
    <p:sldId id="344" r:id="rId34"/>
    <p:sldId id="345" r:id="rId35"/>
    <p:sldId id="346" r:id="rId36"/>
    <p:sldId id="516" r:id="rId37"/>
    <p:sldId id="504" r:id="rId38"/>
    <p:sldId id="506" r:id="rId39"/>
    <p:sldId id="507" r:id="rId40"/>
    <p:sldId id="508" r:id="rId41"/>
    <p:sldId id="509" r:id="rId42"/>
    <p:sldId id="511" r:id="rId43"/>
    <p:sldId id="518" r:id="rId44"/>
    <p:sldId id="512" r:id="rId45"/>
    <p:sldId id="514" r:id="rId46"/>
    <p:sldId id="513" r:id="rId47"/>
    <p:sldId id="515" r:id="rId48"/>
    <p:sldId id="519" r:id="rId49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C57D0F-5E29-A44B-865E-B124218DB40D}" v="321" dt="2025-10-20T04:49:12.6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34"/>
    <p:restoredTop sz="80551"/>
  </p:normalViewPr>
  <p:slideViewPr>
    <p:cSldViewPr snapToGrid="0" snapToObjects="1">
      <p:cViewPr varScale="1">
        <p:scale>
          <a:sx n="92" d="100"/>
          <a:sy n="92" d="100"/>
        </p:scale>
        <p:origin x="1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cenzo Massimiliano Gulisano" userId="887d7398-9e41-4331-abd4-9c23f064ea90" providerId="ADAL" clId="{5476F406-CA94-4A43-8A40-52F4D1C72801}"/>
    <pc:docChg chg="modSld">
      <pc:chgData name="Vincenzo Massimiliano Gulisano" userId="887d7398-9e41-4331-abd4-9c23f064ea90" providerId="ADAL" clId="{5476F406-CA94-4A43-8A40-52F4D1C72801}" dt="2023-10-12T05:55:18.975" v="12" actId="20577"/>
      <pc:docMkLst>
        <pc:docMk/>
      </pc:docMkLst>
      <pc:sldChg chg="modSp mod">
        <pc:chgData name="Vincenzo Massimiliano Gulisano" userId="887d7398-9e41-4331-abd4-9c23f064ea90" providerId="ADAL" clId="{5476F406-CA94-4A43-8A40-52F4D1C72801}" dt="2023-10-12T05:55:18.975" v="12" actId="20577"/>
        <pc:sldMkLst>
          <pc:docMk/>
          <pc:sldMk cId="1512327882" sldId="302"/>
        </pc:sldMkLst>
      </pc:sldChg>
    </pc:docChg>
  </pc:docChgLst>
  <pc:docChgLst>
    <pc:chgData name="Vincenzo Massimiliano Gulisano" userId="887d7398-9e41-4331-abd4-9c23f064ea90" providerId="ADAL" clId="{4ACA8A4E-1133-A247-AA8A-D98CA293822E}"/>
    <pc:docChg chg="modSld">
      <pc:chgData name="Vincenzo Massimiliano Gulisano" userId="887d7398-9e41-4331-abd4-9c23f064ea90" providerId="ADAL" clId="{4ACA8A4E-1133-A247-AA8A-D98CA293822E}" dt="2024-10-16T05:44:03.574" v="456" actId="20577"/>
      <pc:docMkLst>
        <pc:docMk/>
      </pc:docMkLst>
      <pc:sldChg chg="modNotesTx">
        <pc:chgData name="Vincenzo Massimiliano Gulisano" userId="887d7398-9e41-4331-abd4-9c23f064ea90" providerId="ADAL" clId="{4ACA8A4E-1133-A247-AA8A-D98CA293822E}" dt="2024-10-16T05:36:53.162" v="217" actId="20577"/>
        <pc:sldMkLst>
          <pc:docMk/>
          <pc:sldMk cId="2523809211" sldId="327"/>
        </pc:sldMkLst>
      </pc:sldChg>
      <pc:sldChg chg="modNotesTx">
        <pc:chgData name="Vincenzo Massimiliano Gulisano" userId="887d7398-9e41-4331-abd4-9c23f064ea90" providerId="ADAL" clId="{4ACA8A4E-1133-A247-AA8A-D98CA293822E}" dt="2024-10-16T05:38:33.235" v="218"/>
        <pc:sldMkLst>
          <pc:docMk/>
          <pc:sldMk cId="20258492" sldId="328"/>
        </pc:sldMkLst>
      </pc:sldChg>
      <pc:sldChg chg="modNotesTx">
        <pc:chgData name="Vincenzo Massimiliano Gulisano" userId="887d7398-9e41-4331-abd4-9c23f064ea90" providerId="ADAL" clId="{4ACA8A4E-1133-A247-AA8A-D98CA293822E}" dt="2024-10-16T05:44:03.574" v="456" actId="20577"/>
        <pc:sldMkLst>
          <pc:docMk/>
          <pc:sldMk cId="2175654198" sldId="332"/>
        </pc:sldMkLst>
      </pc:sldChg>
    </pc:docChg>
  </pc:docChgLst>
  <pc:docChgLst>
    <pc:chgData name="Vincenzo Massimiliano Gulisano" userId="887d7398-9e41-4331-abd4-9c23f064ea90" providerId="ADAL" clId="{8EA10870-6395-588A-9409-E8E4CA631CF7}"/>
    <pc:docChg chg="undo redo custSel addSld delSld modSld sldOrd">
      <pc:chgData name="Vincenzo Massimiliano Gulisano" userId="887d7398-9e41-4331-abd4-9c23f064ea90" providerId="ADAL" clId="{8EA10870-6395-588A-9409-E8E4CA631CF7}" dt="2025-10-20T04:52:59.294" v="5288" actId="404"/>
      <pc:docMkLst>
        <pc:docMk/>
      </pc:docMkLst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1290874825" sldId="257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90874825" sldId="257"/>
            <ac:spMk id="2" creationId="{D6C05912-9CD5-2B41-8CE4-602CE8D7514C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90874825" sldId="257"/>
            <ac:spMk id="3" creationId="{32C157EC-EA13-3F4D-8FCB-DB6369FF14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90874825" sldId="257"/>
            <ac:spMk id="4" creationId="{612F5FA2-BE2A-CA47-AE6A-8B68D75106E9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06693102" sldId="258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6693102" sldId="258"/>
            <ac:spMk id="2" creationId="{465B968B-56FE-3A40-9776-9D9CABD16991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6693102" sldId="258"/>
            <ac:spMk id="3" creationId="{06474256-19F1-F847-92BA-3C78A918266E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6693102" sldId="258"/>
            <ac:spMk id="13" creationId="{93849A35-355D-4D42-9B08-1905F1FB0406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8:29.036" v="3490" actId="20577"/>
        <pc:sldMkLst>
          <pc:docMk/>
          <pc:sldMk cId="1636115290" sldId="259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636115290" sldId="259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8:29.036" v="3490" actId="20577"/>
          <ac:spMkLst>
            <pc:docMk/>
            <pc:sldMk cId="1636115290" sldId="259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636115290" sldId="259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636115290" sldId="259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636115290" sldId="259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08:14:52.816" v="1854" actId="20577"/>
        <pc:sldMkLst>
          <pc:docMk/>
          <pc:sldMk cId="3842520370" sldId="323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42520370" sldId="323"/>
            <ac:spMk id="2" creationId="{00000000-0000-0000-0000-000000000000}"/>
          </ac:spMkLst>
        </pc:spChg>
        <pc:spChg chg="mod">
          <ac:chgData name="Vincenzo Massimiliano Gulisano" userId="887d7398-9e41-4331-abd4-9c23f064ea90" providerId="ADAL" clId="{8EA10870-6395-588A-9409-E8E4CA631CF7}" dt="2025-10-13T08:14:52.816" v="1854" actId="20577"/>
          <ac:spMkLst>
            <pc:docMk/>
            <pc:sldMk cId="3842520370" sldId="323"/>
            <ac:spMk id="3" creationId="{00000000-0000-0000-0000-000000000000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42520370" sldId="323"/>
            <ac:spMk id="4" creationId="{00000000-0000-0000-0000-000000000000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42520370" sldId="323"/>
            <ac:spMk id="5" creationId="{00000000-0000-0000-0000-000000000000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42520370" sldId="323"/>
            <ac:spMk id="6" creationId="{00000000-0000-0000-0000-000000000000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667356791" sldId="325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667356791" sldId="325"/>
            <ac:spMk id="2" creationId="{3B0A3DE2-B04F-C740-8B09-F4659D97E5CE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667356791" sldId="325"/>
            <ac:spMk id="3" creationId="{16EB7F37-2D98-484F-A3A8-7595CA12D5C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667356791" sldId="325"/>
            <ac:spMk id="4" creationId="{9613C233-F268-C343-A4C1-D3254F957CB3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667356791" sldId="325"/>
            <ac:spMk id="5" creationId="{DFA743B5-4ACA-9B43-BC38-D6C00029505D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667356791" sldId="325"/>
            <ac:spMk id="6" creationId="{33B2C9D7-0DF3-5845-A177-B852E3DFD2F2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366561190" sldId="326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6561190" sldId="326"/>
            <ac:spMk id="2" creationId="{D8997D94-CD3B-104E-94DB-60B28ED9CC3E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6561190" sldId="326"/>
            <ac:spMk id="3" creationId="{7F35ACA0-8F42-CF44-B026-A366BA5BEBC2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6561190" sldId="326"/>
            <ac:spMk id="4" creationId="{84EF51CB-35CC-954C-94E0-13AC3D9B134F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6561190" sldId="326"/>
            <ac:spMk id="5" creationId="{7EB3AD1D-2DFD-CF4F-8334-66E99E9CB4CE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6561190" sldId="326"/>
            <ac:spMk id="6" creationId="{2F172C44-32FE-624E-91DA-9AE61110DB70}"/>
          </ac:spMkLst>
        </pc:spChg>
      </pc:sldChg>
      <pc:sldChg chg="modSp modNotesTx">
        <pc:chgData name="Vincenzo Massimiliano Gulisano" userId="887d7398-9e41-4331-abd4-9c23f064ea90" providerId="ADAL" clId="{8EA10870-6395-588A-9409-E8E4CA631CF7}" dt="2025-10-20T04:42:19.075" v="5215" actId="20577"/>
        <pc:sldMkLst>
          <pc:docMk/>
          <pc:sldMk cId="2523809211" sldId="327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3809211" sldId="327"/>
            <ac:spMk id="2" creationId="{BA6E166C-D4AE-F344-B7EA-AD13524B57D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3809211" sldId="327"/>
            <ac:spMk id="4" creationId="{335116FD-45D3-A24D-B420-517DB5E2713C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3809211" sldId="327"/>
            <ac:spMk id="5" creationId="{01F3EE02-2EE9-E44F-9DA6-AEB8241ED0F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3809211" sldId="327"/>
            <ac:spMk id="6" creationId="{1FA44BAC-554B-A742-83C5-5180D04D7F9C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0258492" sldId="328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258492" sldId="328"/>
            <ac:spMk id="2" creationId="{A99DB425-2D40-B540-B584-953D50A1243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258492" sldId="328"/>
            <ac:spMk id="3" creationId="{D3C08749-00CB-2244-B7A8-793590252FCF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258492" sldId="328"/>
            <ac:spMk id="4" creationId="{6520E42A-25D5-3646-9108-93C9F02BA41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258492" sldId="328"/>
            <ac:spMk id="5" creationId="{68F1CB8F-EFF7-3C42-B306-25D90139FD92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258492" sldId="328"/>
            <ac:spMk id="6" creationId="{78C0D067-1A5C-0640-8E81-B97E442C48C9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3276536964" sldId="330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276536964" sldId="330"/>
            <ac:spMk id="2" creationId="{506B6365-EB3B-944C-937A-6F4B379C50DE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276536964" sldId="330"/>
            <ac:spMk id="4" creationId="{2C106588-8AEA-1740-9E04-91DA9F840DB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276536964" sldId="330"/>
            <ac:spMk id="5" creationId="{9AEFC2CE-B894-D746-8888-5250DCED9A98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276536964" sldId="330"/>
            <ac:spMk id="6" creationId="{733B007C-D6E0-324D-9EF6-9102D337EE35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175654198" sldId="332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75654198" sldId="332"/>
            <ac:spMk id="2" creationId="{D86176DD-14FA-6942-8AF8-2401C68A9D82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75654198" sldId="332"/>
            <ac:spMk id="4" creationId="{7131A0C1-602D-3149-BD37-0D3B1FCA8430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75654198" sldId="332"/>
            <ac:spMk id="5" creationId="{BD550FFA-716D-3648-B087-4EFD957A9CBF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75654198" sldId="332"/>
            <ac:spMk id="6" creationId="{D5D20D7D-A2AF-C64D-858E-D944583E934E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3168581263" sldId="333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68581263" sldId="333"/>
            <ac:spMk id="2" creationId="{42F2907E-910A-AF43-B95A-4214ED7B8F2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68581263" sldId="333"/>
            <ac:spMk id="4" creationId="{FA254024-586D-C940-A548-07AD8CB9B5A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68581263" sldId="333"/>
            <ac:spMk id="5" creationId="{722B9667-4908-0049-8820-35C9DE6ED4E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68581263" sldId="333"/>
            <ac:spMk id="6" creationId="{804712F9-A076-4943-A040-A131159B76DF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146908277" sldId="334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46908277" sldId="334"/>
            <ac:spMk id="2" creationId="{42F2907E-910A-AF43-B95A-4214ED7B8F2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46908277" sldId="334"/>
            <ac:spMk id="4" creationId="{FA254024-586D-C940-A548-07AD8CB9B5A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46908277" sldId="334"/>
            <ac:spMk id="5" creationId="{722B9667-4908-0049-8820-35C9DE6ED4E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146908277" sldId="334"/>
            <ac:spMk id="6" creationId="{804712F9-A076-4943-A040-A131159B76DF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299793942" sldId="335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299793942" sldId="335"/>
            <ac:spMk id="2" creationId="{E644300D-CE82-1E4C-85EE-A233CC46429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299793942" sldId="335"/>
            <ac:spMk id="3" creationId="{12C96E2A-D64B-1640-8871-6AE8F18C48D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299793942" sldId="335"/>
            <ac:spMk id="4" creationId="{A9B27FA5-BC27-F948-88E3-DE1BEBDE53C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299793942" sldId="335"/>
            <ac:spMk id="5" creationId="{0BE09D0A-D08B-9F4F-ADFB-A44658EB436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299793942" sldId="335"/>
            <ac:spMk id="6" creationId="{453F8311-D365-3046-853E-E0162A9A2200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3692251588" sldId="337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92251588" sldId="337"/>
            <ac:spMk id="2" creationId="{55D07CA5-0C3F-FF48-8905-106A459536D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92251588" sldId="337"/>
            <ac:spMk id="4" creationId="{09FC6BA6-05AE-2340-9E80-9F315C9095C2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92251588" sldId="337"/>
            <ac:spMk id="5" creationId="{A539990F-0453-B24E-95AF-3A928DA7E282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692251588" sldId="337"/>
            <ac:spMk id="6" creationId="{E15AA91B-2AB0-7447-A699-20AC50BB5417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879984699" sldId="338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79984699" sldId="338"/>
            <ac:spMk id="2" creationId="{F64A72D4-9737-6D48-AFA2-AD3A3BC82E31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79984699" sldId="338"/>
            <ac:spMk id="3" creationId="{3BB8AA3F-C941-1747-92F5-B1C6EE29849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79984699" sldId="338"/>
            <ac:spMk id="4" creationId="{9265578D-278D-7F43-96AF-E2BBE5F2DF0D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79984699" sldId="338"/>
            <ac:spMk id="5" creationId="{4E28E405-8094-2B4B-B9B6-E1EC89FA62F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79984699" sldId="338"/>
            <ac:spMk id="6" creationId="{2D806491-666E-544C-B009-6FDF4846C1A4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3880297821" sldId="339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80297821" sldId="339"/>
            <ac:spMk id="2" creationId="{154E9DB7-610C-984F-AC09-189DD8D2B5E3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80297821" sldId="339"/>
            <ac:spMk id="3" creationId="{DEFE7AE2-210B-3840-902C-AC15F59BE69F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80297821" sldId="339"/>
            <ac:spMk id="4" creationId="{05B0CCC1-F231-6845-9263-1B0FCB811BD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80297821" sldId="339"/>
            <ac:spMk id="5" creationId="{1DE1D1F4-CE6F-F946-8CC1-AA8DE651390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880297821" sldId="339"/>
            <ac:spMk id="6" creationId="{2C74D133-A571-7744-A896-47D8B7237196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3000868886" sldId="340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000868886" sldId="340"/>
            <ac:spMk id="2" creationId="{82F5DB96-D230-1848-803F-BBFCEFFFA78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000868886" sldId="340"/>
            <ac:spMk id="3" creationId="{4C9CCB86-020C-3348-817C-FEC43D9620C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000868886" sldId="340"/>
            <ac:spMk id="4" creationId="{3636B5E8-9BE2-2F46-A483-F8C6F8D9E13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000868886" sldId="340"/>
            <ac:spMk id="5" creationId="{121C752A-C4CF-F543-BC0A-D70F5374C2A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000868886" sldId="340"/>
            <ac:spMk id="6" creationId="{1391DE63-A2F1-EA43-B7A2-AE5AD9A3D35E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008722302" sldId="341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08722302" sldId="341"/>
            <ac:spMk id="2" creationId="{6CD6CCB3-B83A-F941-9783-03B884AD02D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08722302" sldId="341"/>
            <ac:spMk id="3" creationId="{E6B0D8E5-8310-E740-9CD7-B22B46C6425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08722302" sldId="341"/>
            <ac:spMk id="4" creationId="{B5E853C3-73FA-FA48-AAC5-53FCDDF6C29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08722302" sldId="341"/>
            <ac:spMk id="5" creationId="{1223A07B-B1B1-0A4E-8409-2E8A40F8AF3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008722302" sldId="341"/>
            <ac:spMk id="6" creationId="{CDD39AB4-30A8-8A4B-8687-66CF43C7C12B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528756538" sldId="343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8756538" sldId="343"/>
            <ac:spMk id="2" creationId="{4C0CBBBE-8C2D-A641-A12A-67B7D4E3F822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8756538" sldId="343"/>
            <ac:spMk id="3" creationId="{021C902B-5EC8-5B41-BB35-7B789573502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8756538" sldId="343"/>
            <ac:spMk id="4" creationId="{BB578B75-DB63-A643-ABB8-3785CF86115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8756538" sldId="343"/>
            <ac:spMk id="5" creationId="{9A7AADAE-1DC7-0045-A64E-A38CA9EEC3E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528756538" sldId="343"/>
            <ac:spMk id="6" creationId="{AC9BA0F2-58E8-9644-8738-E7B20F01CA3A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463909379" sldId="344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463909379" sldId="344"/>
            <ac:spMk id="2" creationId="{CA1EB0BF-A697-E640-924C-332CD31C9F9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463909379" sldId="344"/>
            <ac:spMk id="3" creationId="{D5CB8D28-103E-6848-9D16-4DADD70DB23E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463909379" sldId="344"/>
            <ac:spMk id="4" creationId="{1AF17447-C23F-3D41-B89F-83E879BD90A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463909379" sldId="344"/>
            <ac:spMk id="5" creationId="{E6789B9B-C7B7-C34F-BB8A-C178317D668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463909379" sldId="344"/>
            <ac:spMk id="6" creationId="{97B0CD74-0E42-5248-B7E8-F9C67975B341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1251561724" sldId="345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51561724" sldId="345"/>
            <ac:spMk id="2" creationId="{B0779D9E-224A-B642-88D2-0702E94B82B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51561724" sldId="345"/>
            <ac:spMk id="3" creationId="{5119936E-CAE3-034B-BB59-43BF57C9ED8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51561724" sldId="345"/>
            <ac:spMk id="4" creationId="{CC3570B4-913D-C34A-9874-3E189D313053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51561724" sldId="345"/>
            <ac:spMk id="5" creationId="{1D3F3CC2-16F1-474F-9A4E-24603D923B3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251561724" sldId="345"/>
            <ac:spMk id="6" creationId="{BE4C1E8F-6A6B-ED45-A184-172FC9C8BCC5}"/>
          </ac:spMkLst>
        </pc:spChg>
      </pc:sldChg>
      <pc:sldChg chg="addSp delSp modSp mod">
        <pc:chgData name="Vincenzo Massimiliano Gulisano" userId="887d7398-9e41-4331-abd4-9c23f064ea90" providerId="ADAL" clId="{8EA10870-6395-588A-9409-E8E4CA631CF7}" dt="2025-10-13T10:29:42.244" v="3594" actId="22"/>
        <pc:sldMkLst>
          <pc:docMk/>
          <pc:sldMk cId="771028903" sldId="346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771028903" sldId="346"/>
            <ac:spMk id="2" creationId="{15983A83-75DE-774E-A2C8-280A2B0F373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771028903" sldId="346"/>
            <ac:spMk id="3" creationId="{212A066E-5DDD-F24C-9A90-FFFAAB11AE23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771028903" sldId="346"/>
            <ac:spMk id="4" creationId="{CD03D7A0-83AA-7B48-A89F-E6B00706796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771028903" sldId="346"/>
            <ac:spMk id="5" creationId="{43F1BF8B-9F44-CD48-8A6F-5F643A3B4408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771028903" sldId="346"/>
            <ac:spMk id="6" creationId="{3282A258-C6F0-6E48-BE2E-96A2E2C4630C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1787043984" sldId="490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787043984" sldId="490"/>
            <ac:spMk id="2" creationId="{DC5E7476-8C7B-BF47-9526-2C6858B2121F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787043984" sldId="490"/>
            <ac:spMk id="3" creationId="{B3177828-73D8-EC46-BEF2-B00D744B237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787043984" sldId="490"/>
            <ac:spMk id="4" creationId="{6506D7FA-060A-8F46-BD1F-EBDF48CB1CFB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787043984" sldId="490"/>
            <ac:spMk id="5" creationId="{EECA5BC5-1104-F446-B861-833CDCEFB56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787043984" sldId="490"/>
            <ac:spMk id="6" creationId="{34A4228B-1EBA-3C46-8E63-39FA2B59ABA1}"/>
          </ac:spMkLst>
        </pc:spChg>
      </pc:sldChg>
      <pc:sldChg chg="modSp modNotesTx">
        <pc:chgData name="Vincenzo Massimiliano Gulisano" userId="887d7398-9e41-4331-abd4-9c23f064ea90" providerId="ADAL" clId="{8EA10870-6395-588A-9409-E8E4CA631CF7}" dt="2025-10-20T04:49:12.470" v="5259" actId="20577"/>
        <pc:sldMkLst>
          <pc:docMk/>
          <pc:sldMk cId="354669819" sldId="492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54669819" sldId="492"/>
            <ac:spMk id="2" creationId="{FB03E56C-A8B6-8642-8BB0-660F0983C48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54669819" sldId="492"/>
            <ac:spMk id="3" creationId="{D0266F44-B4B5-174D-A391-07DDD03A2D48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54669819" sldId="492"/>
            <ac:spMk id="4" creationId="{5B9A12CB-443C-C041-AB18-9FBFFEB3D5F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54669819" sldId="492"/>
            <ac:spMk id="5" creationId="{6AC9E613-9838-1444-942C-4432494E3FBA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54669819" sldId="492"/>
            <ac:spMk id="6" creationId="{E48797E0-4721-B04C-9374-B9D1F72F28A4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2920000856" sldId="494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20000856" sldId="494"/>
            <ac:spMk id="2" creationId="{FDCD492E-3516-5A4B-92ED-C6F7D9858AF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20000856" sldId="494"/>
            <ac:spMk id="3" creationId="{C45EAA67-7DE7-414C-938B-E47619376602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20000856" sldId="494"/>
            <ac:spMk id="4" creationId="{8C0C907C-079B-4645-AD54-B60124B3A83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20000856" sldId="494"/>
            <ac:spMk id="5" creationId="{18E02B91-E044-374B-8DF2-1B7B0ACB0727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20000856" sldId="494"/>
            <ac:spMk id="6" creationId="{E3FBC50D-E2E8-7245-B996-BD3A21DFD83D}"/>
          </ac:spMkLst>
        </pc:spChg>
      </pc:sldChg>
      <pc:sldChg chg="modSp">
        <pc:chgData name="Vincenzo Massimiliano Gulisano" userId="887d7398-9e41-4331-abd4-9c23f064ea90" providerId="ADAL" clId="{8EA10870-6395-588A-9409-E8E4CA631CF7}" dt="2025-10-12T14:46:39.593" v="780"/>
        <pc:sldMkLst>
          <pc:docMk/>
          <pc:sldMk cId="637153921" sldId="495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637153921" sldId="495"/>
            <ac:spMk id="2" creationId="{5FAC923D-C56E-A34C-9781-1ABC2BCE924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637153921" sldId="495"/>
            <ac:spMk id="3" creationId="{75BCFFC1-F44D-2D4B-B609-80F1E23D434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637153921" sldId="495"/>
            <ac:spMk id="4" creationId="{89E59F8D-ECCA-3E4F-ACCC-9311F8E361C6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637153921" sldId="495"/>
            <ac:spMk id="5" creationId="{5C181D74-CED7-3947-821D-93390F2E29D3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637153921" sldId="495"/>
            <ac:spMk id="6" creationId="{21FBB7C5-E8AA-0047-830F-5BD56360D1FF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8:34.146" v="3502" actId="20577"/>
        <pc:sldMkLst>
          <pc:docMk/>
          <pc:sldMk cId="1108441124" sldId="496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108441124" sldId="496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8:34.146" v="3502" actId="20577"/>
          <ac:spMkLst>
            <pc:docMk/>
            <pc:sldMk cId="1108441124" sldId="496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108441124" sldId="496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108441124" sldId="496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1108441124" sldId="496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8:38.293" v="3514" actId="20577"/>
        <pc:sldMkLst>
          <pc:docMk/>
          <pc:sldMk cId="3108831311" sldId="497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08831311" sldId="497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8:38.293" v="3514" actId="20577"/>
          <ac:spMkLst>
            <pc:docMk/>
            <pc:sldMk cId="3108831311" sldId="497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08831311" sldId="497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08831311" sldId="497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108831311" sldId="497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8:43.359" v="3526" actId="20577"/>
        <pc:sldMkLst>
          <pc:docMk/>
          <pc:sldMk cId="909146899" sldId="498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909146899" sldId="498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8:43.359" v="3526" actId="20577"/>
          <ac:spMkLst>
            <pc:docMk/>
            <pc:sldMk cId="909146899" sldId="498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909146899" sldId="498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909146899" sldId="498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909146899" sldId="498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8:47.653" v="3538" actId="20577"/>
        <pc:sldMkLst>
          <pc:docMk/>
          <pc:sldMk cId="2991662624" sldId="499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91662624" sldId="499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8:47.653" v="3538" actId="20577"/>
          <ac:spMkLst>
            <pc:docMk/>
            <pc:sldMk cId="2991662624" sldId="499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91662624" sldId="499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91662624" sldId="499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991662624" sldId="499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8:53.188" v="3550" actId="20577"/>
        <pc:sldMkLst>
          <pc:docMk/>
          <pc:sldMk cId="2394047874" sldId="500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94047874" sldId="500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8:53.188" v="3550" actId="20577"/>
          <ac:spMkLst>
            <pc:docMk/>
            <pc:sldMk cId="2394047874" sldId="500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94047874" sldId="500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94047874" sldId="500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94047874" sldId="500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9:00.807" v="3562" actId="20577"/>
        <pc:sldMkLst>
          <pc:docMk/>
          <pc:sldMk cId="2307284134" sldId="501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07284134" sldId="501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9:00.807" v="3562" actId="20577"/>
          <ac:spMkLst>
            <pc:docMk/>
            <pc:sldMk cId="2307284134" sldId="501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07284134" sldId="501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07284134" sldId="501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07284134" sldId="501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9:06.568" v="3574" actId="20577"/>
        <pc:sldMkLst>
          <pc:docMk/>
          <pc:sldMk cId="806381297" sldId="502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06381297" sldId="502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9:06.568" v="3574" actId="20577"/>
          <ac:spMkLst>
            <pc:docMk/>
            <pc:sldMk cId="806381297" sldId="502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06381297" sldId="502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06381297" sldId="502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806381297" sldId="502"/>
            <ac:spMk id="6" creationId="{5C58CC5D-71B0-CB4C-AE98-30B7BC462F37}"/>
          </ac:spMkLst>
        </pc:spChg>
      </pc:sldChg>
      <pc:sldChg chg="modSp mod">
        <pc:chgData name="Vincenzo Massimiliano Gulisano" userId="887d7398-9e41-4331-abd4-9c23f064ea90" providerId="ADAL" clId="{8EA10870-6395-588A-9409-E8E4CA631CF7}" dt="2025-10-13T10:29:32.607" v="3588" actId="207"/>
        <pc:sldMkLst>
          <pc:docMk/>
          <pc:sldMk cId="3378822745" sldId="503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378822745" sldId="503"/>
            <ac:spMk id="2" creationId="{A2F00DE7-A465-B346-83F3-192101BA4EE1}"/>
          </ac:spMkLst>
        </pc:spChg>
        <pc:spChg chg="mod">
          <ac:chgData name="Vincenzo Massimiliano Gulisano" userId="887d7398-9e41-4331-abd4-9c23f064ea90" providerId="ADAL" clId="{8EA10870-6395-588A-9409-E8E4CA631CF7}" dt="2025-10-13T10:29:32.607" v="3588" actId="207"/>
          <ac:spMkLst>
            <pc:docMk/>
            <pc:sldMk cId="3378822745" sldId="503"/>
            <ac:spMk id="3" creationId="{D81465D4-0C2E-D940-BC26-0D5332498955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378822745" sldId="503"/>
            <ac:spMk id="4" creationId="{DD118DD5-11DF-7345-AF39-1F7053F5F9B9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378822745" sldId="503"/>
            <ac:spMk id="5" creationId="{FA2FF2A7-B0DF-4E4D-B7DD-28F940164434}"/>
          </ac:spMkLst>
        </pc:spChg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3378822745" sldId="503"/>
            <ac:spMk id="6" creationId="{5C58CC5D-71B0-CB4C-AE98-30B7BC462F37}"/>
          </ac:spMkLst>
        </pc:spChg>
      </pc:sldChg>
      <pc:sldChg chg="addSp delSp modSp new mod setBg delDesignElem modNotesTx">
        <pc:chgData name="Vincenzo Massimiliano Gulisano" userId="887d7398-9e41-4331-abd4-9c23f064ea90" providerId="ADAL" clId="{8EA10870-6395-588A-9409-E8E4CA631CF7}" dt="2025-10-13T14:27:09.275" v="3859" actId="20577"/>
        <pc:sldMkLst>
          <pc:docMk/>
          <pc:sldMk cId="2327590661" sldId="504"/>
        </pc:sldMkLst>
        <pc:spChg chg="mod">
          <ac:chgData name="Vincenzo Massimiliano Gulisano" userId="887d7398-9e41-4331-abd4-9c23f064ea90" providerId="ADAL" clId="{8EA10870-6395-588A-9409-E8E4CA631CF7}" dt="2025-10-12T14:46:39.593" v="780"/>
          <ac:spMkLst>
            <pc:docMk/>
            <pc:sldMk cId="2327590661" sldId="504"/>
            <ac:spMk id="2" creationId="{E91E6BEB-A08B-9D22-9455-B12CB6C776C1}"/>
          </ac:spMkLst>
        </pc:spChg>
        <pc:spChg chg="add del mod">
          <ac:chgData name="Vincenzo Massimiliano Gulisano" userId="887d7398-9e41-4331-abd4-9c23f064ea90" providerId="ADAL" clId="{8EA10870-6395-588A-9409-E8E4CA631CF7}" dt="2025-10-13T10:25:28.002" v="3454" actId="20577"/>
          <ac:spMkLst>
            <pc:docMk/>
            <pc:sldMk cId="2327590661" sldId="504"/>
            <ac:spMk id="3" creationId="{A621A869-A050-DB90-AA5A-CA53309FCE06}"/>
          </ac:spMkLst>
        </pc:spChg>
        <pc:spChg chg="mod ord">
          <ac:chgData name="Vincenzo Massimiliano Gulisano" userId="887d7398-9e41-4331-abd4-9c23f064ea90" providerId="ADAL" clId="{8EA10870-6395-588A-9409-E8E4CA631CF7}" dt="2025-10-12T14:48:19.333" v="791" actId="26606"/>
          <ac:spMkLst>
            <pc:docMk/>
            <pc:sldMk cId="2327590661" sldId="504"/>
            <ac:spMk id="4" creationId="{8F974C32-16F9-92C2-5AC4-04461AE39E37}"/>
          </ac:spMkLst>
        </pc:spChg>
        <pc:spChg chg="mod">
          <ac:chgData name="Vincenzo Massimiliano Gulisano" userId="887d7398-9e41-4331-abd4-9c23f064ea90" providerId="ADAL" clId="{8EA10870-6395-588A-9409-E8E4CA631CF7}" dt="2025-10-12T14:48:19.333" v="791" actId="26606"/>
          <ac:spMkLst>
            <pc:docMk/>
            <pc:sldMk cId="2327590661" sldId="504"/>
            <ac:spMk id="5" creationId="{A326CFCD-24A0-7D21-3E2A-F70C9FB2A1F5}"/>
          </ac:spMkLst>
        </pc:spChg>
        <pc:spChg chg="mod">
          <ac:chgData name="Vincenzo Massimiliano Gulisano" userId="887d7398-9e41-4331-abd4-9c23f064ea90" providerId="ADAL" clId="{8EA10870-6395-588A-9409-E8E4CA631CF7}" dt="2025-10-12T14:48:19.333" v="791" actId="26606"/>
          <ac:spMkLst>
            <pc:docMk/>
            <pc:sldMk cId="2327590661" sldId="504"/>
            <ac:spMk id="6" creationId="{FBFD8D63-1EF3-A619-F17A-A1A7E22580A8}"/>
          </ac:spMkLst>
        </pc:spChg>
        <pc:spChg chg="add del">
          <ac:chgData name="Vincenzo Massimiliano Gulisano" userId="887d7398-9e41-4331-abd4-9c23f064ea90" providerId="ADAL" clId="{8EA10870-6395-588A-9409-E8E4CA631CF7}" dt="2025-10-12T14:48:19.333" v="791" actId="26606"/>
          <ac:spMkLst>
            <pc:docMk/>
            <pc:sldMk cId="2327590661" sldId="504"/>
            <ac:spMk id="11" creationId="{100EDD19-6802-4EC3-95CE-CFFAB042CFD6}"/>
          </ac:spMkLst>
        </pc:spChg>
        <pc:spChg chg="add del">
          <ac:chgData name="Vincenzo Massimiliano Gulisano" userId="887d7398-9e41-4331-abd4-9c23f064ea90" providerId="ADAL" clId="{8EA10870-6395-588A-9409-E8E4CA631CF7}" dt="2025-10-12T14:48:19.333" v="791" actId="26606"/>
          <ac:spMkLst>
            <pc:docMk/>
            <pc:sldMk cId="2327590661" sldId="504"/>
            <ac:spMk id="13" creationId="{DB17E863-922E-4C26-BD64-E8FD41D28661}"/>
          </ac:spMkLst>
        </pc:spChg>
      </pc:sldChg>
      <pc:sldChg chg="modSp new del mod">
        <pc:chgData name="Vincenzo Massimiliano Gulisano" userId="887d7398-9e41-4331-abd4-9c23f064ea90" providerId="ADAL" clId="{8EA10870-6395-588A-9409-E8E4CA631CF7}" dt="2025-10-12T14:48:37.204" v="798" actId="2696"/>
        <pc:sldMkLst>
          <pc:docMk/>
          <pc:sldMk cId="1016072133" sldId="505"/>
        </pc:sldMkLst>
      </pc:sldChg>
      <pc:sldChg chg="modSp add mod modNotesTx">
        <pc:chgData name="Vincenzo Massimiliano Gulisano" userId="887d7398-9e41-4331-abd4-9c23f064ea90" providerId="ADAL" clId="{8EA10870-6395-588A-9409-E8E4CA631CF7}" dt="2025-10-13T14:27:19.738" v="3894" actId="20577"/>
        <pc:sldMkLst>
          <pc:docMk/>
          <pc:sldMk cId="679006112" sldId="506"/>
        </pc:sldMkLst>
        <pc:spChg chg="mod">
          <ac:chgData name="Vincenzo Massimiliano Gulisano" userId="887d7398-9e41-4331-abd4-9c23f064ea90" providerId="ADAL" clId="{8EA10870-6395-588A-9409-E8E4CA631CF7}" dt="2025-10-12T14:48:28.703" v="794" actId="27636"/>
          <ac:spMkLst>
            <pc:docMk/>
            <pc:sldMk cId="679006112" sldId="506"/>
            <ac:spMk id="2" creationId="{A31141D4-2D1B-9DA1-4794-70B7AD0F2F5D}"/>
          </ac:spMkLst>
        </pc:spChg>
        <pc:spChg chg="mod">
          <ac:chgData name="Vincenzo Massimiliano Gulisano" userId="887d7398-9e41-4331-abd4-9c23f064ea90" providerId="ADAL" clId="{8EA10870-6395-588A-9409-E8E4CA631CF7}" dt="2025-10-12T14:48:36.084" v="797" actId="27636"/>
          <ac:spMkLst>
            <pc:docMk/>
            <pc:sldMk cId="679006112" sldId="506"/>
            <ac:spMk id="3" creationId="{9A97EEEC-52F3-920C-B72B-500DDC185A45}"/>
          </ac:spMkLst>
        </pc:spChg>
      </pc:sldChg>
      <pc:sldChg chg="addSp delSp add del setBg delDesignElem">
        <pc:chgData name="Vincenzo Massimiliano Gulisano" userId="887d7398-9e41-4331-abd4-9c23f064ea90" providerId="ADAL" clId="{8EA10870-6395-588A-9409-E8E4CA631CF7}" dt="2025-10-12T14:47:59.465" v="789"/>
        <pc:sldMkLst>
          <pc:docMk/>
          <pc:sldMk cId="1280498053" sldId="506"/>
        </pc:sldMkLst>
      </pc:sldChg>
      <pc:sldChg chg="addSp modSp add mod modNotesTx">
        <pc:chgData name="Vincenzo Massimiliano Gulisano" userId="887d7398-9e41-4331-abd4-9c23f064ea90" providerId="ADAL" clId="{8EA10870-6395-588A-9409-E8E4CA631CF7}" dt="2025-10-13T14:29:27.505" v="4087" actId="20577"/>
        <pc:sldMkLst>
          <pc:docMk/>
          <pc:sldMk cId="1099008517" sldId="507"/>
        </pc:sldMkLst>
        <pc:spChg chg="add mod">
          <ac:chgData name="Vincenzo Massimiliano Gulisano" userId="887d7398-9e41-4331-abd4-9c23f064ea90" providerId="ADAL" clId="{8EA10870-6395-588A-9409-E8E4CA631CF7}" dt="2025-10-12T14:49:17.175" v="806" actId="1582"/>
          <ac:spMkLst>
            <pc:docMk/>
            <pc:sldMk cId="1099008517" sldId="507"/>
            <ac:spMk id="7" creationId="{0058DC94-EF64-1A69-875D-62F35E5AD5BF}"/>
          </ac:spMkLst>
        </pc:spChg>
        <pc:spChg chg="add mod">
          <ac:chgData name="Vincenzo Massimiliano Gulisano" userId="887d7398-9e41-4331-abd4-9c23f064ea90" providerId="ADAL" clId="{8EA10870-6395-588A-9409-E8E4CA631CF7}" dt="2025-10-12T14:51:59.864" v="845" actId="1076"/>
          <ac:spMkLst>
            <pc:docMk/>
            <pc:sldMk cId="1099008517" sldId="507"/>
            <ac:spMk id="8" creationId="{F514E509-7BCA-4DC3-248C-F4B7E2454E4E}"/>
          </ac:spMkLst>
        </pc:spChg>
        <pc:spChg chg="add mod">
          <ac:chgData name="Vincenzo Massimiliano Gulisano" userId="887d7398-9e41-4331-abd4-9c23f064ea90" providerId="ADAL" clId="{8EA10870-6395-588A-9409-E8E4CA631CF7}" dt="2025-10-12T14:52:22.145" v="853" actId="1036"/>
          <ac:spMkLst>
            <pc:docMk/>
            <pc:sldMk cId="1099008517" sldId="507"/>
            <ac:spMk id="9" creationId="{0A14CA34-F59C-9C6B-76E2-571EB6A10C81}"/>
          </ac:spMkLst>
        </pc:spChg>
        <pc:spChg chg="add mod">
          <ac:chgData name="Vincenzo Massimiliano Gulisano" userId="887d7398-9e41-4331-abd4-9c23f064ea90" providerId="ADAL" clId="{8EA10870-6395-588A-9409-E8E4CA631CF7}" dt="2025-10-12T14:52:49.233" v="920" actId="1076"/>
          <ac:spMkLst>
            <pc:docMk/>
            <pc:sldMk cId="1099008517" sldId="507"/>
            <ac:spMk id="10" creationId="{B8A997FE-0341-E38F-CAA9-5482C1ED7A8D}"/>
          </ac:spMkLst>
        </pc:spChg>
      </pc:sldChg>
      <pc:sldChg chg="addSp delSp modSp add mod modNotesTx">
        <pc:chgData name="Vincenzo Massimiliano Gulisano" userId="887d7398-9e41-4331-abd4-9c23f064ea90" providerId="ADAL" clId="{8EA10870-6395-588A-9409-E8E4CA631CF7}" dt="2025-10-13T14:31:54.444" v="4130" actId="20577"/>
        <pc:sldMkLst>
          <pc:docMk/>
          <pc:sldMk cId="1759542499" sldId="508"/>
        </pc:sldMkLst>
        <pc:spChg chg="mod">
          <ac:chgData name="Vincenzo Massimiliano Gulisano" userId="887d7398-9e41-4331-abd4-9c23f064ea90" providerId="ADAL" clId="{8EA10870-6395-588A-9409-E8E4CA631CF7}" dt="2025-10-12T14:53:11.652" v="955" actId="20577"/>
          <ac:spMkLst>
            <pc:docMk/>
            <pc:sldMk cId="1759542499" sldId="508"/>
            <ac:spMk id="2" creationId="{F5AB7CD1-70C1-ACFA-5554-576C78D4FFC8}"/>
          </ac:spMkLst>
        </pc:spChg>
        <pc:spChg chg="mod">
          <ac:chgData name="Vincenzo Massimiliano Gulisano" userId="887d7398-9e41-4331-abd4-9c23f064ea90" providerId="ADAL" clId="{8EA10870-6395-588A-9409-E8E4CA631CF7}" dt="2025-10-12T14:58:39.070" v="1058" actId="403"/>
          <ac:spMkLst>
            <pc:docMk/>
            <pc:sldMk cId="1759542499" sldId="508"/>
            <ac:spMk id="3" creationId="{188F7418-0634-623A-39BC-3B48984C74C9}"/>
          </ac:spMkLst>
        </pc:spChg>
        <pc:spChg chg="add mod">
          <ac:chgData name="Vincenzo Massimiliano Gulisano" userId="887d7398-9e41-4331-abd4-9c23f064ea90" providerId="ADAL" clId="{8EA10870-6395-588A-9409-E8E4CA631CF7}" dt="2025-10-12T14:59:00.229" v="1064" actId="1076"/>
          <ac:spMkLst>
            <pc:docMk/>
            <pc:sldMk cId="1759542499" sldId="508"/>
            <ac:spMk id="14" creationId="{7E3FBA91-1300-7A06-8F6B-E6649E05E712}"/>
          </ac:spMkLst>
        </pc:spChg>
        <pc:grpChg chg="add">
          <ac:chgData name="Vincenzo Massimiliano Gulisano" userId="887d7398-9e41-4331-abd4-9c23f064ea90" providerId="ADAL" clId="{8EA10870-6395-588A-9409-E8E4CA631CF7}" dt="2025-10-12T14:59:11.244" v="1065" actId="164"/>
          <ac:grpSpMkLst>
            <pc:docMk/>
            <pc:sldMk cId="1759542499" sldId="508"/>
            <ac:grpSpMk id="15" creationId="{2137A52E-CC8E-7C22-3F2B-653D4EE63A9C}"/>
          </ac:grpSpMkLst>
        </pc:grpChg>
        <pc:picChg chg="add mod">
          <ac:chgData name="Vincenzo Massimiliano Gulisano" userId="887d7398-9e41-4331-abd4-9c23f064ea90" providerId="ADAL" clId="{8EA10870-6395-588A-9409-E8E4CA631CF7}" dt="2025-10-12T14:58:41.890" v="1059" actId="1076"/>
          <ac:picMkLst>
            <pc:docMk/>
            <pc:sldMk cId="1759542499" sldId="508"/>
            <ac:picMk id="12" creationId="{B22528F3-8D90-10CB-7894-DB0B55C483EC}"/>
          </ac:picMkLst>
        </pc:picChg>
      </pc:sldChg>
      <pc:sldChg chg="addSp delSp modSp add mod modNotesTx">
        <pc:chgData name="Vincenzo Massimiliano Gulisano" userId="887d7398-9e41-4331-abd4-9c23f064ea90" providerId="ADAL" clId="{8EA10870-6395-588A-9409-E8E4CA631CF7}" dt="2025-10-13T14:32:52.405" v="4284" actId="20577"/>
        <pc:sldMkLst>
          <pc:docMk/>
          <pc:sldMk cId="1508765645" sldId="509"/>
        </pc:sldMkLst>
        <pc:spChg chg="mod">
          <ac:chgData name="Vincenzo Massimiliano Gulisano" userId="887d7398-9e41-4331-abd4-9c23f064ea90" providerId="ADAL" clId="{8EA10870-6395-588A-9409-E8E4CA631CF7}" dt="2025-10-12T15:00:00.965" v="1127" actId="20577"/>
          <ac:spMkLst>
            <pc:docMk/>
            <pc:sldMk cId="1508765645" sldId="509"/>
            <ac:spMk id="2" creationId="{DC4DF29B-2D52-8AF2-F58B-A9F8FE879645}"/>
          </ac:spMkLst>
        </pc:spChg>
        <pc:spChg chg="mod">
          <ac:chgData name="Vincenzo Massimiliano Gulisano" userId="887d7398-9e41-4331-abd4-9c23f064ea90" providerId="ADAL" clId="{8EA10870-6395-588A-9409-E8E4CA631CF7}" dt="2025-10-13T10:26:07.690" v="3474" actId="113"/>
          <ac:spMkLst>
            <pc:docMk/>
            <pc:sldMk cId="1508765645" sldId="509"/>
            <ac:spMk id="3" creationId="{88E167AE-9463-C536-C1A6-12991F3A5E35}"/>
          </ac:spMkLst>
        </pc:spChg>
      </pc:sldChg>
      <pc:sldChg chg="modSp new del mod">
        <pc:chgData name="Vincenzo Massimiliano Gulisano" userId="887d7398-9e41-4331-abd4-9c23f064ea90" providerId="ADAL" clId="{8EA10870-6395-588A-9409-E8E4CA631CF7}" dt="2025-10-13T09:44:11.631" v="2148" actId="2696"/>
        <pc:sldMkLst>
          <pc:docMk/>
          <pc:sldMk cId="1760606366" sldId="510"/>
        </pc:sldMkLst>
      </pc:sldChg>
      <pc:sldChg chg="modSp add mod modNotesTx">
        <pc:chgData name="Vincenzo Massimiliano Gulisano" userId="887d7398-9e41-4331-abd4-9c23f064ea90" providerId="ADAL" clId="{8EA10870-6395-588A-9409-E8E4CA631CF7}" dt="2025-10-20T04:52:59.294" v="5288" actId="404"/>
        <pc:sldMkLst>
          <pc:docMk/>
          <pc:sldMk cId="555026085" sldId="511"/>
        </pc:sldMkLst>
        <pc:spChg chg="mod">
          <ac:chgData name="Vincenzo Massimiliano Gulisano" userId="887d7398-9e41-4331-abd4-9c23f064ea90" providerId="ADAL" clId="{8EA10870-6395-588A-9409-E8E4CA631CF7}" dt="2025-10-20T04:52:59.294" v="5288" actId="404"/>
          <ac:spMkLst>
            <pc:docMk/>
            <pc:sldMk cId="555026085" sldId="511"/>
            <ac:spMk id="2" creationId="{800346B7-8421-1A59-BF14-2D0B87991A69}"/>
          </ac:spMkLst>
        </pc:spChg>
        <pc:spChg chg="mod">
          <ac:chgData name="Vincenzo Massimiliano Gulisano" userId="887d7398-9e41-4331-abd4-9c23f064ea90" providerId="ADAL" clId="{8EA10870-6395-588A-9409-E8E4CA631CF7}" dt="2025-10-13T14:35:14.477" v="4573" actId="5793"/>
          <ac:spMkLst>
            <pc:docMk/>
            <pc:sldMk cId="555026085" sldId="511"/>
            <ac:spMk id="3" creationId="{EB932E5D-671D-5B49-DC28-F94D41501E2F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10-14T04:17:11.220" v="5034" actId="20577"/>
        <pc:sldMkLst>
          <pc:docMk/>
          <pc:sldMk cId="4233128911" sldId="512"/>
        </pc:sldMkLst>
        <pc:spChg chg="mod">
          <ac:chgData name="Vincenzo Massimiliano Gulisano" userId="887d7398-9e41-4331-abd4-9c23f064ea90" providerId="ADAL" clId="{8EA10870-6395-588A-9409-E8E4CA631CF7}" dt="2025-10-13T09:45:15.785" v="2212" actId="404"/>
          <ac:spMkLst>
            <pc:docMk/>
            <pc:sldMk cId="4233128911" sldId="512"/>
            <ac:spMk id="2" creationId="{2A954EA6-9F4B-128B-BBB9-2553A6D45008}"/>
          </ac:spMkLst>
        </pc:spChg>
        <pc:spChg chg="mod">
          <ac:chgData name="Vincenzo Massimiliano Gulisano" userId="887d7398-9e41-4331-abd4-9c23f064ea90" providerId="ADAL" clId="{8EA10870-6395-588A-9409-E8E4CA631CF7}" dt="2025-10-13T09:46:18.102" v="2414" actId="20577"/>
          <ac:spMkLst>
            <pc:docMk/>
            <pc:sldMk cId="4233128911" sldId="512"/>
            <ac:spMk id="3" creationId="{959B423D-336F-1BF6-949E-C87BBD108328}"/>
          </ac:spMkLst>
        </pc:spChg>
      </pc:sldChg>
      <pc:sldChg chg="addSp delSp modSp add mod ord modNotesTx">
        <pc:chgData name="Vincenzo Massimiliano Gulisano" userId="887d7398-9e41-4331-abd4-9c23f064ea90" providerId="ADAL" clId="{8EA10870-6395-588A-9409-E8E4CA631CF7}" dt="2025-10-14T04:18:50.637" v="5113" actId="20577"/>
        <pc:sldMkLst>
          <pc:docMk/>
          <pc:sldMk cId="981126977" sldId="513"/>
        </pc:sldMkLst>
        <pc:spChg chg="mod">
          <ac:chgData name="Vincenzo Massimiliano Gulisano" userId="887d7398-9e41-4331-abd4-9c23f064ea90" providerId="ADAL" clId="{8EA10870-6395-588A-9409-E8E4CA631CF7}" dt="2025-10-13T10:19:35.142" v="3328" actId="20577"/>
          <ac:spMkLst>
            <pc:docMk/>
            <pc:sldMk cId="981126977" sldId="513"/>
            <ac:spMk id="2" creationId="{31D67C87-830A-5767-F4BC-6E3CF10A0E67}"/>
          </ac:spMkLst>
        </pc:spChg>
        <pc:spChg chg="add mod">
          <ac:chgData name="Vincenzo Massimiliano Gulisano" userId="887d7398-9e41-4331-abd4-9c23f064ea90" providerId="ADAL" clId="{8EA10870-6395-588A-9409-E8E4CA631CF7}" dt="2025-10-13T10:27:03.019" v="3478" actId="20577"/>
          <ac:spMkLst>
            <pc:docMk/>
            <pc:sldMk cId="981126977" sldId="513"/>
            <ac:spMk id="16" creationId="{53B7F993-61BA-F574-892B-EC62978015FA}"/>
          </ac:spMkLst>
        </pc:spChg>
        <pc:graphicFrameChg chg="add mod modGraphic">
          <ac:chgData name="Vincenzo Massimiliano Gulisano" userId="887d7398-9e41-4331-abd4-9c23f064ea90" providerId="ADAL" clId="{8EA10870-6395-588A-9409-E8E4CA631CF7}" dt="2025-10-13T10:16:52.258" v="3032" actId="20577"/>
          <ac:graphicFrameMkLst>
            <pc:docMk/>
            <pc:sldMk cId="981126977" sldId="513"/>
            <ac:graphicFrameMk id="15" creationId="{6220B527-CA18-9372-8F85-6DD13E7765A5}"/>
          </ac:graphicFrameMkLst>
        </pc:graphicFrameChg>
      </pc:sldChg>
      <pc:sldChg chg="modSp add mod modNotesTx">
        <pc:chgData name="Vincenzo Massimiliano Gulisano" userId="887d7398-9e41-4331-abd4-9c23f064ea90" providerId="ADAL" clId="{8EA10870-6395-588A-9409-E8E4CA631CF7}" dt="2025-10-13T14:36:00.437" v="4574" actId="20577"/>
        <pc:sldMkLst>
          <pc:docMk/>
          <pc:sldMk cId="1390151977" sldId="514"/>
        </pc:sldMkLst>
        <pc:spChg chg="mod">
          <ac:chgData name="Vincenzo Massimiliano Gulisano" userId="887d7398-9e41-4331-abd4-9c23f064ea90" providerId="ADAL" clId="{8EA10870-6395-588A-9409-E8E4CA631CF7}" dt="2025-10-13T14:36:00.437" v="4574" actId="20577"/>
          <ac:spMkLst>
            <pc:docMk/>
            <pc:sldMk cId="1390151977" sldId="514"/>
            <ac:spMk id="16" creationId="{DD076A5C-8164-A975-399F-C01AD7977BD6}"/>
          </ac:spMkLst>
        </pc:spChg>
        <pc:graphicFrameChg chg="mod">
          <ac:chgData name="Vincenzo Massimiliano Gulisano" userId="887d7398-9e41-4331-abd4-9c23f064ea90" providerId="ADAL" clId="{8EA10870-6395-588A-9409-E8E4CA631CF7}" dt="2025-10-13T10:18:20.029" v="3268" actId="20577"/>
          <ac:graphicFrameMkLst>
            <pc:docMk/>
            <pc:sldMk cId="1390151977" sldId="514"/>
            <ac:graphicFrameMk id="15" creationId="{F833C3AF-15D9-5673-D696-1903C9180014}"/>
          </ac:graphicFrameMkLst>
        </pc:graphicFrameChg>
      </pc:sldChg>
      <pc:sldChg chg="addSp delSp modSp add mod">
        <pc:chgData name="Vincenzo Massimiliano Gulisano" userId="887d7398-9e41-4331-abd4-9c23f064ea90" providerId="ADAL" clId="{8EA10870-6395-588A-9409-E8E4CA631CF7}" dt="2025-10-14T04:23:54.446" v="5117" actId="13926"/>
        <pc:sldMkLst>
          <pc:docMk/>
          <pc:sldMk cId="2073242206" sldId="515"/>
        </pc:sldMkLst>
        <pc:spChg chg="mod">
          <ac:chgData name="Vincenzo Massimiliano Gulisano" userId="887d7398-9e41-4331-abd4-9c23f064ea90" providerId="ADAL" clId="{8EA10870-6395-588A-9409-E8E4CA631CF7}" dt="2025-10-13T10:19:52.874" v="3376" actId="20577"/>
          <ac:spMkLst>
            <pc:docMk/>
            <pc:sldMk cId="2073242206" sldId="515"/>
            <ac:spMk id="2" creationId="{B200D477-75A9-5D69-A735-263B0668E56B}"/>
          </ac:spMkLst>
        </pc:spChg>
        <pc:spChg chg="add mod">
          <ac:chgData name="Vincenzo Massimiliano Gulisano" userId="887d7398-9e41-4331-abd4-9c23f064ea90" providerId="ADAL" clId="{8EA10870-6395-588A-9409-E8E4CA631CF7}" dt="2025-10-13T10:23:04.089" v="3445" actId="114"/>
          <ac:spMkLst>
            <pc:docMk/>
            <pc:sldMk cId="2073242206" sldId="515"/>
            <ac:spMk id="7" creationId="{7F463A20-5DA1-E381-AD3A-4F98D52987FD}"/>
          </ac:spMkLst>
        </pc:spChg>
        <pc:spChg chg="add mod">
          <ac:chgData name="Vincenzo Massimiliano Gulisano" userId="887d7398-9e41-4331-abd4-9c23f064ea90" providerId="ADAL" clId="{8EA10870-6395-588A-9409-E8E4CA631CF7}" dt="2025-10-14T04:23:54.446" v="5117" actId="13926"/>
          <ac:spMkLst>
            <pc:docMk/>
            <pc:sldMk cId="2073242206" sldId="515"/>
            <ac:spMk id="9" creationId="{9EDFA60B-332E-18C8-0954-5DA6A5B1C278}"/>
          </ac:spMkLst>
        </pc:spChg>
      </pc:sldChg>
      <pc:sldChg chg="modSp add mod">
        <pc:chgData name="Vincenzo Massimiliano Gulisano" userId="887d7398-9e41-4331-abd4-9c23f064ea90" providerId="ADAL" clId="{8EA10870-6395-588A-9409-E8E4CA631CF7}" dt="2025-10-13T10:29:50.948" v="3597" actId="207"/>
        <pc:sldMkLst>
          <pc:docMk/>
          <pc:sldMk cId="2992512675" sldId="516"/>
        </pc:sldMkLst>
        <pc:spChg chg="mod">
          <ac:chgData name="Vincenzo Massimiliano Gulisano" userId="887d7398-9e41-4331-abd4-9c23f064ea90" providerId="ADAL" clId="{8EA10870-6395-588A-9409-E8E4CA631CF7}" dt="2025-10-13T10:29:50.948" v="3597" actId="207"/>
          <ac:spMkLst>
            <pc:docMk/>
            <pc:sldMk cId="2992512675" sldId="516"/>
            <ac:spMk id="3" creationId="{2B2A2505-E3AC-97A6-787D-D49466E9C101}"/>
          </ac:spMkLst>
        </pc:spChg>
      </pc:sldChg>
      <pc:sldChg chg="delSp modSp add del mod setBg delDesignElem modNotesTx">
        <pc:chgData name="Vincenzo Massimiliano Gulisano" userId="887d7398-9e41-4331-abd4-9c23f064ea90" providerId="ADAL" clId="{8EA10870-6395-588A-9409-E8E4CA631CF7}" dt="2025-10-13T14:45:01.516" v="4943" actId="2696"/>
        <pc:sldMkLst>
          <pc:docMk/>
          <pc:sldMk cId="2925421995" sldId="517"/>
        </pc:sldMkLst>
      </pc:sldChg>
      <pc:sldChg chg="modSp add mod">
        <pc:chgData name="Vincenzo Massimiliano Gulisano" userId="887d7398-9e41-4331-abd4-9c23f064ea90" providerId="ADAL" clId="{8EA10870-6395-588A-9409-E8E4CA631CF7}" dt="2025-10-13T14:44:59.563" v="4942"/>
        <pc:sldMkLst>
          <pc:docMk/>
          <pc:sldMk cId="3648961678" sldId="518"/>
        </pc:sldMkLst>
        <pc:spChg chg="mod">
          <ac:chgData name="Vincenzo Massimiliano Gulisano" userId="887d7398-9e41-4331-abd4-9c23f064ea90" providerId="ADAL" clId="{8EA10870-6395-588A-9409-E8E4CA631CF7}" dt="2025-10-13T14:44:53.327" v="4941" actId="404"/>
          <ac:spMkLst>
            <pc:docMk/>
            <pc:sldMk cId="3648961678" sldId="518"/>
            <ac:spMk id="2" creationId="{6335DC0D-AB00-7A78-4E17-8F8DBAACD8AE}"/>
          </ac:spMkLst>
        </pc:spChg>
        <pc:spChg chg="mod">
          <ac:chgData name="Vincenzo Massimiliano Gulisano" userId="887d7398-9e41-4331-abd4-9c23f064ea90" providerId="ADAL" clId="{8EA10870-6395-588A-9409-E8E4CA631CF7}" dt="2025-10-13T14:44:59.563" v="4942"/>
          <ac:spMkLst>
            <pc:docMk/>
            <pc:sldMk cId="3648961678" sldId="518"/>
            <ac:spMk id="3" creationId="{396B2303-75EB-7173-4A2D-EF89EB75D76F}"/>
          </ac:spMkLst>
        </pc:spChg>
      </pc:sldChg>
      <pc:sldChg chg="addSp delSp modSp add mod">
        <pc:chgData name="Vincenzo Massimiliano Gulisano" userId="887d7398-9e41-4331-abd4-9c23f064ea90" providerId="ADAL" clId="{8EA10870-6395-588A-9409-E8E4CA631CF7}" dt="2025-10-14T04:26:30.896" v="5200" actId="20577"/>
        <pc:sldMkLst>
          <pc:docMk/>
          <pc:sldMk cId="2069753473" sldId="519"/>
        </pc:sldMkLst>
        <pc:spChg chg="mod">
          <ac:chgData name="Vincenzo Massimiliano Gulisano" userId="887d7398-9e41-4331-abd4-9c23f064ea90" providerId="ADAL" clId="{8EA10870-6395-588A-9409-E8E4CA631CF7}" dt="2025-10-14T04:26:30.896" v="5200" actId="20577"/>
          <ac:spMkLst>
            <pc:docMk/>
            <pc:sldMk cId="2069753473" sldId="519"/>
            <ac:spMk id="2" creationId="{C622A7C0-EA61-D79F-35E8-901712EE7A98}"/>
          </ac:spMkLst>
        </pc:spChg>
        <pc:spChg chg="mod">
          <ac:chgData name="Vincenzo Massimiliano Gulisano" userId="887d7398-9e41-4331-abd4-9c23f064ea90" providerId="ADAL" clId="{8EA10870-6395-588A-9409-E8E4CA631CF7}" dt="2025-10-14T04:24:31.735" v="5126" actId="1076"/>
          <ac:spMkLst>
            <pc:docMk/>
            <pc:sldMk cId="2069753473" sldId="519"/>
            <ac:spMk id="9" creationId="{84294DAE-A7C0-5DD3-79A7-3F8705B412B2}"/>
          </ac:spMkLst>
        </pc:spChg>
        <pc:graphicFrameChg chg="add mod modGraphic">
          <ac:chgData name="Vincenzo Massimiliano Gulisano" userId="887d7398-9e41-4331-abd4-9c23f064ea90" providerId="ADAL" clId="{8EA10870-6395-588A-9409-E8E4CA631CF7}" dt="2025-10-14T04:25:38.278" v="5137" actId="1076"/>
          <ac:graphicFrameMkLst>
            <pc:docMk/>
            <pc:sldMk cId="2069753473" sldId="519"/>
            <ac:graphicFrameMk id="10" creationId="{A9007D0D-A8D3-AC8D-88EB-F1A611CA9143}"/>
          </ac:graphicFrameMkLst>
        </pc:graphicFrameChg>
        <pc:cxnChg chg="add mod">
          <ac:chgData name="Vincenzo Massimiliano Gulisano" userId="887d7398-9e41-4331-abd4-9c23f064ea90" providerId="ADAL" clId="{8EA10870-6395-588A-9409-E8E4CA631CF7}" dt="2025-10-14T04:26:16.583" v="5150" actId="1036"/>
          <ac:cxnSpMkLst>
            <pc:docMk/>
            <pc:sldMk cId="2069753473" sldId="519"/>
            <ac:cxnSpMk id="15" creationId="{B46400BD-798D-238A-135B-D09196EB6FEF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881F72F-4D09-CB4D-8A41-C707CC21CDF4}" type="doc">
      <dgm:prSet loTypeId="urn:microsoft.com/office/officeart/2005/8/layout/hierarchy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7A8FD33-64CC-7849-85BA-76B94489E38D}">
      <dgm:prSet phldrT="[Text]"/>
      <dgm:spPr/>
      <dgm:t>
        <a:bodyPr/>
        <a:lstStyle/>
        <a:p>
          <a:pPr algn="l"/>
          <a:r>
            <a:rPr lang="en-US" dirty="0" err="1"/>
            <a:t>cpu</a:t>
          </a:r>
          <a:endParaRPr lang="en-US" dirty="0"/>
        </a:p>
      </dgm:t>
    </dgm:pt>
    <dgm:pt modelId="{0103B747-FA56-3C45-AE8F-902A2D05EBE0}" type="parTrans" cxnId="{0DD18991-50BD-C74E-9205-9634ED71E14E}">
      <dgm:prSet/>
      <dgm:spPr/>
      <dgm:t>
        <a:bodyPr/>
        <a:lstStyle/>
        <a:p>
          <a:pPr algn="l"/>
          <a:endParaRPr lang="en-US"/>
        </a:p>
      </dgm:t>
    </dgm:pt>
    <dgm:pt modelId="{2F5382E8-6F98-5940-92DD-AFCF4CE7B1C2}" type="sibTrans" cxnId="{0DD18991-50BD-C74E-9205-9634ED71E14E}">
      <dgm:prSet/>
      <dgm:spPr/>
      <dgm:t>
        <a:bodyPr/>
        <a:lstStyle/>
        <a:p>
          <a:pPr algn="l"/>
          <a:endParaRPr lang="en-US"/>
        </a:p>
      </dgm:t>
    </dgm:pt>
    <dgm:pt modelId="{8CB43F45-AF65-384F-A8CE-92B4D019A27A}">
      <dgm:prSet phldrT="[Text]"/>
      <dgm:spPr/>
      <dgm:t>
        <a:bodyPr/>
        <a:lstStyle/>
        <a:p>
          <a:pPr algn="l"/>
          <a:r>
            <a:rPr lang="en-US" dirty="0" err="1"/>
            <a:t>system.slice</a:t>
          </a:r>
          <a:r>
            <a:rPr lang="en-US" dirty="0"/>
            <a:t>: 100</a:t>
          </a:r>
        </a:p>
      </dgm:t>
    </dgm:pt>
    <dgm:pt modelId="{1BF861E7-4719-DE42-83E5-A38007E15F76}" type="parTrans" cxnId="{EED95FF6-4144-2243-8F6E-8404553A5E6C}">
      <dgm:prSet/>
      <dgm:spPr/>
      <dgm:t>
        <a:bodyPr/>
        <a:lstStyle/>
        <a:p>
          <a:pPr algn="l"/>
          <a:endParaRPr lang="en-US"/>
        </a:p>
      </dgm:t>
    </dgm:pt>
    <dgm:pt modelId="{B9EF5124-B7B5-2747-AF06-7B6FE14F8330}" type="sibTrans" cxnId="{EED95FF6-4144-2243-8F6E-8404553A5E6C}">
      <dgm:prSet/>
      <dgm:spPr/>
      <dgm:t>
        <a:bodyPr/>
        <a:lstStyle/>
        <a:p>
          <a:pPr algn="l"/>
          <a:endParaRPr lang="en-US"/>
        </a:p>
      </dgm:t>
    </dgm:pt>
    <dgm:pt modelId="{74AC96D5-2DF8-AF47-8FF4-4E31B52501F8}">
      <dgm:prSet phldrT="[Text]"/>
      <dgm:spPr/>
      <dgm:t>
        <a:bodyPr/>
        <a:lstStyle/>
        <a:p>
          <a:pPr algn="l"/>
          <a:r>
            <a:rPr lang="en-US" dirty="0" err="1"/>
            <a:t>user.slice</a:t>
          </a:r>
          <a:r>
            <a:rPr lang="en-US" dirty="0"/>
            <a:t>: 100</a:t>
          </a:r>
        </a:p>
      </dgm:t>
    </dgm:pt>
    <dgm:pt modelId="{10A03306-4D29-094A-92D5-3443B40DE1A9}" type="parTrans" cxnId="{3A6CB55C-2157-C140-A80D-1EF2B9ADE1CC}">
      <dgm:prSet/>
      <dgm:spPr/>
      <dgm:t>
        <a:bodyPr/>
        <a:lstStyle/>
        <a:p>
          <a:pPr algn="l"/>
          <a:endParaRPr lang="en-US"/>
        </a:p>
      </dgm:t>
    </dgm:pt>
    <dgm:pt modelId="{7F9E80D2-A5C4-F349-8B02-1B8A2AB97B02}" type="sibTrans" cxnId="{3A6CB55C-2157-C140-A80D-1EF2B9ADE1CC}">
      <dgm:prSet/>
      <dgm:spPr/>
      <dgm:t>
        <a:bodyPr/>
        <a:lstStyle/>
        <a:p>
          <a:pPr algn="l"/>
          <a:endParaRPr lang="en-US"/>
        </a:p>
      </dgm:t>
    </dgm:pt>
    <dgm:pt modelId="{DEDF35E4-013B-484A-B5D3-376E60E79719}">
      <dgm:prSet phldrT="[Text]"/>
      <dgm:spPr/>
      <dgm:t>
        <a:bodyPr/>
        <a:lstStyle/>
        <a:p>
          <a:pPr algn="l"/>
          <a:r>
            <a:rPr lang="en-US" dirty="0" err="1"/>
            <a:t>machine.slice</a:t>
          </a:r>
          <a:r>
            <a:rPr lang="en-US" dirty="0"/>
            <a:t>: 100</a:t>
          </a:r>
        </a:p>
      </dgm:t>
    </dgm:pt>
    <dgm:pt modelId="{4CAB522A-E3F0-8642-8774-0B6F6E2284B5}" type="parTrans" cxnId="{E9156408-4448-974C-8D5A-95E9140AB1B2}">
      <dgm:prSet/>
      <dgm:spPr/>
      <dgm:t>
        <a:bodyPr/>
        <a:lstStyle/>
        <a:p>
          <a:pPr algn="l"/>
          <a:endParaRPr lang="en-US"/>
        </a:p>
      </dgm:t>
    </dgm:pt>
    <dgm:pt modelId="{A875DAF4-A67E-374A-9461-951AF020DA70}" type="sibTrans" cxnId="{E9156408-4448-974C-8D5A-95E9140AB1B2}">
      <dgm:prSet/>
      <dgm:spPr/>
      <dgm:t>
        <a:bodyPr/>
        <a:lstStyle/>
        <a:p>
          <a:pPr algn="l"/>
          <a:endParaRPr lang="en-US"/>
        </a:p>
      </dgm:t>
    </dgm:pt>
    <dgm:pt modelId="{1E5367B6-CFBA-604A-9DDA-EB50B4C27376}">
      <dgm:prSet phldrT="[Text]"/>
      <dgm:spPr/>
      <dgm:t>
        <a:bodyPr/>
        <a:lstStyle/>
        <a:p>
          <a:pPr algn="l"/>
          <a:r>
            <a:rPr lang="en-US" dirty="0"/>
            <a:t>memory</a:t>
          </a:r>
        </a:p>
      </dgm:t>
    </dgm:pt>
    <dgm:pt modelId="{91E63B35-AECD-574D-9EE6-F6FBF067C69F}" type="parTrans" cxnId="{16E2382C-FD44-B74A-B3ED-CE721A984B02}">
      <dgm:prSet/>
      <dgm:spPr/>
      <dgm:t>
        <a:bodyPr/>
        <a:lstStyle/>
        <a:p>
          <a:pPr algn="l"/>
          <a:endParaRPr lang="en-US"/>
        </a:p>
      </dgm:t>
    </dgm:pt>
    <dgm:pt modelId="{BE043FFC-2771-554B-BEDC-C9A163F6D12D}" type="sibTrans" cxnId="{16E2382C-FD44-B74A-B3ED-CE721A984B02}">
      <dgm:prSet/>
      <dgm:spPr/>
      <dgm:t>
        <a:bodyPr/>
        <a:lstStyle/>
        <a:p>
          <a:pPr algn="l"/>
          <a:endParaRPr lang="en-US"/>
        </a:p>
      </dgm:t>
    </dgm:pt>
    <dgm:pt modelId="{FDB5AC5E-93ED-C249-AED7-62B62BB3080F}">
      <dgm:prSet phldrT="[Text]"/>
      <dgm:spPr/>
      <dgm:t>
        <a:bodyPr/>
        <a:lstStyle/>
        <a:p>
          <a:pPr algn="l"/>
          <a:r>
            <a:rPr lang="en-US" dirty="0"/>
            <a:t>G1: 100</a:t>
          </a:r>
        </a:p>
      </dgm:t>
    </dgm:pt>
    <dgm:pt modelId="{B4750D02-3A12-4843-A8EA-89BEA9E02A03}" type="parTrans" cxnId="{E705B654-D2EB-F94C-86B9-900BB526EA3D}">
      <dgm:prSet/>
      <dgm:spPr/>
      <dgm:t>
        <a:bodyPr/>
        <a:lstStyle/>
        <a:p>
          <a:pPr algn="l"/>
          <a:endParaRPr lang="en-US"/>
        </a:p>
      </dgm:t>
    </dgm:pt>
    <dgm:pt modelId="{BEE4C169-2F37-7647-B3F3-17625305E404}" type="sibTrans" cxnId="{E705B654-D2EB-F94C-86B9-900BB526EA3D}">
      <dgm:prSet/>
      <dgm:spPr/>
      <dgm:t>
        <a:bodyPr/>
        <a:lstStyle/>
        <a:p>
          <a:pPr algn="l"/>
          <a:endParaRPr lang="en-US"/>
        </a:p>
      </dgm:t>
    </dgm:pt>
    <dgm:pt modelId="{01E5353B-FD2A-9F46-9E78-77F83C7AAFE2}">
      <dgm:prSet phldrT="[Text]"/>
      <dgm:spPr/>
      <dgm:t>
        <a:bodyPr/>
        <a:lstStyle/>
        <a:p>
          <a:pPr algn="l"/>
          <a:r>
            <a:rPr lang="en-US" dirty="0"/>
            <a:t>G1.A: 1000</a:t>
          </a:r>
        </a:p>
      </dgm:t>
    </dgm:pt>
    <dgm:pt modelId="{506A974A-5E41-F740-A80C-99DAC2F10318}" type="parTrans" cxnId="{14E6F9DF-D5F4-A34F-9ACC-094B5B7663F6}">
      <dgm:prSet/>
      <dgm:spPr/>
      <dgm:t>
        <a:bodyPr/>
        <a:lstStyle/>
        <a:p>
          <a:pPr algn="l"/>
          <a:endParaRPr lang="en-US"/>
        </a:p>
      </dgm:t>
    </dgm:pt>
    <dgm:pt modelId="{5F53D1E6-D971-2B4C-ADF4-9D3A302E8854}" type="sibTrans" cxnId="{14E6F9DF-D5F4-A34F-9ACC-094B5B7663F6}">
      <dgm:prSet/>
      <dgm:spPr/>
      <dgm:t>
        <a:bodyPr/>
        <a:lstStyle/>
        <a:p>
          <a:pPr algn="l"/>
          <a:endParaRPr lang="en-US"/>
        </a:p>
      </dgm:t>
    </dgm:pt>
    <dgm:pt modelId="{A16122A4-16C2-754A-82C5-4050539EBC39}">
      <dgm:prSet phldrT="[Text]"/>
      <dgm:spPr/>
      <dgm:t>
        <a:bodyPr/>
        <a:lstStyle/>
        <a:p>
          <a:pPr algn="l"/>
          <a:r>
            <a:rPr lang="en-US" dirty="0"/>
            <a:t>G1.B: 10000</a:t>
          </a:r>
        </a:p>
      </dgm:t>
    </dgm:pt>
    <dgm:pt modelId="{346AFDE3-127B-F645-98DC-457A1C53E1AD}" type="parTrans" cxnId="{41D65687-0287-B64A-82D0-3EF4AA492EBD}">
      <dgm:prSet/>
      <dgm:spPr/>
      <dgm:t>
        <a:bodyPr/>
        <a:lstStyle/>
        <a:p>
          <a:pPr algn="l"/>
          <a:endParaRPr lang="en-US"/>
        </a:p>
      </dgm:t>
    </dgm:pt>
    <dgm:pt modelId="{F85D852E-ED5B-4D4E-A3DE-93FB83EFC146}" type="sibTrans" cxnId="{41D65687-0287-B64A-82D0-3EF4AA492EBD}">
      <dgm:prSet/>
      <dgm:spPr/>
      <dgm:t>
        <a:bodyPr/>
        <a:lstStyle/>
        <a:p>
          <a:pPr algn="l"/>
          <a:endParaRPr lang="en-US"/>
        </a:p>
      </dgm:t>
    </dgm:pt>
    <dgm:pt modelId="{183789F8-308F-4741-B6EE-9C38D5A2560B}">
      <dgm:prSet phldrT="[Text]"/>
      <dgm:spPr/>
      <dgm:t>
        <a:bodyPr/>
        <a:lstStyle/>
        <a:p>
          <a:pPr algn="l"/>
          <a:r>
            <a:rPr lang="en-US" dirty="0"/>
            <a:t>...</a:t>
          </a:r>
        </a:p>
      </dgm:t>
    </dgm:pt>
    <dgm:pt modelId="{E880012D-C2DF-454F-8DDD-64B7AB914CC2}" type="parTrans" cxnId="{DE8D6FC5-F941-CD45-9904-93FC2E3F8C05}">
      <dgm:prSet/>
      <dgm:spPr/>
      <dgm:t>
        <a:bodyPr/>
        <a:lstStyle/>
        <a:p>
          <a:pPr algn="l"/>
          <a:endParaRPr lang="en-US"/>
        </a:p>
      </dgm:t>
    </dgm:pt>
    <dgm:pt modelId="{01C7F845-D701-A949-B94A-E834E8E739ED}" type="sibTrans" cxnId="{DE8D6FC5-F941-CD45-9904-93FC2E3F8C05}">
      <dgm:prSet/>
      <dgm:spPr/>
      <dgm:t>
        <a:bodyPr/>
        <a:lstStyle/>
        <a:p>
          <a:pPr algn="l"/>
          <a:endParaRPr lang="en-US"/>
        </a:p>
      </dgm:t>
    </dgm:pt>
    <dgm:pt modelId="{3BAF3EEF-9565-6042-8FC0-DC593D4C7D8A}" type="pres">
      <dgm:prSet presAssocID="{D881F72F-4D09-CB4D-8A41-C707CC21CDF4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86859A13-63DD-4D43-8F6B-312A115AA8F0}" type="pres">
      <dgm:prSet presAssocID="{B7A8FD33-64CC-7849-85BA-76B94489E38D}" presName="root1" presStyleCnt="0"/>
      <dgm:spPr/>
    </dgm:pt>
    <dgm:pt modelId="{49CC1093-40B2-C147-AC47-ABC48226D365}" type="pres">
      <dgm:prSet presAssocID="{B7A8FD33-64CC-7849-85BA-76B94489E38D}" presName="LevelOneTextNode" presStyleLbl="node0" presStyleIdx="0" presStyleCnt="3">
        <dgm:presLayoutVars>
          <dgm:chPref val="3"/>
        </dgm:presLayoutVars>
      </dgm:prSet>
      <dgm:spPr/>
    </dgm:pt>
    <dgm:pt modelId="{35F263DC-545D-8840-A906-0B12BBD5674D}" type="pres">
      <dgm:prSet presAssocID="{B7A8FD33-64CC-7849-85BA-76B94489E38D}" presName="level2hierChild" presStyleCnt="0"/>
      <dgm:spPr/>
    </dgm:pt>
    <dgm:pt modelId="{C73A51B7-EDE6-2449-BE87-C2D26522C2DF}" type="pres">
      <dgm:prSet presAssocID="{1BF861E7-4719-DE42-83E5-A38007E15F76}" presName="conn2-1" presStyleLbl="parChTrans1D2" presStyleIdx="0" presStyleCnt="4"/>
      <dgm:spPr/>
    </dgm:pt>
    <dgm:pt modelId="{4C4A6B2A-07E2-BA40-959F-70B296B3187F}" type="pres">
      <dgm:prSet presAssocID="{1BF861E7-4719-DE42-83E5-A38007E15F76}" presName="connTx" presStyleLbl="parChTrans1D2" presStyleIdx="0" presStyleCnt="4"/>
      <dgm:spPr/>
    </dgm:pt>
    <dgm:pt modelId="{240423C4-050A-E24D-AA55-9D796EE9EEC4}" type="pres">
      <dgm:prSet presAssocID="{8CB43F45-AF65-384F-A8CE-92B4D019A27A}" presName="root2" presStyleCnt="0"/>
      <dgm:spPr/>
    </dgm:pt>
    <dgm:pt modelId="{0F576B43-37AB-BF4A-9E62-28D535FF98BF}" type="pres">
      <dgm:prSet presAssocID="{8CB43F45-AF65-384F-A8CE-92B4D019A27A}" presName="LevelTwoTextNode" presStyleLbl="node2" presStyleIdx="0" presStyleCnt="4" custScaleX="165644">
        <dgm:presLayoutVars>
          <dgm:chPref val="3"/>
        </dgm:presLayoutVars>
      </dgm:prSet>
      <dgm:spPr/>
    </dgm:pt>
    <dgm:pt modelId="{6DA316EC-140E-9840-B7D1-9C96CCF65E50}" type="pres">
      <dgm:prSet presAssocID="{8CB43F45-AF65-384F-A8CE-92B4D019A27A}" presName="level3hierChild" presStyleCnt="0"/>
      <dgm:spPr/>
    </dgm:pt>
    <dgm:pt modelId="{4E7ECC11-A645-6F4F-9FD7-912317913997}" type="pres">
      <dgm:prSet presAssocID="{10A03306-4D29-094A-92D5-3443B40DE1A9}" presName="conn2-1" presStyleLbl="parChTrans1D2" presStyleIdx="1" presStyleCnt="4"/>
      <dgm:spPr/>
    </dgm:pt>
    <dgm:pt modelId="{091B59F1-371F-2B4E-ACA3-FE0AF84A0009}" type="pres">
      <dgm:prSet presAssocID="{10A03306-4D29-094A-92D5-3443B40DE1A9}" presName="connTx" presStyleLbl="parChTrans1D2" presStyleIdx="1" presStyleCnt="4"/>
      <dgm:spPr/>
    </dgm:pt>
    <dgm:pt modelId="{5DAD19E9-2C19-7D43-B100-576D4E3E1F45}" type="pres">
      <dgm:prSet presAssocID="{74AC96D5-2DF8-AF47-8FF4-4E31B52501F8}" presName="root2" presStyleCnt="0"/>
      <dgm:spPr/>
    </dgm:pt>
    <dgm:pt modelId="{6F8BED3C-E1A7-C541-9627-9DDAB29CF7CB}" type="pres">
      <dgm:prSet presAssocID="{74AC96D5-2DF8-AF47-8FF4-4E31B52501F8}" presName="LevelTwoTextNode" presStyleLbl="node2" presStyleIdx="1" presStyleCnt="4" custScaleX="165644">
        <dgm:presLayoutVars>
          <dgm:chPref val="3"/>
        </dgm:presLayoutVars>
      </dgm:prSet>
      <dgm:spPr/>
    </dgm:pt>
    <dgm:pt modelId="{ACDC07FD-55FF-2D49-A085-F219C125FEB1}" type="pres">
      <dgm:prSet presAssocID="{74AC96D5-2DF8-AF47-8FF4-4E31B52501F8}" presName="level3hierChild" presStyleCnt="0"/>
      <dgm:spPr/>
    </dgm:pt>
    <dgm:pt modelId="{0FC5E7D8-90D7-A648-8279-47C304C81D93}" type="pres">
      <dgm:prSet presAssocID="{4CAB522A-E3F0-8642-8774-0B6F6E2284B5}" presName="conn2-1" presStyleLbl="parChTrans1D2" presStyleIdx="2" presStyleCnt="4"/>
      <dgm:spPr/>
    </dgm:pt>
    <dgm:pt modelId="{7FC592D3-B46D-334C-A597-9A10E5FB8F5F}" type="pres">
      <dgm:prSet presAssocID="{4CAB522A-E3F0-8642-8774-0B6F6E2284B5}" presName="connTx" presStyleLbl="parChTrans1D2" presStyleIdx="2" presStyleCnt="4"/>
      <dgm:spPr/>
    </dgm:pt>
    <dgm:pt modelId="{E6CA4AB7-11C6-4C4B-B0B5-CDBF04FB612F}" type="pres">
      <dgm:prSet presAssocID="{DEDF35E4-013B-484A-B5D3-376E60E79719}" presName="root2" presStyleCnt="0"/>
      <dgm:spPr/>
    </dgm:pt>
    <dgm:pt modelId="{A65196F4-3AD6-2D49-AAC8-6633CE2FFF6E}" type="pres">
      <dgm:prSet presAssocID="{DEDF35E4-013B-484A-B5D3-376E60E79719}" presName="LevelTwoTextNode" presStyleLbl="node2" presStyleIdx="2" presStyleCnt="4" custScaleX="165644">
        <dgm:presLayoutVars>
          <dgm:chPref val="3"/>
        </dgm:presLayoutVars>
      </dgm:prSet>
      <dgm:spPr/>
    </dgm:pt>
    <dgm:pt modelId="{430B9CCF-319C-574D-9B96-B30F12365921}" type="pres">
      <dgm:prSet presAssocID="{DEDF35E4-013B-484A-B5D3-376E60E79719}" presName="level3hierChild" presStyleCnt="0"/>
      <dgm:spPr/>
    </dgm:pt>
    <dgm:pt modelId="{4AA3F85E-50FA-DC45-A738-1F4D7AD9A8D1}" type="pres">
      <dgm:prSet presAssocID="{B4750D02-3A12-4843-A8EA-89BEA9E02A03}" presName="conn2-1" presStyleLbl="parChTrans1D2" presStyleIdx="3" presStyleCnt="4"/>
      <dgm:spPr/>
    </dgm:pt>
    <dgm:pt modelId="{17652485-1649-364A-8C56-37452A0643AB}" type="pres">
      <dgm:prSet presAssocID="{B4750D02-3A12-4843-A8EA-89BEA9E02A03}" presName="connTx" presStyleLbl="parChTrans1D2" presStyleIdx="3" presStyleCnt="4"/>
      <dgm:spPr/>
    </dgm:pt>
    <dgm:pt modelId="{C9E668C3-352C-9040-820C-133379253FE5}" type="pres">
      <dgm:prSet presAssocID="{FDB5AC5E-93ED-C249-AED7-62B62BB3080F}" presName="root2" presStyleCnt="0"/>
      <dgm:spPr/>
    </dgm:pt>
    <dgm:pt modelId="{BA0E7A4B-0638-E642-9F33-51FE69B41A45}" type="pres">
      <dgm:prSet presAssocID="{FDB5AC5E-93ED-C249-AED7-62B62BB3080F}" presName="LevelTwoTextNode" presStyleLbl="node2" presStyleIdx="3" presStyleCnt="4" custScaleX="165644">
        <dgm:presLayoutVars>
          <dgm:chPref val="3"/>
        </dgm:presLayoutVars>
      </dgm:prSet>
      <dgm:spPr/>
    </dgm:pt>
    <dgm:pt modelId="{153BCDBB-9561-A24F-BD59-B970DD4BB7A5}" type="pres">
      <dgm:prSet presAssocID="{FDB5AC5E-93ED-C249-AED7-62B62BB3080F}" presName="level3hierChild" presStyleCnt="0"/>
      <dgm:spPr/>
    </dgm:pt>
    <dgm:pt modelId="{10367FE3-4442-584F-8A30-674D2E1B7835}" type="pres">
      <dgm:prSet presAssocID="{506A974A-5E41-F740-A80C-99DAC2F10318}" presName="conn2-1" presStyleLbl="parChTrans1D3" presStyleIdx="0" presStyleCnt="2"/>
      <dgm:spPr/>
    </dgm:pt>
    <dgm:pt modelId="{9C1880CA-7931-E54D-BE27-2E625FB62CA3}" type="pres">
      <dgm:prSet presAssocID="{506A974A-5E41-F740-A80C-99DAC2F10318}" presName="connTx" presStyleLbl="parChTrans1D3" presStyleIdx="0" presStyleCnt="2"/>
      <dgm:spPr/>
    </dgm:pt>
    <dgm:pt modelId="{1759A3E0-7360-BC49-83D1-757D72103529}" type="pres">
      <dgm:prSet presAssocID="{01E5353B-FD2A-9F46-9E78-77F83C7AAFE2}" presName="root2" presStyleCnt="0"/>
      <dgm:spPr/>
    </dgm:pt>
    <dgm:pt modelId="{1ACC7078-712D-0C4D-B588-196CF28E1BBB}" type="pres">
      <dgm:prSet presAssocID="{01E5353B-FD2A-9F46-9E78-77F83C7AAFE2}" presName="LevelTwoTextNode" presStyleLbl="node3" presStyleIdx="0" presStyleCnt="2">
        <dgm:presLayoutVars>
          <dgm:chPref val="3"/>
        </dgm:presLayoutVars>
      </dgm:prSet>
      <dgm:spPr/>
    </dgm:pt>
    <dgm:pt modelId="{54A427EE-454E-0741-B24B-F850A641428F}" type="pres">
      <dgm:prSet presAssocID="{01E5353B-FD2A-9F46-9E78-77F83C7AAFE2}" presName="level3hierChild" presStyleCnt="0"/>
      <dgm:spPr/>
    </dgm:pt>
    <dgm:pt modelId="{716B549F-6904-7542-A54E-CA96410F003D}" type="pres">
      <dgm:prSet presAssocID="{346AFDE3-127B-F645-98DC-457A1C53E1AD}" presName="conn2-1" presStyleLbl="parChTrans1D3" presStyleIdx="1" presStyleCnt="2"/>
      <dgm:spPr/>
    </dgm:pt>
    <dgm:pt modelId="{189F245C-AC1F-6D45-893D-CD7E056A6B8D}" type="pres">
      <dgm:prSet presAssocID="{346AFDE3-127B-F645-98DC-457A1C53E1AD}" presName="connTx" presStyleLbl="parChTrans1D3" presStyleIdx="1" presStyleCnt="2"/>
      <dgm:spPr/>
    </dgm:pt>
    <dgm:pt modelId="{018EE9C6-18BD-4642-84D9-F1785C10E461}" type="pres">
      <dgm:prSet presAssocID="{A16122A4-16C2-754A-82C5-4050539EBC39}" presName="root2" presStyleCnt="0"/>
      <dgm:spPr/>
    </dgm:pt>
    <dgm:pt modelId="{1D67D980-F918-2C47-832E-334203AE2C65}" type="pres">
      <dgm:prSet presAssocID="{A16122A4-16C2-754A-82C5-4050539EBC39}" presName="LevelTwoTextNode" presStyleLbl="node3" presStyleIdx="1" presStyleCnt="2">
        <dgm:presLayoutVars>
          <dgm:chPref val="3"/>
        </dgm:presLayoutVars>
      </dgm:prSet>
      <dgm:spPr/>
    </dgm:pt>
    <dgm:pt modelId="{091CDE5E-CD3D-F248-8D8E-E789A20DF5A0}" type="pres">
      <dgm:prSet presAssocID="{A16122A4-16C2-754A-82C5-4050539EBC39}" presName="level3hierChild" presStyleCnt="0"/>
      <dgm:spPr/>
    </dgm:pt>
    <dgm:pt modelId="{37408BAF-25F8-D247-897D-3E63BF31E231}" type="pres">
      <dgm:prSet presAssocID="{1E5367B6-CFBA-604A-9DDA-EB50B4C27376}" presName="root1" presStyleCnt="0"/>
      <dgm:spPr/>
    </dgm:pt>
    <dgm:pt modelId="{729CD538-310C-6147-8D8A-3390ED83F690}" type="pres">
      <dgm:prSet presAssocID="{1E5367B6-CFBA-604A-9DDA-EB50B4C27376}" presName="LevelOneTextNode" presStyleLbl="node0" presStyleIdx="1" presStyleCnt="3">
        <dgm:presLayoutVars>
          <dgm:chPref val="3"/>
        </dgm:presLayoutVars>
      </dgm:prSet>
      <dgm:spPr/>
    </dgm:pt>
    <dgm:pt modelId="{0F34C7D3-8BE7-0043-8453-5083CDBDA25D}" type="pres">
      <dgm:prSet presAssocID="{1E5367B6-CFBA-604A-9DDA-EB50B4C27376}" presName="level2hierChild" presStyleCnt="0"/>
      <dgm:spPr/>
    </dgm:pt>
    <dgm:pt modelId="{8B0EF5D3-8310-314A-B040-10F888FAA42E}" type="pres">
      <dgm:prSet presAssocID="{183789F8-308F-4741-B6EE-9C38D5A2560B}" presName="root1" presStyleCnt="0"/>
      <dgm:spPr/>
    </dgm:pt>
    <dgm:pt modelId="{42551D6B-D4D9-9D4A-94BF-C50CD91B9ECC}" type="pres">
      <dgm:prSet presAssocID="{183789F8-308F-4741-B6EE-9C38D5A2560B}" presName="LevelOneTextNode" presStyleLbl="node0" presStyleIdx="2" presStyleCnt="3">
        <dgm:presLayoutVars>
          <dgm:chPref val="3"/>
        </dgm:presLayoutVars>
      </dgm:prSet>
      <dgm:spPr/>
    </dgm:pt>
    <dgm:pt modelId="{16543053-74FB-1B44-8D58-80F14EAE5789}" type="pres">
      <dgm:prSet presAssocID="{183789F8-308F-4741-B6EE-9C38D5A2560B}" presName="level2hierChild" presStyleCnt="0"/>
      <dgm:spPr/>
    </dgm:pt>
  </dgm:ptLst>
  <dgm:cxnLst>
    <dgm:cxn modelId="{0BE8B907-663E-E645-A35A-11A01E2E9048}" type="presOf" srcId="{506A974A-5E41-F740-A80C-99DAC2F10318}" destId="{9C1880CA-7931-E54D-BE27-2E625FB62CA3}" srcOrd="1" destOrd="0" presId="urn:microsoft.com/office/officeart/2005/8/layout/hierarchy2"/>
    <dgm:cxn modelId="{E9156408-4448-974C-8D5A-95E9140AB1B2}" srcId="{B7A8FD33-64CC-7849-85BA-76B94489E38D}" destId="{DEDF35E4-013B-484A-B5D3-376E60E79719}" srcOrd="2" destOrd="0" parTransId="{4CAB522A-E3F0-8642-8774-0B6F6E2284B5}" sibTransId="{A875DAF4-A67E-374A-9461-951AF020DA70}"/>
    <dgm:cxn modelId="{2C005D0A-35F3-1E46-AABE-89E63E043303}" type="presOf" srcId="{4CAB522A-E3F0-8642-8774-0B6F6E2284B5}" destId="{7FC592D3-B46D-334C-A597-9A10E5FB8F5F}" srcOrd="1" destOrd="0" presId="urn:microsoft.com/office/officeart/2005/8/layout/hierarchy2"/>
    <dgm:cxn modelId="{4AF35218-9C7B-484C-AAC3-DB6EC0E8D98C}" type="presOf" srcId="{DEDF35E4-013B-484A-B5D3-376E60E79719}" destId="{A65196F4-3AD6-2D49-AAC8-6633CE2FFF6E}" srcOrd="0" destOrd="0" presId="urn:microsoft.com/office/officeart/2005/8/layout/hierarchy2"/>
    <dgm:cxn modelId="{3DAF2919-7294-5E42-9DB1-0E9E2FDF456C}" type="presOf" srcId="{10A03306-4D29-094A-92D5-3443B40DE1A9}" destId="{091B59F1-371F-2B4E-ACA3-FE0AF84A0009}" srcOrd="1" destOrd="0" presId="urn:microsoft.com/office/officeart/2005/8/layout/hierarchy2"/>
    <dgm:cxn modelId="{B283BB22-98F4-6B44-BF3F-7975C0B530E1}" type="presOf" srcId="{D881F72F-4D09-CB4D-8A41-C707CC21CDF4}" destId="{3BAF3EEF-9565-6042-8FC0-DC593D4C7D8A}" srcOrd="0" destOrd="0" presId="urn:microsoft.com/office/officeart/2005/8/layout/hierarchy2"/>
    <dgm:cxn modelId="{96DC8224-4BAA-7449-A88F-1ABD110CF503}" type="presOf" srcId="{B4750D02-3A12-4843-A8EA-89BEA9E02A03}" destId="{4AA3F85E-50FA-DC45-A738-1F4D7AD9A8D1}" srcOrd="0" destOrd="0" presId="urn:microsoft.com/office/officeart/2005/8/layout/hierarchy2"/>
    <dgm:cxn modelId="{26172726-FE79-4A42-919D-4319652E9CCE}" type="presOf" srcId="{B7A8FD33-64CC-7849-85BA-76B94489E38D}" destId="{49CC1093-40B2-C147-AC47-ABC48226D365}" srcOrd="0" destOrd="0" presId="urn:microsoft.com/office/officeart/2005/8/layout/hierarchy2"/>
    <dgm:cxn modelId="{16E2382C-FD44-B74A-B3ED-CE721A984B02}" srcId="{D881F72F-4D09-CB4D-8A41-C707CC21CDF4}" destId="{1E5367B6-CFBA-604A-9DDA-EB50B4C27376}" srcOrd="1" destOrd="0" parTransId="{91E63B35-AECD-574D-9EE6-F6FBF067C69F}" sibTransId="{BE043FFC-2771-554B-BEDC-C9A163F6D12D}"/>
    <dgm:cxn modelId="{14BF0441-0C17-0448-A115-F68511D4CDE3}" type="presOf" srcId="{346AFDE3-127B-F645-98DC-457A1C53E1AD}" destId="{189F245C-AC1F-6D45-893D-CD7E056A6B8D}" srcOrd="1" destOrd="0" presId="urn:microsoft.com/office/officeart/2005/8/layout/hierarchy2"/>
    <dgm:cxn modelId="{8BC09350-5A79-8D4B-BF6C-5119668C6008}" type="presOf" srcId="{01E5353B-FD2A-9F46-9E78-77F83C7AAFE2}" destId="{1ACC7078-712D-0C4D-B588-196CF28E1BBB}" srcOrd="0" destOrd="0" presId="urn:microsoft.com/office/officeart/2005/8/layout/hierarchy2"/>
    <dgm:cxn modelId="{E705B654-D2EB-F94C-86B9-900BB526EA3D}" srcId="{B7A8FD33-64CC-7849-85BA-76B94489E38D}" destId="{FDB5AC5E-93ED-C249-AED7-62B62BB3080F}" srcOrd="3" destOrd="0" parTransId="{B4750D02-3A12-4843-A8EA-89BEA9E02A03}" sibTransId="{BEE4C169-2F37-7647-B3F3-17625305E404}"/>
    <dgm:cxn modelId="{3A6CB55C-2157-C140-A80D-1EF2B9ADE1CC}" srcId="{B7A8FD33-64CC-7849-85BA-76B94489E38D}" destId="{74AC96D5-2DF8-AF47-8FF4-4E31B52501F8}" srcOrd="1" destOrd="0" parTransId="{10A03306-4D29-094A-92D5-3443B40DE1A9}" sibTransId="{7F9E80D2-A5C4-F349-8B02-1B8A2AB97B02}"/>
    <dgm:cxn modelId="{3AABF76E-D341-0745-91A6-0C58FAE8FD6B}" type="presOf" srcId="{506A974A-5E41-F740-A80C-99DAC2F10318}" destId="{10367FE3-4442-584F-8A30-674D2E1B7835}" srcOrd="0" destOrd="0" presId="urn:microsoft.com/office/officeart/2005/8/layout/hierarchy2"/>
    <dgm:cxn modelId="{63AB1C83-0EAC-964D-9E57-3541B2A6FCCE}" type="presOf" srcId="{FDB5AC5E-93ED-C249-AED7-62B62BB3080F}" destId="{BA0E7A4B-0638-E642-9F33-51FE69B41A45}" srcOrd="0" destOrd="0" presId="urn:microsoft.com/office/officeart/2005/8/layout/hierarchy2"/>
    <dgm:cxn modelId="{41D65687-0287-B64A-82D0-3EF4AA492EBD}" srcId="{FDB5AC5E-93ED-C249-AED7-62B62BB3080F}" destId="{A16122A4-16C2-754A-82C5-4050539EBC39}" srcOrd="1" destOrd="0" parTransId="{346AFDE3-127B-F645-98DC-457A1C53E1AD}" sibTransId="{F85D852E-ED5B-4D4E-A3DE-93FB83EFC146}"/>
    <dgm:cxn modelId="{C4419389-C3D1-EB46-A930-D528C33919FD}" type="presOf" srcId="{1BF861E7-4719-DE42-83E5-A38007E15F76}" destId="{4C4A6B2A-07E2-BA40-959F-70B296B3187F}" srcOrd="1" destOrd="0" presId="urn:microsoft.com/office/officeart/2005/8/layout/hierarchy2"/>
    <dgm:cxn modelId="{0DD18991-50BD-C74E-9205-9634ED71E14E}" srcId="{D881F72F-4D09-CB4D-8A41-C707CC21CDF4}" destId="{B7A8FD33-64CC-7849-85BA-76B94489E38D}" srcOrd="0" destOrd="0" parTransId="{0103B747-FA56-3C45-AE8F-902A2D05EBE0}" sibTransId="{2F5382E8-6F98-5940-92DD-AFCF4CE7B1C2}"/>
    <dgm:cxn modelId="{F393F993-281E-C54E-B1CE-57790E8A57DA}" type="presOf" srcId="{1E5367B6-CFBA-604A-9DDA-EB50B4C27376}" destId="{729CD538-310C-6147-8D8A-3390ED83F690}" srcOrd="0" destOrd="0" presId="urn:microsoft.com/office/officeart/2005/8/layout/hierarchy2"/>
    <dgm:cxn modelId="{52113294-98A8-A545-AB29-6B5AA1C4AD1E}" type="presOf" srcId="{346AFDE3-127B-F645-98DC-457A1C53E1AD}" destId="{716B549F-6904-7542-A54E-CA96410F003D}" srcOrd="0" destOrd="0" presId="urn:microsoft.com/office/officeart/2005/8/layout/hierarchy2"/>
    <dgm:cxn modelId="{DD9E4B99-8190-B64F-B9F2-4ADC003CA77F}" type="presOf" srcId="{10A03306-4D29-094A-92D5-3443B40DE1A9}" destId="{4E7ECC11-A645-6F4F-9FD7-912317913997}" srcOrd="0" destOrd="0" presId="urn:microsoft.com/office/officeart/2005/8/layout/hierarchy2"/>
    <dgm:cxn modelId="{959DB8A4-BAC8-8443-9495-265B51BF5913}" type="presOf" srcId="{B4750D02-3A12-4843-A8EA-89BEA9E02A03}" destId="{17652485-1649-364A-8C56-37452A0643AB}" srcOrd="1" destOrd="0" presId="urn:microsoft.com/office/officeart/2005/8/layout/hierarchy2"/>
    <dgm:cxn modelId="{B2E824A8-AAE2-634E-9EA0-68D715B112C1}" type="presOf" srcId="{74AC96D5-2DF8-AF47-8FF4-4E31B52501F8}" destId="{6F8BED3C-E1A7-C541-9627-9DDAB29CF7CB}" srcOrd="0" destOrd="0" presId="urn:microsoft.com/office/officeart/2005/8/layout/hierarchy2"/>
    <dgm:cxn modelId="{783607BE-82DA-2D43-8311-61C53F890F54}" type="presOf" srcId="{8CB43F45-AF65-384F-A8CE-92B4D019A27A}" destId="{0F576B43-37AB-BF4A-9E62-28D535FF98BF}" srcOrd="0" destOrd="0" presId="urn:microsoft.com/office/officeart/2005/8/layout/hierarchy2"/>
    <dgm:cxn modelId="{92F3F7C3-8511-D940-8087-60CC74391FD7}" type="presOf" srcId="{183789F8-308F-4741-B6EE-9C38D5A2560B}" destId="{42551D6B-D4D9-9D4A-94BF-C50CD91B9ECC}" srcOrd="0" destOrd="0" presId="urn:microsoft.com/office/officeart/2005/8/layout/hierarchy2"/>
    <dgm:cxn modelId="{DE8D6FC5-F941-CD45-9904-93FC2E3F8C05}" srcId="{D881F72F-4D09-CB4D-8A41-C707CC21CDF4}" destId="{183789F8-308F-4741-B6EE-9C38D5A2560B}" srcOrd="2" destOrd="0" parTransId="{E880012D-C2DF-454F-8DDD-64B7AB914CC2}" sibTransId="{01C7F845-D701-A949-B94A-E834E8E739ED}"/>
    <dgm:cxn modelId="{AC8C9AC9-243B-864E-9B45-0A9BA4C5D362}" type="presOf" srcId="{A16122A4-16C2-754A-82C5-4050539EBC39}" destId="{1D67D980-F918-2C47-832E-334203AE2C65}" srcOrd="0" destOrd="0" presId="urn:microsoft.com/office/officeart/2005/8/layout/hierarchy2"/>
    <dgm:cxn modelId="{14E6F9DF-D5F4-A34F-9ACC-094B5B7663F6}" srcId="{FDB5AC5E-93ED-C249-AED7-62B62BB3080F}" destId="{01E5353B-FD2A-9F46-9E78-77F83C7AAFE2}" srcOrd="0" destOrd="0" parTransId="{506A974A-5E41-F740-A80C-99DAC2F10318}" sibTransId="{5F53D1E6-D971-2B4C-ADF4-9D3A302E8854}"/>
    <dgm:cxn modelId="{EED95FF6-4144-2243-8F6E-8404553A5E6C}" srcId="{B7A8FD33-64CC-7849-85BA-76B94489E38D}" destId="{8CB43F45-AF65-384F-A8CE-92B4D019A27A}" srcOrd="0" destOrd="0" parTransId="{1BF861E7-4719-DE42-83E5-A38007E15F76}" sibTransId="{B9EF5124-B7B5-2747-AF06-7B6FE14F8330}"/>
    <dgm:cxn modelId="{4738AAFA-895E-EA4A-B7DB-0FF60D6B8B06}" type="presOf" srcId="{4CAB522A-E3F0-8642-8774-0B6F6E2284B5}" destId="{0FC5E7D8-90D7-A648-8279-47C304C81D93}" srcOrd="0" destOrd="0" presId="urn:microsoft.com/office/officeart/2005/8/layout/hierarchy2"/>
    <dgm:cxn modelId="{DC3D69FD-D358-FA49-99CD-FF6A5FF96D73}" type="presOf" srcId="{1BF861E7-4719-DE42-83E5-A38007E15F76}" destId="{C73A51B7-EDE6-2449-BE87-C2D26522C2DF}" srcOrd="0" destOrd="0" presId="urn:microsoft.com/office/officeart/2005/8/layout/hierarchy2"/>
    <dgm:cxn modelId="{98B2CBEB-82BA-C74C-9207-7D1E3A52FBC0}" type="presParOf" srcId="{3BAF3EEF-9565-6042-8FC0-DC593D4C7D8A}" destId="{86859A13-63DD-4D43-8F6B-312A115AA8F0}" srcOrd="0" destOrd="0" presId="urn:microsoft.com/office/officeart/2005/8/layout/hierarchy2"/>
    <dgm:cxn modelId="{EED515EC-74B7-7B4D-9D23-051563D3CAAA}" type="presParOf" srcId="{86859A13-63DD-4D43-8F6B-312A115AA8F0}" destId="{49CC1093-40B2-C147-AC47-ABC48226D365}" srcOrd="0" destOrd="0" presId="urn:microsoft.com/office/officeart/2005/8/layout/hierarchy2"/>
    <dgm:cxn modelId="{973B0ABF-329A-6648-BA52-A623294D172E}" type="presParOf" srcId="{86859A13-63DD-4D43-8F6B-312A115AA8F0}" destId="{35F263DC-545D-8840-A906-0B12BBD5674D}" srcOrd="1" destOrd="0" presId="urn:microsoft.com/office/officeart/2005/8/layout/hierarchy2"/>
    <dgm:cxn modelId="{8F557E84-0C18-9643-A297-3970D48E7050}" type="presParOf" srcId="{35F263DC-545D-8840-A906-0B12BBD5674D}" destId="{C73A51B7-EDE6-2449-BE87-C2D26522C2DF}" srcOrd="0" destOrd="0" presId="urn:microsoft.com/office/officeart/2005/8/layout/hierarchy2"/>
    <dgm:cxn modelId="{BA8231AD-3C18-6248-9416-DFDA149310C5}" type="presParOf" srcId="{C73A51B7-EDE6-2449-BE87-C2D26522C2DF}" destId="{4C4A6B2A-07E2-BA40-959F-70B296B3187F}" srcOrd="0" destOrd="0" presId="urn:microsoft.com/office/officeart/2005/8/layout/hierarchy2"/>
    <dgm:cxn modelId="{BE1384BE-7665-EE44-80D7-FFB9707FFCF6}" type="presParOf" srcId="{35F263DC-545D-8840-A906-0B12BBD5674D}" destId="{240423C4-050A-E24D-AA55-9D796EE9EEC4}" srcOrd="1" destOrd="0" presId="urn:microsoft.com/office/officeart/2005/8/layout/hierarchy2"/>
    <dgm:cxn modelId="{9D52E1EF-4C42-5042-860E-5C0AD1E27CD5}" type="presParOf" srcId="{240423C4-050A-E24D-AA55-9D796EE9EEC4}" destId="{0F576B43-37AB-BF4A-9E62-28D535FF98BF}" srcOrd="0" destOrd="0" presId="urn:microsoft.com/office/officeart/2005/8/layout/hierarchy2"/>
    <dgm:cxn modelId="{3B949F66-931D-BE44-AC7B-A4C65DB22A03}" type="presParOf" srcId="{240423C4-050A-E24D-AA55-9D796EE9EEC4}" destId="{6DA316EC-140E-9840-B7D1-9C96CCF65E50}" srcOrd="1" destOrd="0" presId="urn:microsoft.com/office/officeart/2005/8/layout/hierarchy2"/>
    <dgm:cxn modelId="{0CE54E05-DC03-A947-8673-14550E43C16D}" type="presParOf" srcId="{35F263DC-545D-8840-A906-0B12BBD5674D}" destId="{4E7ECC11-A645-6F4F-9FD7-912317913997}" srcOrd="2" destOrd="0" presId="urn:microsoft.com/office/officeart/2005/8/layout/hierarchy2"/>
    <dgm:cxn modelId="{790CE0F5-D5F6-C544-892D-9F2890E4063C}" type="presParOf" srcId="{4E7ECC11-A645-6F4F-9FD7-912317913997}" destId="{091B59F1-371F-2B4E-ACA3-FE0AF84A0009}" srcOrd="0" destOrd="0" presId="urn:microsoft.com/office/officeart/2005/8/layout/hierarchy2"/>
    <dgm:cxn modelId="{914C692B-17F2-424E-BDCF-F53F08E8183E}" type="presParOf" srcId="{35F263DC-545D-8840-A906-0B12BBD5674D}" destId="{5DAD19E9-2C19-7D43-B100-576D4E3E1F45}" srcOrd="3" destOrd="0" presId="urn:microsoft.com/office/officeart/2005/8/layout/hierarchy2"/>
    <dgm:cxn modelId="{E460E25B-FB63-BB49-AC49-48DF2AA1ED86}" type="presParOf" srcId="{5DAD19E9-2C19-7D43-B100-576D4E3E1F45}" destId="{6F8BED3C-E1A7-C541-9627-9DDAB29CF7CB}" srcOrd="0" destOrd="0" presId="urn:microsoft.com/office/officeart/2005/8/layout/hierarchy2"/>
    <dgm:cxn modelId="{2494C5BE-47C9-7547-8939-4EF3E41FDEC6}" type="presParOf" srcId="{5DAD19E9-2C19-7D43-B100-576D4E3E1F45}" destId="{ACDC07FD-55FF-2D49-A085-F219C125FEB1}" srcOrd="1" destOrd="0" presId="urn:microsoft.com/office/officeart/2005/8/layout/hierarchy2"/>
    <dgm:cxn modelId="{1432F609-0C6B-514F-A8E5-F9F2E9C35EFB}" type="presParOf" srcId="{35F263DC-545D-8840-A906-0B12BBD5674D}" destId="{0FC5E7D8-90D7-A648-8279-47C304C81D93}" srcOrd="4" destOrd="0" presId="urn:microsoft.com/office/officeart/2005/8/layout/hierarchy2"/>
    <dgm:cxn modelId="{E6B4DBE5-5E18-7942-91C5-2D2EA2A79F26}" type="presParOf" srcId="{0FC5E7D8-90D7-A648-8279-47C304C81D93}" destId="{7FC592D3-B46D-334C-A597-9A10E5FB8F5F}" srcOrd="0" destOrd="0" presId="urn:microsoft.com/office/officeart/2005/8/layout/hierarchy2"/>
    <dgm:cxn modelId="{E3095277-5A8C-DA4E-AA8A-22F1C6E19A8C}" type="presParOf" srcId="{35F263DC-545D-8840-A906-0B12BBD5674D}" destId="{E6CA4AB7-11C6-4C4B-B0B5-CDBF04FB612F}" srcOrd="5" destOrd="0" presId="urn:microsoft.com/office/officeart/2005/8/layout/hierarchy2"/>
    <dgm:cxn modelId="{5E2EC643-5B82-D641-9EE2-AEAD38194C13}" type="presParOf" srcId="{E6CA4AB7-11C6-4C4B-B0B5-CDBF04FB612F}" destId="{A65196F4-3AD6-2D49-AAC8-6633CE2FFF6E}" srcOrd="0" destOrd="0" presId="urn:microsoft.com/office/officeart/2005/8/layout/hierarchy2"/>
    <dgm:cxn modelId="{17CB8F40-BAD3-A247-BA72-27DA02C6D0C8}" type="presParOf" srcId="{E6CA4AB7-11C6-4C4B-B0B5-CDBF04FB612F}" destId="{430B9CCF-319C-574D-9B96-B30F12365921}" srcOrd="1" destOrd="0" presId="urn:microsoft.com/office/officeart/2005/8/layout/hierarchy2"/>
    <dgm:cxn modelId="{467378D5-1010-F94F-BB41-538B97764B57}" type="presParOf" srcId="{35F263DC-545D-8840-A906-0B12BBD5674D}" destId="{4AA3F85E-50FA-DC45-A738-1F4D7AD9A8D1}" srcOrd="6" destOrd="0" presId="urn:microsoft.com/office/officeart/2005/8/layout/hierarchy2"/>
    <dgm:cxn modelId="{6DD43BFB-78C9-BD4D-BE42-E2F3303E0EC7}" type="presParOf" srcId="{4AA3F85E-50FA-DC45-A738-1F4D7AD9A8D1}" destId="{17652485-1649-364A-8C56-37452A0643AB}" srcOrd="0" destOrd="0" presId="urn:microsoft.com/office/officeart/2005/8/layout/hierarchy2"/>
    <dgm:cxn modelId="{96644A86-91C7-5E4E-8EAC-4EC248C00C51}" type="presParOf" srcId="{35F263DC-545D-8840-A906-0B12BBD5674D}" destId="{C9E668C3-352C-9040-820C-133379253FE5}" srcOrd="7" destOrd="0" presId="urn:microsoft.com/office/officeart/2005/8/layout/hierarchy2"/>
    <dgm:cxn modelId="{79B44D75-C78B-814C-BE6E-31CA723C03B4}" type="presParOf" srcId="{C9E668C3-352C-9040-820C-133379253FE5}" destId="{BA0E7A4B-0638-E642-9F33-51FE69B41A45}" srcOrd="0" destOrd="0" presId="urn:microsoft.com/office/officeart/2005/8/layout/hierarchy2"/>
    <dgm:cxn modelId="{8C3C9670-1837-DC49-AABE-45467A50FBB6}" type="presParOf" srcId="{C9E668C3-352C-9040-820C-133379253FE5}" destId="{153BCDBB-9561-A24F-BD59-B970DD4BB7A5}" srcOrd="1" destOrd="0" presId="urn:microsoft.com/office/officeart/2005/8/layout/hierarchy2"/>
    <dgm:cxn modelId="{6E5AAF12-3ED6-1E48-9A79-967C49206E4F}" type="presParOf" srcId="{153BCDBB-9561-A24F-BD59-B970DD4BB7A5}" destId="{10367FE3-4442-584F-8A30-674D2E1B7835}" srcOrd="0" destOrd="0" presId="urn:microsoft.com/office/officeart/2005/8/layout/hierarchy2"/>
    <dgm:cxn modelId="{1240C1DE-EEE1-8246-918D-23E3708C6D20}" type="presParOf" srcId="{10367FE3-4442-584F-8A30-674D2E1B7835}" destId="{9C1880CA-7931-E54D-BE27-2E625FB62CA3}" srcOrd="0" destOrd="0" presId="urn:microsoft.com/office/officeart/2005/8/layout/hierarchy2"/>
    <dgm:cxn modelId="{386EA443-6568-064F-AD9E-FCE88795029B}" type="presParOf" srcId="{153BCDBB-9561-A24F-BD59-B970DD4BB7A5}" destId="{1759A3E0-7360-BC49-83D1-757D72103529}" srcOrd="1" destOrd="0" presId="urn:microsoft.com/office/officeart/2005/8/layout/hierarchy2"/>
    <dgm:cxn modelId="{FA7C3341-D63F-CB49-81AA-30D9123FAC8F}" type="presParOf" srcId="{1759A3E0-7360-BC49-83D1-757D72103529}" destId="{1ACC7078-712D-0C4D-B588-196CF28E1BBB}" srcOrd="0" destOrd="0" presId="urn:microsoft.com/office/officeart/2005/8/layout/hierarchy2"/>
    <dgm:cxn modelId="{E894E82E-90E7-6B41-B945-7236EA1F609C}" type="presParOf" srcId="{1759A3E0-7360-BC49-83D1-757D72103529}" destId="{54A427EE-454E-0741-B24B-F850A641428F}" srcOrd="1" destOrd="0" presId="urn:microsoft.com/office/officeart/2005/8/layout/hierarchy2"/>
    <dgm:cxn modelId="{D5970533-93AE-8C4A-9F76-1A0496498ADC}" type="presParOf" srcId="{153BCDBB-9561-A24F-BD59-B970DD4BB7A5}" destId="{716B549F-6904-7542-A54E-CA96410F003D}" srcOrd="2" destOrd="0" presId="urn:microsoft.com/office/officeart/2005/8/layout/hierarchy2"/>
    <dgm:cxn modelId="{317B1185-B579-9C4E-9CD2-2DD1792BF4E2}" type="presParOf" srcId="{716B549F-6904-7542-A54E-CA96410F003D}" destId="{189F245C-AC1F-6D45-893D-CD7E056A6B8D}" srcOrd="0" destOrd="0" presId="urn:microsoft.com/office/officeart/2005/8/layout/hierarchy2"/>
    <dgm:cxn modelId="{201799AF-44A2-9D45-8A94-4EE148F71BCB}" type="presParOf" srcId="{153BCDBB-9561-A24F-BD59-B970DD4BB7A5}" destId="{018EE9C6-18BD-4642-84D9-F1785C10E461}" srcOrd="3" destOrd="0" presId="urn:microsoft.com/office/officeart/2005/8/layout/hierarchy2"/>
    <dgm:cxn modelId="{905F2D05-82BB-1B47-8F45-6EF7474BD49D}" type="presParOf" srcId="{018EE9C6-18BD-4642-84D9-F1785C10E461}" destId="{1D67D980-F918-2C47-832E-334203AE2C65}" srcOrd="0" destOrd="0" presId="urn:microsoft.com/office/officeart/2005/8/layout/hierarchy2"/>
    <dgm:cxn modelId="{1F2233B9-13B9-0D47-8F98-67C1AABCE004}" type="presParOf" srcId="{018EE9C6-18BD-4642-84D9-F1785C10E461}" destId="{091CDE5E-CD3D-F248-8D8E-E789A20DF5A0}" srcOrd="1" destOrd="0" presId="urn:microsoft.com/office/officeart/2005/8/layout/hierarchy2"/>
    <dgm:cxn modelId="{FCDB53A3-FE78-0C46-AC80-BCABF52A29A5}" type="presParOf" srcId="{3BAF3EEF-9565-6042-8FC0-DC593D4C7D8A}" destId="{37408BAF-25F8-D247-897D-3E63BF31E231}" srcOrd="1" destOrd="0" presId="urn:microsoft.com/office/officeart/2005/8/layout/hierarchy2"/>
    <dgm:cxn modelId="{9F98B308-8B2B-3744-A65F-861406EC677F}" type="presParOf" srcId="{37408BAF-25F8-D247-897D-3E63BF31E231}" destId="{729CD538-310C-6147-8D8A-3390ED83F690}" srcOrd="0" destOrd="0" presId="urn:microsoft.com/office/officeart/2005/8/layout/hierarchy2"/>
    <dgm:cxn modelId="{1A17AE1B-7CEB-8149-91C3-800F19093DF8}" type="presParOf" srcId="{37408BAF-25F8-D247-897D-3E63BF31E231}" destId="{0F34C7D3-8BE7-0043-8453-5083CDBDA25D}" srcOrd="1" destOrd="0" presId="urn:microsoft.com/office/officeart/2005/8/layout/hierarchy2"/>
    <dgm:cxn modelId="{217F9675-20BB-CD46-A869-3C8261100352}" type="presParOf" srcId="{3BAF3EEF-9565-6042-8FC0-DC593D4C7D8A}" destId="{8B0EF5D3-8310-314A-B040-10F888FAA42E}" srcOrd="2" destOrd="0" presId="urn:microsoft.com/office/officeart/2005/8/layout/hierarchy2"/>
    <dgm:cxn modelId="{80B2804E-19EE-C244-AF3F-A31C52BABA66}" type="presParOf" srcId="{8B0EF5D3-8310-314A-B040-10F888FAA42E}" destId="{42551D6B-D4D9-9D4A-94BF-C50CD91B9ECC}" srcOrd="0" destOrd="0" presId="urn:microsoft.com/office/officeart/2005/8/layout/hierarchy2"/>
    <dgm:cxn modelId="{4A43867E-7DA6-0048-B64C-67BC201C0710}" type="presParOf" srcId="{8B0EF5D3-8310-314A-B040-10F888FAA42E}" destId="{16543053-74FB-1B44-8D58-80F14EAE578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81F72F-4D09-CB4D-8A41-C707CC21CDF4}" type="doc">
      <dgm:prSet loTypeId="urn:microsoft.com/office/officeart/2005/8/layout/hierarchy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7A8FD33-64CC-7849-85BA-76B94489E38D}">
      <dgm:prSet phldrT="[Text]"/>
      <dgm:spPr/>
      <dgm:t>
        <a:bodyPr/>
        <a:lstStyle/>
        <a:p>
          <a:pPr algn="l"/>
          <a:r>
            <a:rPr lang="en-US" dirty="0" err="1"/>
            <a:t>cpu</a:t>
          </a:r>
          <a:endParaRPr lang="en-US" dirty="0"/>
        </a:p>
      </dgm:t>
    </dgm:pt>
    <dgm:pt modelId="{0103B747-FA56-3C45-AE8F-902A2D05EBE0}" type="parTrans" cxnId="{0DD18991-50BD-C74E-9205-9634ED71E14E}">
      <dgm:prSet/>
      <dgm:spPr/>
      <dgm:t>
        <a:bodyPr/>
        <a:lstStyle/>
        <a:p>
          <a:pPr algn="l"/>
          <a:endParaRPr lang="en-US"/>
        </a:p>
      </dgm:t>
    </dgm:pt>
    <dgm:pt modelId="{2F5382E8-6F98-5940-92DD-AFCF4CE7B1C2}" type="sibTrans" cxnId="{0DD18991-50BD-C74E-9205-9634ED71E14E}">
      <dgm:prSet/>
      <dgm:spPr/>
      <dgm:t>
        <a:bodyPr/>
        <a:lstStyle/>
        <a:p>
          <a:pPr algn="l"/>
          <a:endParaRPr lang="en-US"/>
        </a:p>
      </dgm:t>
    </dgm:pt>
    <dgm:pt modelId="{1E5367B6-CFBA-604A-9DDA-EB50B4C27376}">
      <dgm:prSet phldrT="[Text]"/>
      <dgm:spPr/>
      <dgm:t>
        <a:bodyPr/>
        <a:lstStyle/>
        <a:p>
          <a:pPr algn="l"/>
          <a:r>
            <a:rPr lang="en-US" dirty="0"/>
            <a:t>memory</a:t>
          </a:r>
        </a:p>
      </dgm:t>
    </dgm:pt>
    <dgm:pt modelId="{91E63B35-AECD-574D-9EE6-F6FBF067C69F}" type="parTrans" cxnId="{16E2382C-FD44-B74A-B3ED-CE721A984B02}">
      <dgm:prSet/>
      <dgm:spPr/>
      <dgm:t>
        <a:bodyPr/>
        <a:lstStyle/>
        <a:p>
          <a:pPr algn="l"/>
          <a:endParaRPr lang="en-US"/>
        </a:p>
      </dgm:t>
    </dgm:pt>
    <dgm:pt modelId="{BE043FFC-2771-554B-BEDC-C9A163F6D12D}" type="sibTrans" cxnId="{16E2382C-FD44-B74A-B3ED-CE721A984B02}">
      <dgm:prSet/>
      <dgm:spPr/>
      <dgm:t>
        <a:bodyPr/>
        <a:lstStyle/>
        <a:p>
          <a:pPr algn="l"/>
          <a:endParaRPr lang="en-US"/>
        </a:p>
      </dgm:t>
    </dgm:pt>
    <dgm:pt modelId="{7780F02F-53C1-5345-9540-EE3EF5EA4D2B}">
      <dgm:prSet phldrT="[Text]"/>
      <dgm:spPr/>
      <dgm:t>
        <a:bodyPr/>
        <a:lstStyle/>
        <a:p>
          <a:pPr algn="l"/>
          <a:r>
            <a:rPr lang="en-US" dirty="0"/>
            <a:t>G2: 2GB</a:t>
          </a:r>
        </a:p>
      </dgm:t>
    </dgm:pt>
    <dgm:pt modelId="{68446544-203A-9F46-B995-C30C0C885A16}" type="parTrans" cxnId="{61245A12-E68C-774F-82D4-A05D22A2A864}">
      <dgm:prSet/>
      <dgm:spPr/>
      <dgm:t>
        <a:bodyPr/>
        <a:lstStyle/>
        <a:p>
          <a:pPr algn="l"/>
          <a:endParaRPr lang="en-US"/>
        </a:p>
      </dgm:t>
    </dgm:pt>
    <dgm:pt modelId="{2E1345D0-63BB-F74E-8C1B-48ADFA99EB6E}" type="sibTrans" cxnId="{61245A12-E68C-774F-82D4-A05D22A2A864}">
      <dgm:prSet/>
      <dgm:spPr/>
      <dgm:t>
        <a:bodyPr/>
        <a:lstStyle/>
        <a:p>
          <a:pPr algn="l"/>
          <a:endParaRPr lang="en-US"/>
        </a:p>
      </dgm:t>
    </dgm:pt>
    <dgm:pt modelId="{6FDC47EF-09AC-6246-BEEC-296A818E023B}">
      <dgm:prSet phldrT="[Text]"/>
      <dgm:spPr/>
      <dgm:t>
        <a:bodyPr/>
        <a:lstStyle/>
        <a:p>
          <a:pPr algn="l"/>
          <a:r>
            <a:rPr lang="en-US" dirty="0"/>
            <a:t>G3: 3GB</a:t>
          </a:r>
        </a:p>
      </dgm:t>
    </dgm:pt>
    <dgm:pt modelId="{9A573167-8148-BA44-8EB5-17DD7F7A419D}" type="parTrans" cxnId="{09FB48A6-C017-4740-B820-98C0A41F7447}">
      <dgm:prSet/>
      <dgm:spPr/>
      <dgm:t>
        <a:bodyPr/>
        <a:lstStyle/>
        <a:p>
          <a:pPr algn="l"/>
          <a:endParaRPr lang="en-US"/>
        </a:p>
      </dgm:t>
    </dgm:pt>
    <dgm:pt modelId="{73281D02-B5D7-BC47-9E06-504610AAB066}" type="sibTrans" cxnId="{09FB48A6-C017-4740-B820-98C0A41F7447}">
      <dgm:prSet/>
      <dgm:spPr/>
      <dgm:t>
        <a:bodyPr/>
        <a:lstStyle/>
        <a:p>
          <a:pPr algn="l"/>
          <a:endParaRPr lang="en-US"/>
        </a:p>
      </dgm:t>
    </dgm:pt>
    <dgm:pt modelId="{183789F8-308F-4741-B6EE-9C38D5A2560B}">
      <dgm:prSet phldrT="[Text]"/>
      <dgm:spPr/>
      <dgm:t>
        <a:bodyPr/>
        <a:lstStyle/>
        <a:p>
          <a:pPr algn="l"/>
          <a:r>
            <a:rPr lang="en-US" dirty="0"/>
            <a:t>...</a:t>
          </a:r>
        </a:p>
      </dgm:t>
    </dgm:pt>
    <dgm:pt modelId="{E880012D-C2DF-454F-8DDD-64B7AB914CC2}" type="parTrans" cxnId="{DE8D6FC5-F941-CD45-9904-93FC2E3F8C05}">
      <dgm:prSet/>
      <dgm:spPr/>
      <dgm:t>
        <a:bodyPr/>
        <a:lstStyle/>
        <a:p>
          <a:pPr algn="l"/>
          <a:endParaRPr lang="en-US"/>
        </a:p>
      </dgm:t>
    </dgm:pt>
    <dgm:pt modelId="{01C7F845-D701-A949-B94A-E834E8E739ED}" type="sibTrans" cxnId="{DE8D6FC5-F941-CD45-9904-93FC2E3F8C05}">
      <dgm:prSet/>
      <dgm:spPr/>
      <dgm:t>
        <a:bodyPr/>
        <a:lstStyle/>
        <a:p>
          <a:pPr algn="l"/>
          <a:endParaRPr lang="en-US"/>
        </a:p>
      </dgm:t>
    </dgm:pt>
    <dgm:pt modelId="{A64A7A0A-44D6-E146-BF95-60874DE080D9}">
      <dgm:prSet phldrT="[Text]"/>
      <dgm:spPr/>
      <dgm:t>
        <a:bodyPr/>
        <a:lstStyle/>
        <a:p>
          <a:pPr algn="l"/>
          <a:r>
            <a:rPr lang="en-US" dirty="0"/>
            <a:t>G2.1: 1GB</a:t>
          </a:r>
        </a:p>
      </dgm:t>
    </dgm:pt>
    <dgm:pt modelId="{02F97BE6-0D1F-6A47-B954-5AEB14CD47C9}" type="parTrans" cxnId="{45C9BCDD-6B64-4942-91DF-456070B2FCBD}">
      <dgm:prSet/>
      <dgm:spPr/>
      <dgm:t>
        <a:bodyPr/>
        <a:lstStyle/>
        <a:p>
          <a:endParaRPr lang="en-US"/>
        </a:p>
      </dgm:t>
    </dgm:pt>
    <dgm:pt modelId="{768D5CBE-50A5-E840-BB44-DE1ACDA85236}" type="sibTrans" cxnId="{45C9BCDD-6B64-4942-91DF-456070B2FCBD}">
      <dgm:prSet/>
      <dgm:spPr/>
      <dgm:t>
        <a:bodyPr/>
        <a:lstStyle/>
        <a:p>
          <a:endParaRPr lang="en-US"/>
        </a:p>
      </dgm:t>
    </dgm:pt>
    <dgm:pt modelId="{C3CD31DA-6506-6F42-B190-826103537E2F}">
      <dgm:prSet phldrT="[Text]"/>
      <dgm:spPr/>
      <dgm:t>
        <a:bodyPr/>
        <a:lstStyle/>
        <a:p>
          <a:pPr algn="l"/>
          <a:r>
            <a:rPr lang="en-US" dirty="0"/>
            <a:t>G2.2: 1.5GB</a:t>
          </a:r>
        </a:p>
      </dgm:t>
    </dgm:pt>
    <dgm:pt modelId="{908AFC68-9237-D24D-A5FF-0D74B8187271}" type="parTrans" cxnId="{26939EA4-9D83-744D-875F-3042A03ADAA0}">
      <dgm:prSet/>
      <dgm:spPr/>
      <dgm:t>
        <a:bodyPr/>
        <a:lstStyle/>
        <a:p>
          <a:endParaRPr lang="en-US"/>
        </a:p>
      </dgm:t>
    </dgm:pt>
    <dgm:pt modelId="{11D4B92F-7B9C-964D-991F-9DD792F893FC}" type="sibTrans" cxnId="{26939EA4-9D83-744D-875F-3042A03ADAA0}">
      <dgm:prSet/>
      <dgm:spPr/>
      <dgm:t>
        <a:bodyPr/>
        <a:lstStyle/>
        <a:p>
          <a:endParaRPr lang="en-US"/>
        </a:p>
      </dgm:t>
    </dgm:pt>
    <dgm:pt modelId="{3BAF3EEF-9565-6042-8FC0-DC593D4C7D8A}" type="pres">
      <dgm:prSet presAssocID="{D881F72F-4D09-CB4D-8A41-C707CC21CDF4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86859A13-63DD-4D43-8F6B-312A115AA8F0}" type="pres">
      <dgm:prSet presAssocID="{B7A8FD33-64CC-7849-85BA-76B94489E38D}" presName="root1" presStyleCnt="0"/>
      <dgm:spPr/>
    </dgm:pt>
    <dgm:pt modelId="{49CC1093-40B2-C147-AC47-ABC48226D365}" type="pres">
      <dgm:prSet presAssocID="{B7A8FD33-64CC-7849-85BA-76B94489E38D}" presName="LevelOneTextNode" presStyleLbl="node0" presStyleIdx="0" presStyleCnt="3">
        <dgm:presLayoutVars>
          <dgm:chPref val="3"/>
        </dgm:presLayoutVars>
      </dgm:prSet>
      <dgm:spPr/>
    </dgm:pt>
    <dgm:pt modelId="{35F263DC-545D-8840-A906-0B12BBD5674D}" type="pres">
      <dgm:prSet presAssocID="{B7A8FD33-64CC-7849-85BA-76B94489E38D}" presName="level2hierChild" presStyleCnt="0"/>
      <dgm:spPr/>
    </dgm:pt>
    <dgm:pt modelId="{37408BAF-25F8-D247-897D-3E63BF31E231}" type="pres">
      <dgm:prSet presAssocID="{1E5367B6-CFBA-604A-9DDA-EB50B4C27376}" presName="root1" presStyleCnt="0"/>
      <dgm:spPr/>
    </dgm:pt>
    <dgm:pt modelId="{729CD538-310C-6147-8D8A-3390ED83F690}" type="pres">
      <dgm:prSet presAssocID="{1E5367B6-CFBA-604A-9DDA-EB50B4C27376}" presName="LevelOneTextNode" presStyleLbl="node0" presStyleIdx="1" presStyleCnt="3">
        <dgm:presLayoutVars>
          <dgm:chPref val="3"/>
        </dgm:presLayoutVars>
      </dgm:prSet>
      <dgm:spPr/>
    </dgm:pt>
    <dgm:pt modelId="{0F34C7D3-8BE7-0043-8453-5083CDBDA25D}" type="pres">
      <dgm:prSet presAssocID="{1E5367B6-CFBA-604A-9DDA-EB50B4C27376}" presName="level2hierChild" presStyleCnt="0"/>
      <dgm:spPr/>
    </dgm:pt>
    <dgm:pt modelId="{72BF6BDE-E8F0-254F-B7F2-4CBC92188E9A}" type="pres">
      <dgm:prSet presAssocID="{68446544-203A-9F46-B995-C30C0C885A16}" presName="conn2-1" presStyleLbl="parChTrans1D2" presStyleIdx="0" presStyleCnt="2"/>
      <dgm:spPr/>
    </dgm:pt>
    <dgm:pt modelId="{069FCDCB-639E-FD47-B2F4-10F3140801FB}" type="pres">
      <dgm:prSet presAssocID="{68446544-203A-9F46-B995-C30C0C885A16}" presName="connTx" presStyleLbl="parChTrans1D2" presStyleIdx="0" presStyleCnt="2"/>
      <dgm:spPr/>
    </dgm:pt>
    <dgm:pt modelId="{F0037AAF-DBB8-A64B-9ADB-FC5614A1197F}" type="pres">
      <dgm:prSet presAssocID="{7780F02F-53C1-5345-9540-EE3EF5EA4D2B}" presName="root2" presStyleCnt="0"/>
      <dgm:spPr/>
    </dgm:pt>
    <dgm:pt modelId="{43B5C252-4391-DD4D-AAA7-2289E2838380}" type="pres">
      <dgm:prSet presAssocID="{7780F02F-53C1-5345-9540-EE3EF5EA4D2B}" presName="LevelTwoTextNode" presStyleLbl="node2" presStyleIdx="0" presStyleCnt="2" custScaleX="165644">
        <dgm:presLayoutVars>
          <dgm:chPref val="3"/>
        </dgm:presLayoutVars>
      </dgm:prSet>
      <dgm:spPr/>
    </dgm:pt>
    <dgm:pt modelId="{D5A59175-62D2-C44A-9B93-4613381AEA20}" type="pres">
      <dgm:prSet presAssocID="{7780F02F-53C1-5345-9540-EE3EF5EA4D2B}" presName="level3hierChild" presStyleCnt="0"/>
      <dgm:spPr/>
    </dgm:pt>
    <dgm:pt modelId="{7D8E5BBB-B3B4-EB45-9A16-27C2163BD1B6}" type="pres">
      <dgm:prSet presAssocID="{02F97BE6-0D1F-6A47-B954-5AEB14CD47C9}" presName="conn2-1" presStyleLbl="parChTrans1D3" presStyleIdx="0" presStyleCnt="2"/>
      <dgm:spPr/>
    </dgm:pt>
    <dgm:pt modelId="{8A6CDAF9-EE1F-614A-A7E7-1591C3D947E8}" type="pres">
      <dgm:prSet presAssocID="{02F97BE6-0D1F-6A47-B954-5AEB14CD47C9}" presName="connTx" presStyleLbl="parChTrans1D3" presStyleIdx="0" presStyleCnt="2"/>
      <dgm:spPr/>
    </dgm:pt>
    <dgm:pt modelId="{B58D924C-A71D-EC49-A125-77ADA1DD4063}" type="pres">
      <dgm:prSet presAssocID="{A64A7A0A-44D6-E146-BF95-60874DE080D9}" presName="root2" presStyleCnt="0"/>
      <dgm:spPr/>
    </dgm:pt>
    <dgm:pt modelId="{16F58D77-9DFA-0F4A-B737-DB73C2C3851E}" type="pres">
      <dgm:prSet presAssocID="{A64A7A0A-44D6-E146-BF95-60874DE080D9}" presName="LevelTwoTextNode" presStyleLbl="node3" presStyleIdx="0" presStyleCnt="2">
        <dgm:presLayoutVars>
          <dgm:chPref val="3"/>
        </dgm:presLayoutVars>
      </dgm:prSet>
      <dgm:spPr/>
    </dgm:pt>
    <dgm:pt modelId="{346ADADC-3E93-0242-B3A6-48C6169BCF66}" type="pres">
      <dgm:prSet presAssocID="{A64A7A0A-44D6-E146-BF95-60874DE080D9}" presName="level3hierChild" presStyleCnt="0"/>
      <dgm:spPr/>
    </dgm:pt>
    <dgm:pt modelId="{35715ADA-FF86-314D-B332-F049085C7D26}" type="pres">
      <dgm:prSet presAssocID="{908AFC68-9237-D24D-A5FF-0D74B8187271}" presName="conn2-1" presStyleLbl="parChTrans1D3" presStyleIdx="1" presStyleCnt="2"/>
      <dgm:spPr/>
    </dgm:pt>
    <dgm:pt modelId="{DAA47F09-78A1-7E44-83C8-07271F95FCDC}" type="pres">
      <dgm:prSet presAssocID="{908AFC68-9237-D24D-A5FF-0D74B8187271}" presName="connTx" presStyleLbl="parChTrans1D3" presStyleIdx="1" presStyleCnt="2"/>
      <dgm:spPr/>
    </dgm:pt>
    <dgm:pt modelId="{C4C008D7-A3A0-3D4F-AF6E-28BCDEEA6954}" type="pres">
      <dgm:prSet presAssocID="{C3CD31DA-6506-6F42-B190-826103537E2F}" presName="root2" presStyleCnt="0"/>
      <dgm:spPr/>
    </dgm:pt>
    <dgm:pt modelId="{E84DE092-75C5-1644-9503-F9D92018D7D7}" type="pres">
      <dgm:prSet presAssocID="{C3CD31DA-6506-6F42-B190-826103537E2F}" presName="LevelTwoTextNode" presStyleLbl="node3" presStyleIdx="1" presStyleCnt="2">
        <dgm:presLayoutVars>
          <dgm:chPref val="3"/>
        </dgm:presLayoutVars>
      </dgm:prSet>
      <dgm:spPr/>
    </dgm:pt>
    <dgm:pt modelId="{43FEB3FE-8851-624D-ACB6-15217D58478E}" type="pres">
      <dgm:prSet presAssocID="{C3CD31DA-6506-6F42-B190-826103537E2F}" presName="level3hierChild" presStyleCnt="0"/>
      <dgm:spPr/>
    </dgm:pt>
    <dgm:pt modelId="{420D402F-70FD-8446-9D02-E095C9C9B71C}" type="pres">
      <dgm:prSet presAssocID="{9A573167-8148-BA44-8EB5-17DD7F7A419D}" presName="conn2-1" presStyleLbl="parChTrans1D2" presStyleIdx="1" presStyleCnt="2"/>
      <dgm:spPr/>
    </dgm:pt>
    <dgm:pt modelId="{CC7EADE2-D956-A34A-B2F7-80D0E42E2E64}" type="pres">
      <dgm:prSet presAssocID="{9A573167-8148-BA44-8EB5-17DD7F7A419D}" presName="connTx" presStyleLbl="parChTrans1D2" presStyleIdx="1" presStyleCnt="2"/>
      <dgm:spPr/>
    </dgm:pt>
    <dgm:pt modelId="{40078AEF-CA7B-E148-8770-41CDDDF9A043}" type="pres">
      <dgm:prSet presAssocID="{6FDC47EF-09AC-6246-BEEC-296A818E023B}" presName="root2" presStyleCnt="0"/>
      <dgm:spPr/>
    </dgm:pt>
    <dgm:pt modelId="{F3EC69BE-BF24-FB46-AC44-4D5F0AC107C2}" type="pres">
      <dgm:prSet presAssocID="{6FDC47EF-09AC-6246-BEEC-296A818E023B}" presName="LevelTwoTextNode" presStyleLbl="node2" presStyleIdx="1" presStyleCnt="2" custScaleX="165644">
        <dgm:presLayoutVars>
          <dgm:chPref val="3"/>
        </dgm:presLayoutVars>
      </dgm:prSet>
      <dgm:spPr/>
    </dgm:pt>
    <dgm:pt modelId="{F049506E-03E1-F54A-B1A1-078DEDE34DD3}" type="pres">
      <dgm:prSet presAssocID="{6FDC47EF-09AC-6246-BEEC-296A818E023B}" presName="level3hierChild" presStyleCnt="0"/>
      <dgm:spPr/>
    </dgm:pt>
    <dgm:pt modelId="{8B0EF5D3-8310-314A-B040-10F888FAA42E}" type="pres">
      <dgm:prSet presAssocID="{183789F8-308F-4741-B6EE-9C38D5A2560B}" presName="root1" presStyleCnt="0"/>
      <dgm:spPr/>
    </dgm:pt>
    <dgm:pt modelId="{42551D6B-D4D9-9D4A-94BF-C50CD91B9ECC}" type="pres">
      <dgm:prSet presAssocID="{183789F8-308F-4741-B6EE-9C38D5A2560B}" presName="LevelOneTextNode" presStyleLbl="node0" presStyleIdx="2" presStyleCnt="3">
        <dgm:presLayoutVars>
          <dgm:chPref val="3"/>
        </dgm:presLayoutVars>
      </dgm:prSet>
      <dgm:spPr/>
    </dgm:pt>
    <dgm:pt modelId="{16543053-74FB-1B44-8D58-80F14EAE5789}" type="pres">
      <dgm:prSet presAssocID="{183789F8-308F-4741-B6EE-9C38D5A2560B}" presName="level2hierChild" presStyleCnt="0"/>
      <dgm:spPr/>
    </dgm:pt>
  </dgm:ptLst>
  <dgm:cxnLst>
    <dgm:cxn modelId="{33D8DC01-5FFB-8D41-97B5-5AB4BE2F52FD}" type="presOf" srcId="{02F97BE6-0D1F-6A47-B954-5AEB14CD47C9}" destId="{8A6CDAF9-EE1F-614A-A7E7-1591C3D947E8}" srcOrd="1" destOrd="0" presId="urn:microsoft.com/office/officeart/2005/8/layout/hierarchy2"/>
    <dgm:cxn modelId="{61245A12-E68C-774F-82D4-A05D22A2A864}" srcId="{1E5367B6-CFBA-604A-9DDA-EB50B4C27376}" destId="{7780F02F-53C1-5345-9540-EE3EF5EA4D2B}" srcOrd="0" destOrd="0" parTransId="{68446544-203A-9F46-B995-C30C0C885A16}" sibTransId="{2E1345D0-63BB-F74E-8C1B-48ADFA99EB6E}"/>
    <dgm:cxn modelId="{F89A5220-F2B2-8248-A67B-96E152A20C1B}" type="presOf" srcId="{A64A7A0A-44D6-E146-BF95-60874DE080D9}" destId="{16F58D77-9DFA-0F4A-B737-DB73C2C3851E}" srcOrd="0" destOrd="0" presId="urn:microsoft.com/office/officeart/2005/8/layout/hierarchy2"/>
    <dgm:cxn modelId="{B283BB22-98F4-6B44-BF3F-7975C0B530E1}" type="presOf" srcId="{D881F72F-4D09-CB4D-8A41-C707CC21CDF4}" destId="{3BAF3EEF-9565-6042-8FC0-DC593D4C7D8A}" srcOrd="0" destOrd="0" presId="urn:microsoft.com/office/officeart/2005/8/layout/hierarchy2"/>
    <dgm:cxn modelId="{26172726-FE79-4A42-919D-4319652E9CCE}" type="presOf" srcId="{B7A8FD33-64CC-7849-85BA-76B94489E38D}" destId="{49CC1093-40B2-C147-AC47-ABC48226D365}" srcOrd="0" destOrd="0" presId="urn:microsoft.com/office/officeart/2005/8/layout/hierarchy2"/>
    <dgm:cxn modelId="{16E2382C-FD44-B74A-B3ED-CE721A984B02}" srcId="{D881F72F-4D09-CB4D-8A41-C707CC21CDF4}" destId="{1E5367B6-CFBA-604A-9DDA-EB50B4C27376}" srcOrd="1" destOrd="0" parTransId="{91E63B35-AECD-574D-9EE6-F6FBF067C69F}" sibTransId="{BE043FFC-2771-554B-BEDC-C9A163F6D12D}"/>
    <dgm:cxn modelId="{82771350-9B79-5445-94CA-F1C46848CF8C}" type="presOf" srcId="{7780F02F-53C1-5345-9540-EE3EF5EA4D2B}" destId="{43B5C252-4391-DD4D-AAA7-2289E2838380}" srcOrd="0" destOrd="0" presId="urn:microsoft.com/office/officeart/2005/8/layout/hierarchy2"/>
    <dgm:cxn modelId="{3A89765D-F09C-7249-B477-FA67CD14CAB9}" type="presOf" srcId="{C3CD31DA-6506-6F42-B190-826103537E2F}" destId="{E84DE092-75C5-1644-9503-F9D92018D7D7}" srcOrd="0" destOrd="0" presId="urn:microsoft.com/office/officeart/2005/8/layout/hierarchy2"/>
    <dgm:cxn modelId="{74F07580-464C-7A45-84E7-3F23E991260B}" type="presOf" srcId="{68446544-203A-9F46-B995-C30C0C885A16}" destId="{069FCDCB-639E-FD47-B2F4-10F3140801FB}" srcOrd="1" destOrd="0" presId="urn:microsoft.com/office/officeart/2005/8/layout/hierarchy2"/>
    <dgm:cxn modelId="{23EFE78E-8E13-F748-8738-4BBF956DAEFE}" type="presOf" srcId="{9A573167-8148-BA44-8EB5-17DD7F7A419D}" destId="{CC7EADE2-D956-A34A-B2F7-80D0E42E2E64}" srcOrd="1" destOrd="0" presId="urn:microsoft.com/office/officeart/2005/8/layout/hierarchy2"/>
    <dgm:cxn modelId="{0DD18991-50BD-C74E-9205-9634ED71E14E}" srcId="{D881F72F-4D09-CB4D-8A41-C707CC21CDF4}" destId="{B7A8FD33-64CC-7849-85BA-76B94489E38D}" srcOrd="0" destOrd="0" parTransId="{0103B747-FA56-3C45-AE8F-902A2D05EBE0}" sibTransId="{2F5382E8-6F98-5940-92DD-AFCF4CE7B1C2}"/>
    <dgm:cxn modelId="{F393F993-281E-C54E-B1CE-57790E8A57DA}" type="presOf" srcId="{1E5367B6-CFBA-604A-9DDA-EB50B4C27376}" destId="{729CD538-310C-6147-8D8A-3390ED83F690}" srcOrd="0" destOrd="0" presId="urn:microsoft.com/office/officeart/2005/8/layout/hierarchy2"/>
    <dgm:cxn modelId="{1EE017A0-141E-BD4C-BC14-A81BC572B93D}" type="presOf" srcId="{908AFC68-9237-D24D-A5FF-0D74B8187271}" destId="{35715ADA-FF86-314D-B332-F049085C7D26}" srcOrd="0" destOrd="0" presId="urn:microsoft.com/office/officeart/2005/8/layout/hierarchy2"/>
    <dgm:cxn modelId="{26939EA4-9D83-744D-875F-3042A03ADAA0}" srcId="{7780F02F-53C1-5345-9540-EE3EF5EA4D2B}" destId="{C3CD31DA-6506-6F42-B190-826103537E2F}" srcOrd="1" destOrd="0" parTransId="{908AFC68-9237-D24D-A5FF-0D74B8187271}" sibTransId="{11D4B92F-7B9C-964D-991F-9DD792F893FC}"/>
    <dgm:cxn modelId="{09FB48A6-C017-4740-B820-98C0A41F7447}" srcId="{1E5367B6-CFBA-604A-9DDA-EB50B4C27376}" destId="{6FDC47EF-09AC-6246-BEEC-296A818E023B}" srcOrd="1" destOrd="0" parTransId="{9A573167-8148-BA44-8EB5-17DD7F7A419D}" sibTransId="{73281D02-B5D7-BC47-9E06-504610AAB066}"/>
    <dgm:cxn modelId="{CBCC55AF-4B86-8F46-9658-8F3D593B3131}" type="presOf" srcId="{6FDC47EF-09AC-6246-BEEC-296A818E023B}" destId="{F3EC69BE-BF24-FB46-AC44-4D5F0AC107C2}" srcOrd="0" destOrd="0" presId="urn:microsoft.com/office/officeart/2005/8/layout/hierarchy2"/>
    <dgm:cxn modelId="{9FF3C6B2-B98C-F34A-9903-D63C87739D06}" type="presOf" srcId="{02F97BE6-0D1F-6A47-B954-5AEB14CD47C9}" destId="{7D8E5BBB-B3B4-EB45-9A16-27C2163BD1B6}" srcOrd="0" destOrd="0" presId="urn:microsoft.com/office/officeart/2005/8/layout/hierarchy2"/>
    <dgm:cxn modelId="{0C533EB3-66D4-3A49-A59B-793979C21A56}" type="presOf" srcId="{68446544-203A-9F46-B995-C30C0C885A16}" destId="{72BF6BDE-E8F0-254F-B7F2-4CBC92188E9A}" srcOrd="0" destOrd="0" presId="urn:microsoft.com/office/officeart/2005/8/layout/hierarchy2"/>
    <dgm:cxn modelId="{92F3F7C3-8511-D940-8087-60CC74391FD7}" type="presOf" srcId="{183789F8-308F-4741-B6EE-9C38D5A2560B}" destId="{42551D6B-D4D9-9D4A-94BF-C50CD91B9ECC}" srcOrd="0" destOrd="0" presId="urn:microsoft.com/office/officeart/2005/8/layout/hierarchy2"/>
    <dgm:cxn modelId="{DE8D6FC5-F941-CD45-9904-93FC2E3F8C05}" srcId="{D881F72F-4D09-CB4D-8A41-C707CC21CDF4}" destId="{183789F8-308F-4741-B6EE-9C38D5A2560B}" srcOrd="2" destOrd="0" parTransId="{E880012D-C2DF-454F-8DDD-64B7AB914CC2}" sibTransId="{01C7F845-D701-A949-B94A-E834E8E739ED}"/>
    <dgm:cxn modelId="{668C59D1-35F2-9F4E-BC7E-28A9AE94F53B}" type="presOf" srcId="{908AFC68-9237-D24D-A5FF-0D74B8187271}" destId="{DAA47F09-78A1-7E44-83C8-07271F95FCDC}" srcOrd="1" destOrd="0" presId="urn:microsoft.com/office/officeart/2005/8/layout/hierarchy2"/>
    <dgm:cxn modelId="{45C9BCDD-6B64-4942-91DF-456070B2FCBD}" srcId="{7780F02F-53C1-5345-9540-EE3EF5EA4D2B}" destId="{A64A7A0A-44D6-E146-BF95-60874DE080D9}" srcOrd="0" destOrd="0" parTransId="{02F97BE6-0D1F-6A47-B954-5AEB14CD47C9}" sibTransId="{768D5CBE-50A5-E840-BB44-DE1ACDA85236}"/>
    <dgm:cxn modelId="{55D072F6-C7EF-C04B-8761-A41396695C0A}" type="presOf" srcId="{9A573167-8148-BA44-8EB5-17DD7F7A419D}" destId="{420D402F-70FD-8446-9D02-E095C9C9B71C}" srcOrd="0" destOrd="0" presId="urn:microsoft.com/office/officeart/2005/8/layout/hierarchy2"/>
    <dgm:cxn modelId="{98B2CBEB-82BA-C74C-9207-7D1E3A52FBC0}" type="presParOf" srcId="{3BAF3EEF-9565-6042-8FC0-DC593D4C7D8A}" destId="{86859A13-63DD-4D43-8F6B-312A115AA8F0}" srcOrd="0" destOrd="0" presId="urn:microsoft.com/office/officeart/2005/8/layout/hierarchy2"/>
    <dgm:cxn modelId="{EED515EC-74B7-7B4D-9D23-051563D3CAAA}" type="presParOf" srcId="{86859A13-63DD-4D43-8F6B-312A115AA8F0}" destId="{49CC1093-40B2-C147-AC47-ABC48226D365}" srcOrd="0" destOrd="0" presId="urn:microsoft.com/office/officeart/2005/8/layout/hierarchy2"/>
    <dgm:cxn modelId="{973B0ABF-329A-6648-BA52-A623294D172E}" type="presParOf" srcId="{86859A13-63DD-4D43-8F6B-312A115AA8F0}" destId="{35F263DC-545D-8840-A906-0B12BBD5674D}" srcOrd="1" destOrd="0" presId="urn:microsoft.com/office/officeart/2005/8/layout/hierarchy2"/>
    <dgm:cxn modelId="{FCDB53A3-FE78-0C46-AC80-BCABF52A29A5}" type="presParOf" srcId="{3BAF3EEF-9565-6042-8FC0-DC593D4C7D8A}" destId="{37408BAF-25F8-D247-897D-3E63BF31E231}" srcOrd="1" destOrd="0" presId="urn:microsoft.com/office/officeart/2005/8/layout/hierarchy2"/>
    <dgm:cxn modelId="{9F98B308-8B2B-3744-A65F-861406EC677F}" type="presParOf" srcId="{37408BAF-25F8-D247-897D-3E63BF31E231}" destId="{729CD538-310C-6147-8D8A-3390ED83F690}" srcOrd="0" destOrd="0" presId="urn:microsoft.com/office/officeart/2005/8/layout/hierarchy2"/>
    <dgm:cxn modelId="{1A17AE1B-7CEB-8149-91C3-800F19093DF8}" type="presParOf" srcId="{37408BAF-25F8-D247-897D-3E63BF31E231}" destId="{0F34C7D3-8BE7-0043-8453-5083CDBDA25D}" srcOrd="1" destOrd="0" presId="urn:microsoft.com/office/officeart/2005/8/layout/hierarchy2"/>
    <dgm:cxn modelId="{9B3F8340-2D5D-E546-8850-14A7E5AF360E}" type="presParOf" srcId="{0F34C7D3-8BE7-0043-8453-5083CDBDA25D}" destId="{72BF6BDE-E8F0-254F-B7F2-4CBC92188E9A}" srcOrd="0" destOrd="0" presId="urn:microsoft.com/office/officeart/2005/8/layout/hierarchy2"/>
    <dgm:cxn modelId="{E3338687-6085-5F43-8B44-F21C0DE381C9}" type="presParOf" srcId="{72BF6BDE-E8F0-254F-B7F2-4CBC92188E9A}" destId="{069FCDCB-639E-FD47-B2F4-10F3140801FB}" srcOrd="0" destOrd="0" presId="urn:microsoft.com/office/officeart/2005/8/layout/hierarchy2"/>
    <dgm:cxn modelId="{E6302DC3-3D23-2948-B46D-009CFAE2FF96}" type="presParOf" srcId="{0F34C7D3-8BE7-0043-8453-5083CDBDA25D}" destId="{F0037AAF-DBB8-A64B-9ADB-FC5614A1197F}" srcOrd="1" destOrd="0" presId="urn:microsoft.com/office/officeart/2005/8/layout/hierarchy2"/>
    <dgm:cxn modelId="{98680A0F-7CA0-824B-9CA0-3C54FDE72700}" type="presParOf" srcId="{F0037AAF-DBB8-A64B-9ADB-FC5614A1197F}" destId="{43B5C252-4391-DD4D-AAA7-2289E2838380}" srcOrd="0" destOrd="0" presId="urn:microsoft.com/office/officeart/2005/8/layout/hierarchy2"/>
    <dgm:cxn modelId="{74E12A40-2F6C-124E-A6DD-A14FF209CC75}" type="presParOf" srcId="{F0037AAF-DBB8-A64B-9ADB-FC5614A1197F}" destId="{D5A59175-62D2-C44A-9B93-4613381AEA20}" srcOrd="1" destOrd="0" presId="urn:microsoft.com/office/officeart/2005/8/layout/hierarchy2"/>
    <dgm:cxn modelId="{A6993517-763A-5942-9E0B-41B486003AAA}" type="presParOf" srcId="{D5A59175-62D2-C44A-9B93-4613381AEA20}" destId="{7D8E5BBB-B3B4-EB45-9A16-27C2163BD1B6}" srcOrd="0" destOrd="0" presId="urn:microsoft.com/office/officeart/2005/8/layout/hierarchy2"/>
    <dgm:cxn modelId="{E109EFC5-E8DD-F44E-A2EF-F82584553AF5}" type="presParOf" srcId="{7D8E5BBB-B3B4-EB45-9A16-27C2163BD1B6}" destId="{8A6CDAF9-EE1F-614A-A7E7-1591C3D947E8}" srcOrd="0" destOrd="0" presId="urn:microsoft.com/office/officeart/2005/8/layout/hierarchy2"/>
    <dgm:cxn modelId="{E7A5A7A6-C01E-6742-85E0-B4654C904210}" type="presParOf" srcId="{D5A59175-62D2-C44A-9B93-4613381AEA20}" destId="{B58D924C-A71D-EC49-A125-77ADA1DD4063}" srcOrd="1" destOrd="0" presId="urn:microsoft.com/office/officeart/2005/8/layout/hierarchy2"/>
    <dgm:cxn modelId="{3E9E240A-27B1-EF41-AB5F-52F56AC41505}" type="presParOf" srcId="{B58D924C-A71D-EC49-A125-77ADA1DD4063}" destId="{16F58D77-9DFA-0F4A-B737-DB73C2C3851E}" srcOrd="0" destOrd="0" presId="urn:microsoft.com/office/officeart/2005/8/layout/hierarchy2"/>
    <dgm:cxn modelId="{2183F0FB-1D05-2A42-B6AF-A994303BE5D8}" type="presParOf" srcId="{B58D924C-A71D-EC49-A125-77ADA1DD4063}" destId="{346ADADC-3E93-0242-B3A6-48C6169BCF66}" srcOrd="1" destOrd="0" presId="urn:microsoft.com/office/officeart/2005/8/layout/hierarchy2"/>
    <dgm:cxn modelId="{397B70A3-9C5E-724D-AA6E-70BDB5DA9AA1}" type="presParOf" srcId="{D5A59175-62D2-C44A-9B93-4613381AEA20}" destId="{35715ADA-FF86-314D-B332-F049085C7D26}" srcOrd="2" destOrd="0" presId="urn:microsoft.com/office/officeart/2005/8/layout/hierarchy2"/>
    <dgm:cxn modelId="{AC8C5E58-2018-9748-8048-DFCF3702DCEA}" type="presParOf" srcId="{35715ADA-FF86-314D-B332-F049085C7D26}" destId="{DAA47F09-78A1-7E44-83C8-07271F95FCDC}" srcOrd="0" destOrd="0" presId="urn:microsoft.com/office/officeart/2005/8/layout/hierarchy2"/>
    <dgm:cxn modelId="{3708325F-BA02-B94D-BA28-753569F24AD7}" type="presParOf" srcId="{D5A59175-62D2-C44A-9B93-4613381AEA20}" destId="{C4C008D7-A3A0-3D4F-AF6E-28BCDEEA6954}" srcOrd="3" destOrd="0" presId="urn:microsoft.com/office/officeart/2005/8/layout/hierarchy2"/>
    <dgm:cxn modelId="{0AFDEA7B-7EE8-6248-8A69-B8121047DA4F}" type="presParOf" srcId="{C4C008D7-A3A0-3D4F-AF6E-28BCDEEA6954}" destId="{E84DE092-75C5-1644-9503-F9D92018D7D7}" srcOrd="0" destOrd="0" presId="urn:microsoft.com/office/officeart/2005/8/layout/hierarchy2"/>
    <dgm:cxn modelId="{31E3CEEE-7534-6649-9B9C-F540072CBAF8}" type="presParOf" srcId="{C4C008D7-A3A0-3D4F-AF6E-28BCDEEA6954}" destId="{43FEB3FE-8851-624D-ACB6-15217D58478E}" srcOrd="1" destOrd="0" presId="urn:microsoft.com/office/officeart/2005/8/layout/hierarchy2"/>
    <dgm:cxn modelId="{F95E0452-5CE9-EF4D-B7B3-54D6F7B96193}" type="presParOf" srcId="{0F34C7D3-8BE7-0043-8453-5083CDBDA25D}" destId="{420D402F-70FD-8446-9D02-E095C9C9B71C}" srcOrd="2" destOrd="0" presId="urn:microsoft.com/office/officeart/2005/8/layout/hierarchy2"/>
    <dgm:cxn modelId="{7B49F6C7-396D-464D-8D29-8C4FB3106646}" type="presParOf" srcId="{420D402F-70FD-8446-9D02-E095C9C9B71C}" destId="{CC7EADE2-D956-A34A-B2F7-80D0E42E2E64}" srcOrd="0" destOrd="0" presId="urn:microsoft.com/office/officeart/2005/8/layout/hierarchy2"/>
    <dgm:cxn modelId="{ED6EFED4-CB1F-3042-8012-70EC5E897AD0}" type="presParOf" srcId="{0F34C7D3-8BE7-0043-8453-5083CDBDA25D}" destId="{40078AEF-CA7B-E148-8770-41CDDDF9A043}" srcOrd="3" destOrd="0" presId="urn:microsoft.com/office/officeart/2005/8/layout/hierarchy2"/>
    <dgm:cxn modelId="{4CA6E678-BB07-6247-B367-A670906493E9}" type="presParOf" srcId="{40078AEF-CA7B-E148-8770-41CDDDF9A043}" destId="{F3EC69BE-BF24-FB46-AC44-4D5F0AC107C2}" srcOrd="0" destOrd="0" presId="urn:microsoft.com/office/officeart/2005/8/layout/hierarchy2"/>
    <dgm:cxn modelId="{03142CDC-D41F-684E-B55D-ADEB825551FC}" type="presParOf" srcId="{40078AEF-CA7B-E148-8770-41CDDDF9A043}" destId="{F049506E-03E1-F54A-B1A1-078DEDE34DD3}" srcOrd="1" destOrd="0" presId="urn:microsoft.com/office/officeart/2005/8/layout/hierarchy2"/>
    <dgm:cxn modelId="{217F9675-20BB-CD46-A869-3C8261100352}" type="presParOf" srcId="{3BAF3EEF-9565-6042-8FC0-DC593D4C7D8A}" destId="{8B0EF5D3-8310-314A-B040-10F888FAA42E}" srcOrd="2" destOrd="0" presId="urn:microsoft.com/office/officeart/2005/8/layout/hierarchy2"/>
    <dgm:cxn modelId="{80B2804E-19EE-C244-AF3F-A31C52BABA66}" type="presParOf" srcId="{8B0EF5D3-8310-314A-B040-10F888FAA42E}" destId="{42551D6B-D4D9-9D4A-94BF-C50CD91B9ECC}" srcOrd="0" destOrd="0" presId="urn:microsoft.com/office/officeart/2005/8/layout/hierarchy2"/>
    <dgm:cxn modelId="{4A43867E-7DA6-0048-B64C-67BC201C0710}" type="presParOf" srcId="{8B0EF5D3-8310-314A-B040-10F888FAA42E}" destId="{16543053-74FB-1B44-8D58-80F14EAE578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CC1093-40B2-C147-AC47-ABC48226D365}">
      <dsp:nvSpPr>
        <dsp:cNvPr id="0" name=""/>
        <dsp:cNvSpPr/>
      </dsp:nvSpPr>
      <dsp:spPr>
        <a:xfrm>
          <a:off x="3163" y="1607623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cpu</a:t>
          </a:r>
          <a:endParaRPr lang="en-US" sz="2100" kern="1200" dirty="0"/>
        </a:p>
      </dsp:txBody>
      <dsp:txXfrm>
        <a:off x="24290" y="1628750"/>
        <a:ext cx="1400401" cy="679073"/>
      </dsp:txXfrm>
    </dsp:sp>
    <dsp:sp modelId="{C73A51B7-EDE6-2449-BE87-C2D26522C2DF}">
      <dsp:nvSpPr>
        <dsp:cNvPr id="0" name=""/>
        <dsp:cNvSpPr/>
      </dsp:nvSpPr>
      <dsp:spPr>
        <a:xfrm rot="17692822">
          <a:off x="1048555" y="1331222"/>
          <a:ext cx="1371590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1371590" y="1491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700060" y="1311852"/>
        <a:ext cx="68579" cy="68579"/>
      </dsp:txXfrm>
    </dsp:sp>
    <dsp:sp modelId="{0F576B43-37AB-BF4A-9E62-28D535FF98BF}">
      <dsp:nvSpPr>
        <dsp:cNvPr id="0" name=""/>
        <dsp:cNvSpPr/>
      </dsp:nvSpPr>
      <dsp:spPr>
        <a:xfrm>
          <a:off x="2022881" y="363333"/>
          <a:ext cx="2389672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system.slice</a:t>
          </a:r>
          <a:r>
            <a:rPr lang="en-US" sz="2100" kern="1200" dirty="0"/>
            <a:t>: 100</a:t>
          </a:r>
        </a:p>
      </dsp:txBody>
      <dsp:txXfrm>
        <a:off x="2044008" y="384460"/>
        <a:ext cx="2347418" cy="679073"/>
      </dsp:txXfrm>
    </dsp:sp>
    <dsp:sp modelId="{4E7ECC11-A645-6F4F-9FD7-912317913997}">
      <dsp:nvSpPr>
        <dsp:cNvPr id="0" name=""/>
        <dsp:cNvSpPr/>
      </dsp:nvSpPr>
      <dsp:spPr>
        <a:xfrm rot="19457599">
          <a:off x="1379023" y="1745986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716583" y="1743139"/>
        <a:ext cx="35532" cy="35532"/>
      </dsp:txXfrm>
    </dsp:sp>
    <dsp:sp modelId="{6F8BED3C-E1A7-C541-9627-9DDAB29CF7CB}">
      <dsp:nvSpPr>
        <dsp:cNvPr id="0" name=""/>
        <dsp:cNvSpPr/>
      </dsp:nvSpPr>
      <dsp:spPr>
        <a:xfrm>
          <a:off x="2022881" y="1192859"/>
          <a:ext cx="2389672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user.slice</a:t>
          </a:r>
          <a:r>
            <a:rPr lang="en-US" sz="2100" kern="1200" dirty="0"/>
            <a:t>: 100</a:t>
          </a:r>
        </a:p>
      </dsp:txBody>
      <dsp:txXfrm>
        <a:off x="2044008" y="1213986"/>
        <a:ext cx="2347418" cy="679073"/>
      </dsp:txXfrm>
    </dsp:sp>
    <dsp:sp modelId="{0FC5E7D8-90D7-A648-8279-47C304C81D93}">
      <dsp:nvSpPr>
        <dsp:cNvPr id="0" name=""/>
        <dsp:cNvSpPr/>
      </dsp:nvSpPr>
      <dsp:spPr>
        <a:xfrm rot="2142401">
          <a:off x="1379023" y="2160749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716583" y="2157902"/>
        <a:ext cx="35532" cy="35532"/>
      </dsp:txXfrm>
    </dsp:sp>
    <dsp:sp modelId="{A65196F4-3AD6-2D49-AAC8-6633CE2FFF6E}">
      <dsp:nvSpPr>
        <dsp:cNvPr id="0" name=""/>
        <dsp:cNvSpPr/>
      </dsp:nvSpPr>
      <dsp:spPr>
        <a:xfrm>
          <a:off x="2022881" y="2022386"/>
          <a:ext cx="2389672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machine.slice</a:t>
          </a:r>
          <a:r>
            <a:rPr lang="en-US" sz="2100" kern="1200" dirty="0"/>
            <a:t>: 100</a:t>
          </a:r>
        </a:p>
      </dsp:txBody>
      <dsp:txXfrm>
        <a:off x="2044008" y="2043513"/>
        <a:ext cx="2347418" cy="679073"/>
      </dsp:txXfrm>
    </dsp:sp>
    <dsp:sp modelId="{4AA3F85E-50FA-DC45-A738-1F4D7AD9A8D1}">
      <dsp:nvSpPr>
        <dsp:cNvPr id="0" name=""/>
        <dsp:cNvSpPr/>
      </dsp:nvSpPr>
      <dsp:spPr>
        <a:xfrm rot="3907178">
          <a:off x="1048555" y="2575513"/>
          <a:ext cx="1371590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1371590" y="1491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700060" y="2556142"/>
        <a:ext cx="68579" cy="68579"/>
      </dsp:txXfrm>
    </dsp:sp>
    <dsp:sp modelId="{BA0E7A4B-0638-E642-9F33-51FE69B41A45}">
      <dsp:nvSpPr>
        <dsp:cNvPr id="0" name=""/>
        <dsp:cNvSpPr/>
      </dsp:nvSpPr>
      <dsp:spPr>
        <a:xfrm>
          <a:off x="2022881" y="2851913"/>
          <a:ext cx="2389672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G1: 100</a:t>
          </a:r>
        </a:p>
      </dsp:txBody>
      <dsp:txXfrm>
        <a:off x="2044008" y="2873040"/>
        <a:ext cx="2347418" cy="679073"/>
      </dsp:txXfrm>
    </dsp:sp>
    <dsp:sp modelId="{10367FE3-4442-584F-8A30-674D2E1B7835}">
      <dsp:nvSpPr>
        <dsp:cNvPr id="0" name=""/>
        <dsp:cNvSpPr/>
      </dsp:nvSpPr>
      <dsp:spPr>
        <a:xfrm rot="19457599">
          <a:off x="4345757" y="2990276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83318" y="2987429"/>
        <a:ext cx="35532" cy="35532"/>
      </dsp:txXfrm>
    </dsp:sp>
    <dsp:sp modelId="{1ACC7078-712D-0C4D-B588-196CF28E1BBB}">
      <dsp:nvSpPr>
        <dsp:cNvPr id="0" name=""/>
        <dsp:cNvSpPr/>
      </dsp:nvSpPr>
      <dsp:spPr>
        <a:xfrm>
          <a:off x="4989615" y="2437150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G1.A: 1000</a:t>
          </a:r>
        </a:p>
      </dsp:txBody>
      <dsp:txXfrm>
        <a:off x="5010742" y="2458277"/>
        <a:ext cx="1400401" cy="679073"/>
      </dsp:txXfrm>
    </dsp:sp>
    <dsp:sp modelId="{716B549F-6904-7542-A54E-CA96410F003D}">
      <dsp:nvSpPr>
        <dsp:cNvPr id="0" name=""/>
        <dsp:cNvSpPr/>
      </dsp:nvSpPr>
      <dsp:spPr>
        <a:xfrm rot="2142401">
          <a:off x="4345757" y="3405039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83318" y="3402193"/>
        <a:ext cx="35532" cy="35532"/>
      </dsp:txXfrm>
    </dsp:sp>
    <dsp:sp modelId="{1D67D980-F918-2C47-832E-334203AE2C65}">
      <dsp:nvSpPr>
        <dsp:cNvPr id="0" name=""/>
        <dsp:cNvSpPr/>
      </dsp:nvSpPr>
      <dsp:spPr>
        <a:xfrm>
          <a:off x="4989615" y="3266677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G1.B: 10000</a:t>
          </a:r>
        </a:p>
      </dsp:txBody>
      <dsp:txXfrm>
        <a:off x="5010742" y="3287804"/>
        <a:ext cx="1400401" cy="679073"/>
      </dsp:txXfrm>
    </dsp:sp>
    <dsp:sp modelId="{729CD538-310C-6147-8D8A-3390ED83F690}">
      <dsp:nvSpPr>
        <dsp:cNvPr id="0" name=""/>
        <dsp:cNvSpPr/>
      </dsp:nvSpPr>
      <dsp:spPr>
        <a:xfrm>
          <a:off x="3163" y="2437150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memory</a:t>
          </a:r>
        </a:p>
      </dsp:txBody>
      <dsp:txXfrm>
        <a:off x="24290" y="2458277"/>
        <a:ext cx="1400401" cy="679073"/>
      </dsp:txXfrm>
    </dsp:sp>
    <dsp:sp modelId="{42551D6B-D4D9-9D4A-94BF-C50CD91B9ECC}">
      <dsp:nvSpPr>
        <dsp:cNvPr id="0" name=""/>
        <dsp:cNvSpPr/>
      </dsp:nvSpPr>
      <dsp:spPr>
        <a:xfrm>
          <a:off x="3163" y="3266677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...</a:t>
          </a:r>
        </a:p>
      </dsp:txBody>
      <dsp:txXfrm>
        <a:off x="24290" y="3287804"/>
        <a:ext cx="1400401" cy="6790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CC1093-40B2-C147-AC47-ABC48226D365}">
      <dsp:nvSpPr>
        <dsp:cNvPr id="0" name=""/>
        <dsp:cNvSpPr/>
      </dsp:nvSpPr>
      <dsp:spPr>
        <a:xfrm>
          <a:off x="3163" y="985478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/>
            <a:t>cpu</a:t>
          </a:r>
          <a:endParaRPr lang="en-US" sz="2300" kern="1200" dirty="0"/>
        </a:p>
      </dsp:txBody>
      <dsp:txXfrm>
        <a:off x="24290" y="1006605"/>
        <a:ext cx="1400401" cy="679073"/>
      </dsp:txXfrm>
    </dsp:sp>
    <dsp:sp modelId="{729CD538-310C-6147-8D8A-3390ED83F690}">
      <dsp:nvSpPr>
        <dsp:cNvPr id="0" name=""/>
        <dsp:cNvSpPr/>
      </dsp:nvSpPr>
      <dsp:spPr>
        <a:xfrm>
          <a:off x="3163" y="1815005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memory</a:t>
          </a:r>
        </a:p>
      </dsp:txBody>
      <dsp:txXfrm>
        <a:off x="24290" y="1836132"/>
        <a:ext cx="1400401" cy="679073"/>
      </dsp:txXfrm>
    </dsp:sp>
    <dsp:sp modelId="{72BF6BDE-E8F0-254F-B7F2-4CBC92188E9A}">
      <dsp:nvSpPr>
        <dsp:cNvPr id="0" name=""/>
        <dsp:cNvSpPr/>
      </dsp:nvSpPr>
      <dsp:spPr>
        <a:xfrm rot="19457599">
          <a:off x="1379023" y="1953367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716583" y="1950520"/>
        <a:ext cx="35532" cy="35532"/>
      </dsp:txXfrm>
    </dsp:sp>
    <dsp:sp modelId="{43B5C252-4391-DD4D-AAA7-2289E2838380}">
      <dsp:nvSpPr>
        <dsp:cNvPr id="0" name=""/>
        <dsp:cNvSpPr/>
      </dsp:nvSpPr>
      <dsp:spPr>
        <a:xfrm>
          <a:off x="2022881" y="1400241"/>
          <a:ext cx="2389672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G2: 2GB</a:t>
          </a:r>
        </a:p>
      </dsp:txBody>
      <dsp:txXfrm>
        <a:off x="2044008" y="1421368"/>
        <a:ext cx="2347418" cy="679073"/>
      </dsp:txXfrm>
    </dsp:sp>
    <dsp:sp modelId="{7D8E5BBB-B3B4-EB45-9A16-27C2163BD1B6}">
      <dsp:nvSpPr>
        <dsp:cNvPr id="0" name=""/>
        <dsp:cNvSpPr/>
      </dsp:nvSpPr>
      <dsp:spPr>
        <a:xfrm rot="19457599">
          <a:off x="4345757" y="1538604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83318" y="1535757"/>
        <a:ext cx="35532" cy="35532"/>
      </dsp:txXfrm>
    </dsp:sp>
    <dsp:sp modelId="{16F58D77-9DFA-0F4A-B737-DB73C2C3851E}">
      <dsp:nvSpPr>
        <dsp:cNvPr id="0" name=""/>
        <dsp:cNvSpPr/>
      </dsp:nvSpPr>
      <dsp:spPr>
        <a:xfrm>
          <a:off x="4989615" y="985478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G2.1: 1GB</a:t>
          </a:r>
        </a:p>
      </dsp:txBody>
      <dsp:txXfrm>
        <a:off x="5010742" y="1006605"/>
        <a:ext cx="1400401" cy="679073"/>
      </dsp:txXfrm>
    </dsp:sp>
    <dsp:sp modelId="{35715ADA-FF86-314D-B332-F049085C7D26}">
      <dsp:nvSpPr>
        <dsp:cNvPr id="0" name=""/>
        <dsp:cNvSpPr/>
      </dsp:nvSpPr>
      <dsp:spPr>
        <a:xfrm rot="2142401">
          <a:off x="4345757" y="1953367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83318" y="1950520"/>
        <a:ext cx="35532" cy="35532"/>
      </dsp:txXfrm>
    </dsp:sp>
    <dsp:sp modelId="{E84DE092-75C5-1644-9503-F9D92018D7D7}">
      <dsp:nvSpPr>
        <dsp:cNvPr id="0" name=""/>
        <dsp:cNvSpPr/>
      </dsp:nvSpPr>
      <dsp:spPr>
        <a:xfrm>
          <a:off x="4989615" y="1815005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G2.2: 1.5GB</a:t>
          </a:r>
        </a:p>
      </dsp:txBody>
      <dsp:txXfrm>
        <a:off x="5010742" y="1836132"/>
        <a:ext cx="1400401" cy="679073"/>
      </dsp:txXfrm>
    </dsp:sp>
    <dsp:sp modelId="{420D402F-70FD-8446-9D02-E095C9C9B71C}">
      <dsp:nvSpPr>
        <dsp:cNvPr id="0" name=""/>
        <dsp:cNvSpPr/>
      </dsp:nvSpPr>
      <dsp:spPr>
        <a:xfrm rot="2142401">
          <a:off x="1379023" y="2368131"/>
          <a:ext cx="710654" cy="29838"/>
        </a:xfrm>
        <a:custGeom>
          <a:avLst/>
          <a:gdLst/>
          <a:ahLst/>
          <a:cxnLst/>
          <a:rect l="0" t="0" r="0" b="0"/>
          <a:pathLst>
            <a:path>
              <a:moveTo>
                <a:pt x="0" y="14919"/>
              </a:moveTo>
              <a:lnTo>
                <a:pt x="710654" y="1491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716583" y="2365284"/>
        <a:ext cx="35532" cy="35532"/>
      </dsp:txXfrm>
    </dsp:sp>
    <dsp:sp modelId="{F3EC69BE-BF24-FB46-AC44-4D5F0AC107C2}">
      <dsp:nvSpPr>
        <dsp:cNvPr id="0" name=""/>
        <dsp:cNvSpPr/>
      </dsp:nvSpPr>
      <dsp:spPr>
        <a:xfrm>
          <a:off x="2022881" y="2229768"/>
          <a:ext cx="2389672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G3: 3GB</a:t>
          </a:r>
        </a:p>
      </dsp:txBody>
      <dsp:txXfrm>
        <a:off x="2044008" y="2250895"/>
        <a:ext cx="2347418" cy="679073"/>
      </dsp:txXfrm>
    </dsp:sp>
    <dsp:sp modelId="{42551D6B-D4D9-9D4A-94BF-C50CD91B9ECC}">
      <dsp:nvSpPr>
        <dsp:cNvPr id="0" name=""/>
        <dsp:cNvSpPr/>
      </dsp:nvSpPr>
      <dsp:spPr>
        <a:xfrm>
          <a:off x="3163" y="2644532"/>
          <a:ext cx="1442655" cy="72132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...</a:t>
          </a:r>
        </a:p>
      </dsp:txBody>
      <dsp:txXfrm>
        <a:off x="24290" y="2665659"/>
        <a:ext cx="1400401" cy="679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CA1724-FE87-D744-AEFA-DF7E2B83349C}" type="datetimeFigureOut">
              <a:rPr lang="en-SE" smtClean="0"/>
              <a:t>10/20/25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5E3DE0-5E9E-8947-9DAA-E91C371FD659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06246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1D757A2C-8941-40A3-B23F-9B6C8A580B0A}" type="slidenum">
              <a:rPr lang="en-US" altLang="en-US" smtClean="0">
                <a:latin typeface="Helvetica" panose="020B0604020202020204" pitchFamily="34" charset="0"/>
              </a:rPr>
              <a:pPr/>
              <a:t>1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US"/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326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E0ABF5-7690-4623-B971-046A51D617CD}" type="slidenum">
              <a:rPr lang="en-US" altLang="en-US" smtClean="0"/>
              <a:pPr/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04346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virtualization by interception</a:t>
            </a:r>
            <a:r>
              <a:rPr lang="en-US" dirty="0"/>
              <a:t> — privileged operations are trapped and emulated safely so that the guest </a:t>
            </a:r>
            <a:r>
              <a:rPr lang="en-US" i="1" dirty="0"/>
              <a:t>believes</a:t>
            </a:r>
            <a:r>
              <a:rPr lang="en-US" dirty="0"/>
              <a:t> it has full control of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9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457926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If the guest OS runs as user and can run sensitive as user instead of kernel, it does not work</a:t>
            </a:r>
          </a:p>
          <a:p>
            <a:r>
              <a:rPr lang="en-SE" dirty="0"/>
              <a:t>BE CLEAR BEFORE THE GUEST OS RUNS AS USER</a:t>
            </a:r>
          </a:p>
          <a:p>
            <a:r>
              <a:rPr lang="en-SE" dirty="0"/>
              <a:t>Example: command to push flags from the CPU to the stack. If kernel all flags, if user only some.</a:t>
            </a:r>
          </a:p>
          <a:p>
            <a:r>
              <a:rPr lang="en-SE" dirty="0"/>
              <a:t>Another example: reading from specific in port. Some devices can have direct communication with user, </a:t>
            </a:r>
            <a:r>
              <a:rPr lang="en-SE"/>
              <a:t>others cannot</a:t>
            </a:r>
            <a:endParaRPr lang="en-US" dirty="0"/>
          </a:p>
          <a:p>
            <a:endParaRPr lang="en-US" dirty="0"/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POPF</a:t>
            </a:r>
            <a:r>
              <a:rPr lang="en-US" dirty="0"/>
              <a:t> (Pop Flags), which restores the CPU flags register from the stack.</a:t>
            </a:r>
            <a:br>
              <a:rPr lang="en-US" dirty="0"/>
            </a:br>
            <a:r>
              <a:rPr lang="en-US" dirty="0"/>
              <a:t>Among those flags is the </a:t>
            </a:r>
            <a:r>
              <a:rPr lang="en-US" b="1" dirty="0"/>
              <a:t>interrupt flag (IF)</a:t>
            </a:r>
            <a:r>
              <a:rPr lang="en-US" dirty="0"/>
              <a:t>, which controls whether hardware interrupts are enabled.</a:t>
            </a:r>
            <a:br>
              <a:rPr lang="en-US" dirty="0"/>
            </a:br>
            <a:r>
              <a:rPr lang="en-US" dirty="0"/>
              <a:t>When executed in </a:t>
            </a:r>
            <a:r>
              <a:rPr lang="en-US" b="1" dirty="0"/>
              <a:t>kernel mode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POPF </a:t>
            </a:r>
            <a:r>
              <a:rPr lang="en-US" dirty="0"/>
              <a:t>will actually change the interrupt flag bit — enabling or disabling hardware interrupts as requested.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When executed in </a:t>
            </a:r>
            <a:r>
              <a:rPr lang="en-US" b="1" dirty="0"/>
              <a:t>user mode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POPF</a:t>
            </a:r>
            <a:r>
              <a:rPr lang="en-US" dirty="0"/>
              <a:t> will </a:t>
            </a:r>
            <a:r>
              <a:rPr lang="en-US" b="1" dirty="0"/>
              <a:t>not</a:t>
            </a:r>
            <a:r>
              <a:rPr lang="en-US" dirty="0"/>
              <a:t> change the interrupt flag, even though it </a:t>
            </a:r>
            <a:r>
              <a:rPr lang="en-US" i="1" dirty="0"/>
              <a:t>appears</a:t>
            </a:r>
            <a:r>
              <a:rPr lang="en-US" dirty="0"/>
              <a:t> to execute successfully. It just silently ignores attempts to modify that privileged bit.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instruction is </a:t>
            </a:r>
            <a:r>
              <a:rPr lang="en-US" b="1" dirty="0"/>
              <a:t>sensitive</a:t>
            </a:r>
            <a:r>
              <a:rPr lang="en-US" dirty="0"/>
              <a:t> because it depends on and affects CPU state (interrupt handling). But it’s </a:t>
            </a:r>
            <a:r>
              <a:rPr lang="en-US" b="1" dirty="0"/>
              <a:t>not privileged</a:t>
            </a:r>
            <a:r>
              <a:rPr lang="en-US" dirty="0"/>
              <a:t> on older x86 CPUs — it doesn’t trap when run in user mode.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That’s a problem for virtualization: a guest OS running in user mode could execute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POPF</a:t>
            </a:r>
            <a:r>
              <a:rPr lang="en-US" dirty="0"/>
              <a:t> thinking it disabled interrupts, but the host CPU won’t actually do so, and no trap is generated — so the hypervisor can’t emulate the correct behavior.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10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048647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They allow each virtual machine to act as if it has its own dedicated processor and memory, even though they share the same physical hardware.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11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657528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we mostly talk of type 1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13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746268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E" dirty="0"/>
              <a:t>This slide is to differentiate between kernel/user mode and virtual kernel/user mode</a:t>
            </a:r>
          </a:p>
          <a:p>
            <a:endParaRPr lang="en-SE" dirty="0"/>
          </a:p>
          <a:p>
            <a:r>
              <a:rPr lang="en-SE"/>
              <a:t>I THINK the reason why they do not mention sensitive/priviledge here is because if the Guest OS gets direct access to the hardware then it sorts of work as always, it not really executing as a virtualizd unit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15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158135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if there’s no VT? How was it done before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16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6933257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if there’s no VT? How was it done before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17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186680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18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41260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Yet another example of cooperation between OS and hardware…</a:t>
            </a:r>
          </a:p>
          <a:p>
            <a:r>
              <a:rPr lang="en-US" dirty="0"/>
              <a:t>Example: NIC Network Interface Card</a:t>
            </a:r>
          </a:p>
          <a:p>
            <a:endParaRPr lang="en-US" dirty="0"/>
          </a:p>
          <a:p>
            <a:r>
              <a:rPr lang="en-US" dirty="0"/>
              <a:t>The NIC exposes:</a:t>
            </a:r>
          </a:p>
          <a:p>
            <a:r>
              <a:rPr lang="en-US" b="1" dirty="0"/>
              <a:t>One Physical Function (PF):</a:t>
            </a:r>
            <a:r>
              <a:rPr lang="en-US" dirty="0"/>
              <a:t> the full-featured PCIe function managed by the hypervisor or host OS.</a:t>
            </a:r>
          </a:p>
          <a:p>
            <a:r>
              <a:rPr lang="en-US" b="1" dirty="0"/>
              <a:t>Multiple Virtual Functions (VFs):</a:t>
            </a:r>
            <a:r>
              <a:rPr lang="en-US" dirty="0"/>
              <a:t> lightweight “virtual” PCIe devices that share the same physical hardware but appear as independent NICs to the VMs.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27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025184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Containers gained  popularity recently (docker)</a:t>
            </a:r>
          </a:p>
          <a:p>
            <a:r>
              <a:rPr lang="en-US" dirty="0"/>
              <a:t>Not slides about how to use docker, just an introduction</a:t>
            </a:r>
          </a:p>
          <a:p>
            <a:r>
              <a:rPr lang="en-US" dirty="0"/>
              <a:t>VMs virtualize hardware, Containers virtualize OS</a:t>
            </a:r>
          </a:p>
          <a:p>
            <a:r>
              <a:rPr lang="en-US" dirty="0"/>
              <a:t>Note some limitations - CAN SAY IT IS SIMILAR FOR VMS TOO, OF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37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6959742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an exclusive list, main points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38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313548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monitoring, the point is that one needs to continuously check what processes in a container are doing and decide if they need to be limited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39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151137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example for the root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40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5879565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 explain later why a tree, let’s just say a cgroup</a:t>
            </a:r>
          </a:p>
          <a:p>
            <a:r>
              <a:rPr lang="en-US" dirty="0"/>
              <a:t>Say also CPU is not expressed in percentage, it’s a first simplification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E3DE0-5E9E-8947-9DAA-E91C371FD659}" type="slidenum">
              <a:rPr lang="en-SE" smtClean="0"/>
              <a:t>41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0436466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76BF8-26A8-0477-2285-23EE7A17F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0E2EF-FE85-8682-33AB-81CC6372D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0D189F-CAD5-D196-D800-427A3F71C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Note, the second point is not that with time share you cannot, just that there can be different mechanisms to use, and some might be easier / more straightforward than another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7F920-8001-5AAE-84C5-77D6056D7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5E3DE0-5E9E-8947-9DAA-E91C371FD659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04179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83AFE-169F-3BDA-46A1-43DBE4447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1B73DA-1C61-83BA-95C5-0BFB1D27D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59E9C-87B5-6246-0472-340B33EC8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Note, the second point is not that with time share you cannot, just that there can be different mechanisms to use, and some might be easier / more straightforward than another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C847E-C866-28DE-52DB-9F8A69C72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5E3DE0-5E9E-8947-9DAA-E91C371FD659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56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0385E-45F9-0DD4-BEE0-E13217A6B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37140-45C9-9B8C-8366-034BDA8D3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6C777A-36E8-14AD-0F57-489F17C0C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different controllers for different types of resources</a:t>
            </a:r>
          </a:p>
          <a:p>
            <a:r>
              <a:rPr lang="en-US" dirty="0"/>
              <a:t>JUST GO THROUGH THE LIST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3444D-89AB-1E4A-F969-5D0309706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5E3DE0-5E9E-8947-9DAA-E91C371FD659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21317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1B563-5EFA-7E9C-7511-2E504BF3C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A75FF-560F-7AC1-1503-8730BB849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97A464-331F-CFB9-2521-7FFFD0DA1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CPU use shares, memory is different, they use limits and priorities</a:t>
            </a:r>
          </a:p>
          <a:p>
            <a:endParaRPr lang="en-US" dirty="0"/>
          </a:p>
          <a:p>
            <a:r>
              <a:rPr lang="en-US" b="1" dirty="0"/>
              <a:t>shares only matter when there is contention</a:t>
            </a:r>
            <a:r>
              <a:rPr lang="en-US" dirty="0"/>
              <a:t> — that is, when both A and B are trying to use the CPU at the same time.</a:t>
            </a:r>
          </a:p>
          <a:p>
            <a:r>
              <a:rPr lang="en-US" dirty="0"/>
              <a:t>So in your example:</a:t>
            </a:r>
          </a:p>
          <a:p>
            <a:r>
              <a:rPr lang="en-US" dirty="0"/>
              <a:t>A and B each have equal shares (say, 1024 each).</a:t>
            </a:r>
          </a:p>
          <a:p>
            <a:r>
              <a:rPr lang="en-US" dirty="0"/>
              <a:t>P1 (in A) is CPU-bound.</a:t>
            </a:r>
          </a:p>
          <a:p>
            <a:r>
              <a:rPr lang="en-US" dirty="0"/>
              <a:t>P2 (in B) uses only 1 % of CPU (mostly idle).</a:t>
            </a:r>
          </a:p>
          <a:p>
            <a:r>
              <a:rPr lang="en-US" dirty="0"/>
              <a:t>Then:</a:t>
            </a:r>
          </a:p>
          <a:p>
            <a:r>
              <a:rPr lang="en-US" dirty="0"/>
              <a:t>Because B is mostly idle, the scheduler sees no contention.</a:t>
            </a:r>
          </a:p>
          <a:p>
            <a:r>
              <a:rPr lang="en-US" dirty="0"/>
              <a:t>P1 can temporarily use </a:t>
            </a:r>
            <a:r>
              <a:rPr lang="en-US" b="1" dirty="0"/>
              <a:t>close to 100 % of the CPU</a:t>
            </a:r>
            <a:r>
              <a:rPr lang="en-US" dirty="0"/>
              <a:t>.</a:t>
            </a:r>
          </a:p>
          <a:p>
            <a:r>
              <a:rPr lang="en-US" dirty="0"/>
              <a:t>When P2 starts running again, the scheduler will rebalance and gradually restore proportional fairness (~50/50).</a:t>
            </a:r>
          </a:p>
          <a:p>
            <a:r>
              <a:rPr lang="en-US" dirty="0"/>
              <a:t>This behavior is deliberate: </a:t>
            </a:r>
            <a:r>
              <a:rPr lang="en-US" b="1" dirty="0"/>
              <a:t>CPU shares define relative fairness under load, not fixed caps.</a:t>
            </a:r>
            <a:br>
              <a:rPr lang="en-US" dirty="0"/>
            </a:br>
            <a:r>
              <a:rPr lang="en-US" dirty="0"/>
              <a:t>If you want to enforce a strict maximum, you must use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cpu.max</a:t>
            </a:r>
            <a:r>
              <a:rPr lang="en-US" b="1" dirty="0"/>
              <a:t> (in cgroups v2)</a:t>
            </a:r>
            <a:r>
              <a:rPr lang="en-US" dirty="0"/>
              <a:t> or </a:t>
            </a:r>
            <a:r>
              <a:rPr lang="en-US" b="1" dirty="0"/>
              <a:t>CFS bandwidth control (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cpu.cfs_quota_us</a:t>
            </a:r>
            <a:r>
              <a:rPr lang="en-US" b="1" dirty="0"/>
              <a:t>)</a:t>
            </a:r>
            <a:r>
              <a:rPr lang="en-US" dirty="0"/>
              <a:t> instead of shares.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09606-3785-D6F7-BF11-FF31CC703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5E3DE0-5E9E-8947-9DAA-E91C371FD659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20963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2F223-54BD-32C6-7EBB-B0869C17C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88F8-21CE-5255-0F50-F9F8162BF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F469E6-F899-C1EB-3304-FBD66A841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example with memory, in this case it is in absolute value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9E486-8F15-AB11-C6FA-03A3AFE630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5E3DE0-5E9E-8947-9DAA-E91C371FD659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48407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EC246-0D6A-7E1E-3B0B-BF21F428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4FFAF5-311A-0E65-5B55-0A54270BF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92993-F71D-A2E8-64E4-11F92E7ED1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CPU use shares, memory is different, they use limits and priorities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4E0D2-F73D-7830-2E8F-066F475B31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5E3DE0-5E9E-8947-9DAA-E91C371FD659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1753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36406-ED90-B8EC-A04F-5A388590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D176EB-294B-2DC0-F370-D8F083C4EC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FAB40-6667-00EE-5B4D-CCD3D776F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CPU use shares, memory is different, they use limits and priorities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30940-32E8-6D70-67ED-7DFB3B220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5E3DE0-5E9E-8947-9DAA-E91C371FD659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3158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5F0F1-1843-724F-B215-978458531A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A6BDDD-4823-594E-94C3-642B9D75B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9075E-76BE-0B4E-87E3-C86346B45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D373C-59B1-C04D-9310-B49C0D7D1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C66AA-10AC-5145-B9AE-E4624CFF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08646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F1B75-9F2F-9A47-BA42-B4635B19F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DF002-DD6F-5348-BEB9-948BCCF9A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DE9A0-C859-934D-AAF1-F3D65323E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06BD3-C707-DB43-919F-A0EF287E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7B32A-76D9-B045-BD7F-1FB3155A8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56232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1380-70E6-7540-A39E-32794F2E2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AF2A90-A6D8-6A44-8145-EFACA802F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C691DE-5957-6245-919C-DB3776544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8DFC5-F5E1-374E-A1CC-BFC9BAF77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57249-A2A2-2D41-B6EA-69AC9572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654932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DB341-527A-2C4C-9C8F-C5CCCEF3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BE6B2-8336-794A-B3B8-F61A093C48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7FF17-B2ED-B44A-835E-E627833F87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28A02C-60EC-7A44-974F-BFA165F9F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BD83-9281-1042-8C59-21524331E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84436-4D8A-F646-B270-00418A198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806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66211-67EA-5842-84AD-E310BD838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177AA-8D0F-6948-B56B-EA956A4C6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44A0C-89D5-5448-94CB-602D7112B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9E4B0D-B76D-754F-9E32-4E42AE199B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7FC5E8-24C6-B04B-9729-296E2A17BA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9D7358-9F54-624C-9DD8-8C054260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D4D62-2B66-5346-B09E-78D2B39C6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40A51E-7A46-E24B-BB91-E9549771C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6070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4A8E5-B9E8-C949-8F61-89706B358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D88673-1DC9-6941-BBF3-90DAC95EF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B5DFD8-CDAA-EE46-A9A6-0C8858A88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A8F970-4795-4C4D-88DF-23650EF2A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3041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80D805-DDE6-B743-B329-54B5924D2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8E5938-69BA-9241-84C8-378208A70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AB921-DF96-8B44-B71B-9CF5F196E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504922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AED46-865F-034E-834E-FE8F963B8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BC798-4A1A-2E42-81E2-ADC52BF46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E8876-4CE1-F24B-A32B-3CAB8ADC8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DB6FBF-7BE5-414E-965D-F76E11C8B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2BCF5-8E6C-6D46-B6AB-AF4F01EF0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972B3-C073-FE4A-A635-48C2FB48D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39281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5E075-34C9-694B-A745-4D6643940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A72B1D-84FC-8A4B-B1A9-58F62ACBA9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CCD6C-DF8C-1347-AA4D-AE52BE626A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10C7-9698-F641-BEF3-79DA50DEC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15824-6C67-0049-9D6C-E168DBC28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10BEBD-1848-8044-9310-BCB76E7E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02869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05A6A-797E-DD45-B50D-9B1E24F02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582A39-E3B4-4243-87DA-F26A5B9968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A01B-CFDA-EF40-AFAB-DB08B2D19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DDD58-44FC-1B49-8DFF-8112FE92F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D37C7-E290-3545-9E31-F2E023CC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537936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21F8FD-1FDD-0C44-A7D5-F21C0737DC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9C2F47-0ABF-BD4E-9200-A7209BAAE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02F4F-BEA1-C444-99DB-685518179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E04195-2CEA-3C40-A246-9CBFFCAC7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8B9E9-5765-A74A-A8B2-995051F74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610933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685800"/>
            <a:ext cx="10363200" cy="2127250"/>
          </a:xfrm>
        </p:spPr>
        <p:txBody>
          <a:bodyPr/>
          <a:lstStyle>
            <a:lvl1pPr>
              <a:defRPr sz="4067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280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1A68E2-7F6E-DC40-831A-D9D9F025B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1E9FB-834F-0944-8BFA-AE8014AF5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9666C-3E82-5F4A-9AC8-5AF539AA04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62E5B-940B-6647-A776-CC5045E5FE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81D62-1D32-3143-8FF4-66E9FB143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894D7-1DF0-2544-A605-B97A2B84F4F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1949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dfreephotos.com/vector-images/server-rack-vector-clipart.png.php" TargetMode="External"/><Relationship Id="rId7" Type="http://schemas.openxmlformats.org/officeDocument/2006/relationships/hyperlink" Target="https://commons.wikimedia.org/wiki/File:Logo-ubuntu_cof-white_orange-hex.svg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sr.wikipedia.org/wiki/%D0%94%D0%B0%D1%82%D0%BE%D1%82%D0%B5%D0%BA%D0%B0:Windows_logo_-_2006.svg" TargetMode="Externa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pixabay.com/en/check-unchecked-checked-approved-297273/" TargetMode="External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7.png"/><Relationship Id="rId4" Type="http://schemas.openxmlformats.org/officeDocument/2006/relationships/hyperlink" Target="https://en.wikipedia.org/wiki/File:Light_green_check.svg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shapingyouth.org/meetup-com-bringing-communities-together-post-9-11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orldbuilding.stackexchange.com/questions/56204/stunting-technological-growth-after-world-war-ii" TargetMode="External"/><Relationship Id="rId3" Type="http://schemas.openxmlformats.org/officeDocument/2006/relationships/hyperlink" Target="https://www.goodfreephotos.com/vector-images/server-rack-vector-clipart.png.php" TargetMode="External"/><Relationship Id="rId7" Type="http://schemas.openxmlformats.org/officeDocument/2006/relationships/image" Target="../media/image1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ons.wikimedia.org/wiki/File:Logo-ubuntu_cof-white_orange-hex.svg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2593975" y="1647827"/>
            <a:ext cx="6908800" cy="1890183"/>
          </a:xfrm>
          <a:prstGeom prst="rect">
            <a:avLst/>
          </a:prstGeom>
        </p:spPr>
        <p:txBody>
          <a:bodyPr lIns="81280" tIns="40640" rIns="81280" bIns="40640" anchor="ctr">
            <a:normAutofit fontScale="900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556" dirty="0"/>
              <a:t>Virtualization</a:t>
            </a:r>
            <a:br>
              <a:rPr lang="en-US" altLang="en-US" sz="3556" dirty="0"/>
            </a:br>
            <a:r>
              <a:rPr lang="en-US" altLang="en-US" sz="3556" dirty="0"/>
              <a:t>Operating Systems – EDA093/DIT401</a:t>
            </a:r>
            <a:br>
              <a:rPr lang="en-US" altLang="en-US" sz="3822" dirty="0"/>
            </a:br>
            <a:br>
              <a:rPr lang="en-US" altLang="en-US" sz="3822" dirty="0"/>
            </a:br>
            <a:r>
              <a:rPr lang="en-US" altLang="en-US" sz="2845" dirty="0"/>
              <a:t>Vincenzo Gulisano</a:t>
            </a:r>
            <a:br>
              <a:rPr lang="en-US" altLang="en-US" sz="2845" dirty="0"/>
            </a:br>
            <a:r>
              <a:rPr lang="en-US" altLang="en-US" sz="1778" dirty="0"/>
              <a:t>vincenzo.gulisano@chalmers.se</a:t>
            </a:r>
            <a:endParaRPr lang="en-US" altLang="en-US" sz="2400" dirty="0"/>
          </a:p>
        </p:txBody>
      </p:sp>
      <p:pic>
        <p:nvPicPr>
          <p:cNvPr id="5123" name="Picture 6" descr="http://upload.wikimedia.org/wikipedia/en/5/5c/Chalmers_logo.png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22234" y="4392085"/>
            <a:ext cx="1672167" cy="1553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8" descr="http://sgroup.be/sites/default/files/LOGUeng_cen2r.gif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64792" y="4480985"/>
            <a:ext cx="1847850" cy="13758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12327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Reading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228600" lvl="1">
              <a:spcBef>
                <a:spcPts val="1000"/>
              </a:spcBef>
              <a:defRPr/>
            </a:pPr>
            <a:r>
              <a:rPr lang="en-US" altLang="en-US" sz="2400" dirty="0"/>
              <a:t>4</a:t>
            </a:r>
            <a:r>
              <a:rPr lang="en-US" altLang="en-US" sz="2400" baseline="30000" dirty="0"/>
              <a:t>th</a:t>
            </a:r>
            <a:r>
              <a:rPr lang="en-US" altLang="en-US" sz="2400" dirty="0"/>
              <a:t> Edition: Chapter 7, 7.1-7.7 and 7.9-7.11 (included)</a:t>
            </a:r>
            <a:endParaRPr lang="en-US" altLang="en-US" sz="2000" dirty="0"/>
          </a:p>
          <a:p>
            <a:pPr marL="228600" lvl="1">
              <a:spcBef>
                <a:spcPts val="1000"/>
              </a:spcBef>
              <a:defRPr/>
            </a:pPr>
            <a:r>
              <a:rPr lang="en-US" altLang="en-US" dirty="0"/>
              <a:t>5th</a:t>
            </a:r>
            <a:r>
              <a:rPr lang="en-US" altLang="en-US" sz="2400" dirty="0"/>
              <a:t> Edition: Chapter 7, 7.1-7.</a:t>
            </a:r>
            <a:r>
              <a:rPr lang="en-US" altLang="en-US" dirty="0"/>
              <a:t>10</a:t>
            </a:r>
            <a:r>
              <a:rPr lang="en-US" altLang="en-US" sz="2400" dirty="0"/>
              <a:t> (included)</a:t>
            </a:r>
          </a:p>
          <a:p>
            <a:pPr marL="685800" lvl="2">
              <a:spcBef>
                <a:spcPts val="1000"/>
              </a:spcBef>
              <a:defRPr/>
            </a:pPr>
            <a:r>
              <a:rPr lang="en-US" altLang="en-US" dirty="0"/>
              <a:t>Note: part on Containers only in 5</a:t>
            </a:r>
            <a:r>
              <a:rPr lang="en-US" altLang="en-US" baseline="30000" dirty="0"/>
              <a:t>th</a:t>
            </a:r>
            <a:r>
              <a:rPr lang="en-US" altLang="en-US" dirty="0"/>
              <a:t> edition. Slides are enough if you do not have the 5</a:t>
            </a:r>
            <a:r>
              <a:rPr lang="en-US" altLang="en-US" baseline="30000" dirty="0"/>
              <a:t>th</a:t>
            </a:r>
            <a:r>
              <a:rPr lang="en-US" altLang="en-US" dirty="0"/>
              <a:t> edition</a:t>
            </a:r>
          </a:p>
          <a:p>
            <a:pPr marL="228600" lvl="1">
              <a:spcBef>
                <a:spcPts val="1000"/>
              </a:spcBef>
              <a:defRPr/>
            </a:pPr>
            <a:endParaRPr lang="en-US" altLang="en-US" sz="2400" dirty="0"/>
          </a:p>
          <a:p>
            <a:pPr marL="228600" lvl="1">
              <a:spcBef>
                <a:spcPts val="1000"/>
              </a:spcBef>
              <a:defRPr/>
            </a:pPr>
            <a:endParaRPr lang="en-US" altLang="en-US" sz="24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Virtualization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D4570F-528B-41C8-95DC-75649D9B5A34}" type="slidenum">
              <a:rPr lang="en-US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52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/>
              <a:t>Introduction</a:t>
            </a:r>
          </a:p>
          <a:p>
            <a:r>
              <a:rPr lang="en-SE" dirty="0"/>
              <a:t>Requirement for virtualization</a:t>
            </a:r>
          </a:p>
          <a:p>
            <a:r>
              <a:rPr lang="en-SE" dirty="0"/>
              <a:t>Type 1 and type 2 hypervisors</a:t>
            </a:r>
          </a:p>
          <a:p>
            <a:r>
              <a:rPr lang="en-SE" dirty="0"/>
              <a:t>Techniques for Efficient Virtualization</a:t>
            </a:r>
          </a:p>
          <a:p>
            <a:r>
              <a:rPr lang="en-SE" dirty="0"/>
              <a:t>Memory virtualization</a:t>
            </a:r>
          </a:p>
          <a:p>
            <a:r>
              <a:rPr lang="en-SE" dirty="0"/>
              <a:t>I/O virtualization</a:t>
            </a:r>
          </a:p>
          <a:p>
            <a:r>
              <a:rPr lang="en-SE" dirty="0"/>
              <a:t>Other benefits of virtualization</a:t>
            </a:r>
          </a:p>
          <a:p>
            <a:r>
              <a:rPr lang="en-SE"/>
              <a:t>Clouds</a:t>
            </a:r>
            <a:endParaRPr lang="en-US" dirty="0"/>
          </a:p>
          <a:p>
            <a:r>
              <a:rPr lang="en-US" dirty="0"/>
              <a:t>Containers</a:t>
            </a:r>
            <a:endParaRPr lang="en-S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636115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/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108441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1BE551-C573-D446-B2D2-5BF72F38204A}"/>
              </a:ext>
            </a:extLst>
          </p:cNvPr>
          <p:cNvSpPr txBox="1"/>
          <p:nvPr/>
        </p:nvSpPr>
        <p:spPr>
          <a:xfrm>
            <a:off x="2515281" y="1171565"/>
            <a:ext cx="2236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virtualization</a:t>
            </a:r>
            <a:endParaRPr lang="en-S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E0732-E26B-5847-88B1-B59730FDD7DF}"/>
              </a:ext>
            </a:extLst>
          </p:cNvPr>
          <p:cNvSpPr txBox="1"/>
          <p:nvPr/>
        </p:nvSpPr>
        <p:spPr>
          <a:xfrm>
            <a:off x="6691715" y="1033066"/>
            <a:ext cx="2659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virtualization </a:t>
            </a:r>
            <a:br>
              <a:rPr lang="en-US" dirty="0"/>
            </a:br>
            <a:r>
              <a:rPr lang="en-US" dirty="0"/>
              <a:t>(discussed since the 60s…)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169BAA8-7D2A-9441-91AE-875BEE1852FF}"/>
              </a:ext>
            </a:extLst>
          </p:cNvPr>
          <p:cNvGrpSpPr/>
          <p:nvPr/>
        </p:nvGrpSpPr>
        <p:grpSpPr>
          <a:xfrm>
            <a:off x="1830342" y="1865330"/>
            <a:ext cx="3606836" cy="3429000"/>
            <a:chOff x="2023202" y="1714500"/>
            <a:chExt cx="3606836" cy="3429000"/>
          </a:xfrm>
        </p:grpSpPr>
        <p:pic>
          <p:nvPicPr>
            <p:cNvPr id="5" name="Picture 4" descr="Graphical user interface&#10;&#10;Description automatically generated">
              <a:extLst>
                <a:ext uri="{FF2B5EF4-FFF2-40B4-BE49-F238E27FC236}">
                  <a16:creationId xmlns:a16="http://schemas.microsoft.com/office/drawing/2014/main" id="{84942ADA-5A9D-814B-91B0-B3D87BE84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>
              <a:off x="2023202" y="1714500"/>
              <a:ext cx="1465523" cy="3429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AF124F-E319-5D42-A15C-235A99D800C3}"/>
                </a:ext>
              </a:extLst>
            </p:cNvPr>
            <p:cNvSpPr txBox="1"/>
            <p:nvPr/>
          </p:nvSpPr>
          <p:spPr>
            <a:xfrm>
              <a:off x="3563254" y="2155721"/>
              <a:ext cx="1256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E" dirty="0"/>
                <a:t>Web server</a:t>
              </a:r>
            </a:p>
          </p:txBody>
        </p:sp>
        <p:pic>
          <p:nvPicPr>
            <p:cNvPr id="17" name="Picture 16" descr="Icon&#10;&#10;Description automatically generated">
              <a:extLst>
                <a:ext uri="{FF2B5EF4-FFF2-40B4-BE49-F238E27FC236}">
                  <a16:creationId xmlns:a16="http://schemas.microsoft.com/office/drawing/2014/main" id="{B8B3265D-AAA3-D142-9BB4-0CFA3F54F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3122733" y="1790700"/>
              <a:ext cx="318740" cy="315658"/>
            </a:xfrm>
            <a:prstGeom prst="rect">
              <a:avLst/>
            </a:prstGeom>
          </p:spPr>
        </p:pic>
        <p:pic>
          <p:nvPicPr>
            <p:cNvPr id="20" name="Picture 19" descr="Logo, icon&#10;&#10;Description automatically generated">
              <a:extLst>
                <a:ext uri="{FF2B5EF4-FFF2-40B4-BE49-F238E27FC236}">
                  <a16:creationId xmlns:a16="http://schemas.microsoft.com/office/drawing/2014/main" id="{D94383E2-A9AC-D44D-81C6-620E0D8CC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837473B0-CC2E-450A-ABE3-18F120FF3D39}">
                  <a1611:picAttrSrcUrl xmlns:a1611="http://schemas.microsoft.com/office/drawing/2016/11/main" r:id="rId7"/>
                </a:ext>
              </a:extLst>
            </a:blip>
            <a:stretch>
              <a:fillRect/>
            </a:stretch>
          </p:blipFill>
          <p:spPr>
            <a:xfrm>
              <a:off x="3095247" y="3242143"/>
              <a:ext cx="373713" cy="373713"/>
            </a:xfrm>
            <a:prstGeom prst="rect">
              <a:avLst/>
            </a:prstGeom>
          </p:spPr>
        </p:pic>
        <p:pic>
          <p:nvPicPr>
            <p:cNvPr id="22" name="Picture 21" descr="Icon&#10;&#10;Description automatically generated">
              <a:extLst>
                <a:ext uri="{FF2B5EF4-FFF2-40B4-BE49-F238E27FC236}">
                  <a16:creationId xmlns:a16="http://schemas.microsoft.com/office/drawing/2014/main" id="{B2EB413A-B136-4A4B-B5AC-08F318C99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3122733" y="2182558"/>
              <a:ext cx="318740" cy="315658"/>
            </a:xfrm>
            <a:prstGeom prst="rect">
              <a:avLst/>
            </a:prstGeom>
          </p:spPr>
        </p:pic>
        <p:pic>
          <p:nvPicPr>
            <p:cNvPr id="23" name="Picture 22" descr="Icon&#10;&#10;Description automatically generated">
              <a:extLst>
                <a:ext uri="{FF2B5EF4-FFF2-40B4-BE49-F238E27FC236}">
                  <a16:creationId xmlns:a16="http://schemas.microsoft.com/office/drawing/2014/main" id="{1D700132-6BBF-204A-9BD2-D2182E439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3122733" y="2515424"/>
              <a:ext cx="318740" cy="315658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F4AD39D-A258-DD4D-9A7B-AAA72B4B05F4}"/>
                </a:ext>
              </a:extLst>
            </p:cNvPr>
            <p:cNvSpPr txBox="1"/>
            <p:nvPr/>
          </p:nvSpPr>
          <p:spPr>
            <a:xfrm>
              <a:off x="3563254" y="3246524"/>
              <a:ext cx="20667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E" dirty="0"/>
                <a:t>E-commerce service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F409ECF-92B5-E740-B86D-B13000356541}"/>
                </a:ext>
              </a:extLst>
            </p:cNvPr>
            <p:cNvSpPr txBox="1"/>
            <p:nvPr/>
          </p:nvSpPr>
          <p:spPr>
            <a:xfrm>
              <a:off x="3563254" y="1813226"/>
              <a:ext cx="1335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E</a:t>
              </a:r>
              <a:r>
                <a:rPr lang="en-SE" dirty="0"/>
                <a:t>mail server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EDDD54-B257-AF4D-AED0-8683469724DE}"/>
                </a:ext>
              </a:extLst>
            </p:cNvPr>
            <p:cNvSpPr txBox="1"/>
            <p:nvPr/>
          </p:nvSpPr>
          <p:spPr>
            <a:xfrm>
              <a:off x="3563254" y="2488587"/>
              <a:ext cx="1159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E" dirty="0"/>
                <a:t>FTP server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6C4F79E-5A19-E641-9709-3FEBC5170EFC}"/>
              </a:ext>
            </a:extLst>
          </p:cNvPr>
          <p:cNvGrpSpPr/>
          <p:nvPr/>
        </p:nvGrpSpPr>
        <p:grpSpPr>
          <a:xfrm>
            <a:off x="6171689" y="1792727"/>
            <a:ext cx="3699754" cy="3501603"/>
            <a:chOff x="6972969" y="1641897"/>
            <a:chExt cx="3699754" cy="350160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26A6297-3BD6-114D-B290-94790B0D520B}"/>
                </a:ext>
              </a:extLst>
            </p:cNvPr>
            <p:cNvGrpSpPr/>
            <p:nvPr/>
          </p:nvGrpSpPr>
          <p:grpSpPr>
            <a:xfrm>
              <a:off x="7837041" y="4583492"/>
              <a:ext cx="1800443" cy="560008"/>
              <a:chOff x="8267483" y="2606928"/>
              <a:chExt cx="1800443" cy="560008"/>
            </a:xfrm>
          </p:grpSpPr>
          <p:pic>
            <p:nvPicPr>
              <p:cNvPr id="12" name="Picture 11" descr="Graphical user interface&#10;&#10;Description automatically generated">
                <a:extLst>
                  <a:ext uri="{FF2B5EF4-FFF2-40B4-BE49-F238E27FC236}">
                    <a16:creationId xmlns:a16="http://schemas.microsoft.com/office/drawing/2014/main" id="{58EC8121-CF94-054A-9666-F5B4FC9DC2B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837473B0-CC2E-450A-ABE3-18F120FF3D39}">
                    <a1611:picAttrSrcUrl xmlns:a1611="http://schemas.microsoft.com/office/drawing/2016/11/main" r:id="rId3"/>
                  </a:ext>
                </a:extLst>
              </a:blip>
              <a:srcRect b="88433"/>
              <a:stretch/>
            </p:blipFill>
            <p:spPr>
              <a:xfrm>
                <a:off x="8267483" y="2606928"/>
                <a:ext cx="1465523" cy="396622"/>
              </a:xfrm>
              <a:prstGeom prst="rect">
                <a:avLst/>
              </a:prstGeom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3CA6EEB-25DD-4B4E-BC4C-A6E3080D5E28}"/>
                  </a:ext>
                </a:extLst>
              </p:cNvPr>
              <p:cNvSpPr/>
              <p:nvPr/>
            </p:nvSpPr>
            <p:spPr>
              <a:xfrm rot="19350854">
                <a:off x="9607551" y="2840164"/>
                <a:ext cx="460375" cy="3267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E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8487F7-C51B-AE46-8351-A4A5A8C31DAD}"/>
                </a:ext>
              </a:extLst>
            </p:cNvPr>
            <p:cNvSpPr/>
            <p:nvPr/>
          </p:nvSpPr>
          <p:spPr>
            <a:xfrm>
              <a:off x="6972969" y="3915889"/>
              <a:ext cx="3412672" cy="60415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/>
                <a:t>Hypervisor / </a:t>
              </a:r>
              <a:br>
                <a:rPr lang="en-SE" dirty="0"/>
              </a:br>
              <a:r>
                <a:rPr lang="en-SE" dirty="0"/>
                <a:t>Virtual Machine Monitor (VMM)</a:t>
              </a:r>
            </a:p>
          </p:txBody>
        </p:sp>
        <p:pic>
          <p:nvPicPr>
            <p:cNvPr id="27" name="Picture 26" descr="Icon&#10;&#10;Description automatically generated">
              <a:extLst>
                <a:ext uri="{FF2B5EF4-FFF2-40B4-BE49-F238E27FC236}">
                  <a16:creationId xmlns:a16="http://schemas.microsoft.com/office/drawing/2014/main" id="{322D3A14-2259-304A-8A19-957C81A917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7229330" y="3513938"/>
              <a:ext cx="318740" cy="315658"/>
            </a:xfrm>
            <a:prstGeom prst="rect">
              <a:avLst/>
            </a:prstGeom>
          </p:spPr>
        </p:pic>
        <p:pic>
          <p:nvPicPr>
            <p:cNvPr id="28" name="Picture 27" descr="Logo, icon&#10;&#10;Description automatically generated">
              <a:extLst>
                <a:ext uri="{FF2B5EF4-FFF2-40B4-BE49-F238E27FC236}">
                  <a16:creationId xmlns:a16="http://schemas.microsoft.com/office/drawing/2014/main" id="{1DE32784-BBC9-404A-A960-89752076A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837473B0-CC2E-450A-ABE3-18F120FF3D39}">
                  <a1611:picAttrSrcUrl xmlns:a1611="http://schemas.microsoft.com/office/drawing/2016/11/main" r:id="rId7"/>
                </a:ext>
              </a:extLst>
            </a:blip>
            <a:stretch>
              <a:fillRect/>
            </a:stretch>
          </p:blipFill>
          <p:spPr>
            <a:xfrm>
              <a:off x="9689383" y="3515780"/>
              <a:ext cx="373713" cy="373713"/>
            </a:xfrm>
            <a:prstGeom prst="rect">
              <a:avLst/>
            </a:prstGeom>
          </p:spPr>
        </p:pic>
        <p:pic>
          <p:nvPicPr>
            <p:cNvPr id="29" name="Picture 28" descr="Icon&#10;&#10;Description automatically generated">
              <a:extLst>
                <a:ext uri="{FF2B5EF4-FFF2-40B4-BE49-F238E27FC236}">
                  <a16:creationId xmlns:a16="http://schemas.microsoft.com/office/drawing/2014/main" id="{1F3B0DE1-85DC-2443-834B-CFF1BC54D1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7976969" y="3513938"/>
              <a:ext cx="318740" cy="315658"/>
            </a:xfrm>
            <a:prstGeom prst="rect">
              <a:avLst/>
            </a:prstGeom>
          </p:spPr>
        </p:pic>
        <p:pic>
          <p:nvPicPr>
            <p:cNvPr id="30" name="Picture 29" descr="Icon&#10;&#10;Description automatically generated">
              <a:extLst>
                <a:ext uri="{FF2B5EF4-FFF2-40B4-BE49-F238E27FC236}">
                  <a16:creationId xmlns:a16="http://schemas.microsoft.com/office/drawing/2014/main" id="{FFBA3E3C-8CA2-674D-8368-064CC0F39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8739297" y="3513938"/>
              <a:ext cx="318740" cy="31565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88D778A-192D-8E40-B32C-180193DCE1FE}"/>
                </a:ext>
              </a:extLst>
            </p:cNvPr>
            <p:cNvSpPr txBox="1"/>
            <p:nvPr/>
          </p:nvSpPr>
          <p:spPr>
            <a:xfrm rot="18840000">
              <a:off x="7813760" y="2782058"/>
              <a:ext cx="1256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E" dirty="0"/>
                <a:t>Web server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14015E8-85F3-AF4C-BA34-16F6C1DF1CD1}"/>
                </a:ext>
              </a:extLst>
            </p:cNvPr>
            <p:cNvSpPr txBox="1"/>
            <p:nvPr/>
          </p:nvSpPr>
          <p:spPr>
            <a:xfrm rot="18840000">
              <a:off x="9454665" y="2490623"/>
              <a:ext cx="20667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E" dirty="0"/>
                <a:t>E-commerce service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61F398C-3B64-CE47-AA5B-260FE67EB1B3}"/>
                </a:ext>
              </a:extLst>
            </p:cNvPr>
            <p:cNvSpPr txBox="1"/>
            <p:nvPr/>
          </p:nvSpPr>
          <p:spPr>
            <a:xfrm rot="18833344">
              <a:off x="7067183" y="2753006"/>
              <a:ext cx="1335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E</a:t>
              </a:r>
              <a:r>
                <a:rPr lang="en-SE" dirty="0"/>
                <a:t>mail server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39B19F7-388E-4A46-85F2-94E248D9EED2}"/>
                </a:ext>
              </a:extLst>
            </p:cNvPr>
            <p:cNvSpPr txBox="1"/>
            <p:nvPr/>
          </p:nvSpPr>
          <p:spPr>
            <a:xfrm rot="18840000">
              <a:off x="8651110" y="2817067"/>
              <a:ext cx="1159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E" dirty="0"/>
                <a:t>FTP server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05912-9CD5-2B41-8CE4-602CE8D75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C157EC-EA13-3F4D-8FCB-DB6369FF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F5FA2-BE2A-CA47-AE6A-8B68D7510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90874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B79D2C-2EF3-6449-BFC1-93CA36B1D815}"/>
              </a:ext>
            </a:extLst>
          </p:cNvPr>
          <p:cNvSpPr txBox="1"/>
          <p:nvPr/>
        </p:nvSpPr>
        <p:spPr>
          <a:xfrm>
            <a:off x="1894397" y="1171565"/>
            <a:ext cx="2236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virtualization</a:t>
            </a:r>
            <a:endParaRPr lang="en-S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2B0F19-04FB-714C-A6B5-E06814269323}"/>
              </a:ext>
            </a:extLst>
          </p:cNvPr>
          <p:cNvSpPr txBox="1"/>
          <p:nvPr/>
        </p:nvSpPr>
        <p:spPr>
          <a:xfrm>
            <a:off x="7393764" y="1033066"/>
            <a:ext cx="1969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virtualization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FD85-9A14-9243-9C91-ECE631154360}"/>
              </a:ext>
            </a:extLst>
          </p:cNvPr>
          <p:cNvSpPr txBox="1"/>
          <p:nvPr/>
        </p:nvSpPr>
        <p:spPr>
          <a:xfrm>
            <a:off x="205952" y="2787392"/>
            <a:ext cx="684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PROS</a:t>
            </a:r>
            <a:endParaRPr lang="en-S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D3A918-673A-F040-A7AD-AD4FDE8B6C61}"/>
              </a:ext>
            </a:extLst>
          </p:cNvPr>
          <p:cNvSpPr txBox="1"/>
          <p:nvPr/>
        </p:nvSpPr>
        <p:spPr>
          <a:xfrm>
            <a:off x="205952" y="4626128"/>
            <a:ext cx="713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</a:t>
            </a:r>
            <a:endParaRPr lang="en-S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66D909-C7B4-7647-A948-E29E5FE4F7EA}"/>
              </a:ext>
            </a:extLst>
          </p:cNvPr>
          <p:cNvSpPr txBox="1"/>
          <p:nvPr/>
        </p:nvSpPr>
        <p:spPr>
          <a:xfrm>
            <a:off x="1047341" y="1679397"/>
            <a:ext cx="3931071" cy="25853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one machine cannot handle the entire load,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Reliability (1 server crash does not imply all services are down)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Better for security (sandboxing) – if an intruder compromises web server, does not have access to mails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 different OSes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51986-BFAF-4B4A-90D4-123000CE092B}"/>
              </a:ext>
            </a:extLst>
          </p:cNvPr>
          <p:cNvSpPr txBox="1"/>
          <p:nvPr/>
        </p:nvSpPr>
        <p:spPr>
          <a:xfrm>
            <a:off x="1047341" y="4626128"/>
            <a:ext cx="3931071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Costs money and time</a:t>
            </a:r>
            <a:endParaRPr lang="en-S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45E29F-3A65-494D-AD11-B2096762BC77}"/>
              </a:ext>
            </a:extLst>
          </p:cNvPr>
          <p:cNvSpPr txBox="1"/>
          <p:nvPr/>
        </p:nvSpPr>
        <p:spPr>
          <a:xfrm>
            <a:off x="5132476" y="1679397"/>
            <a:ext cx="6491833" cy="28623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 failures are at software/OS level, still reliable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 different OSes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Hypervisor code (which need to be the one you can really trust) is smaller than OS and easier to maintain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Costs less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Cheaper to try out applications/services/… (good in software development, to test with different OSes) and provide </a:t>
            </a:r>
            <a:r>
              <a:rPr lang="en-US" b="1" dirty="0"/>
              <a:t>virtual appliances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Legacy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Easier to migrate services/OSes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9C8320-640E-B647-9116-F941760CFE21}"/>
              </a:ext>
            </a:extLst>
          </p:cNvPr>
          <p:cNvSpPr txBox="1"/>
          <p:nvPr/>
        </p:nvSpPr>
        <p:spPr>
          <a:xfrm>
            <a:off x="5132476" y="4626128"/>
            <a:ext cx="6491833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failure can have catastrophic consequences</a:t>
            </a:r>
            <a:endParaRPr lang="en-SE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7C436A1-6E66-A048-BAC5-C7194873D9A2}"/>
              </a:ext>
            </a:extLst>
          </p:cNvPr>
          <p:cNvGrpSpPr/>
          <p:nvPr/>
        </p:nvGrpSpPr>
        <p:grpSpPr>
          <a:xfrm>
            <a:off x="4464369" y="4541719"/>
            <a:ext cx="7159940" cy="1606380"/>
            <a:chOff x="4727259" y="4541719"/>
            <a:chExt cx="7159940" cy="160638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64F81AC-48A6-3F44-A0A3-E54D7FAD0540}"/>
                </a:ext>
              </a:extLst>
            </p:cNvPr>
            <p:cNvSpPr txBox="1"/>
            <p:nvPr/>
          </p:nvSpPr>
          <p:spPr>
            <a:xfrm>
              <a:off x="4727259" y="5501768"/>
              <a:ext cx="7159940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/>
                <a:t>As you can imagine, the Cloud starts from this idea and takes it to that of using a server located somewhere else, which further reduces costs…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7961F8F-9CBE-614B-A43D-7B841131C727}"/>
                </a:ext>
              </a:extLst>
            </p:cNvPr>
            <p:cNvCxnSpPr>
              <a:cxnSpLocks/>
            </p:cNvCxnSpPr>
            <p:nvPr/>
          </p:nvCxnSpPr>
          <p:spPr>
            <a:xfrm>
              <a:off x="11114202" y="4541719"/>
              <a:ext cx="0" cy="96353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5B968B-56FE-3A40-9776-9D9CABD1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474256-19F1-F847-92BA-3C78A9182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3849A35-355D-4D42-9B08-1905F1FB0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6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0669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/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108831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A3DE2-B04F-C740-8B09-F4659D97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Aside from “acting like a physical machine”, what are actually the requirements?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B7F37-2D98-484F-A3A8-7595CA12D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E" dirty="0"/>
              <a:t>Safety (hypervisor should have full control of the virtualized resources)</a:t>
            </a:r>
          </a:p>
          <a:p>
            <a:endParaRPr lang="en-SE" dirty="0"/>
          </a:p>
          <a:p>
            <a:r>
              <a:rPr lang="en-SE" dirty="0"/>
              <a:t>Fidelity (program running on bare hardware = program running on a VM)</a:t>
            </a:r>
          </a:p>
          <a:p>
            <a:endParaRPr lang="en-SE" dirty="0"/>
          </a:p>
          <a:p>
            <a:r>
              <a:rPr lang="en-SE" dirty="0"/>
              <a:t>Efficiency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3C233-F268-C343-A4C1-D3254F957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A743B5-4ACA-9B43-BC38-D6C000295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2C9D7-0DF3-5845-A177-B852E3DFD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667356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97D94-CD3B-104E-94DB-60B28ED9C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Why can’t we ”just” use an interpreter?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5ACA0-8F42-CF44-B026-A366BA5BE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E" dirty="0"/>
              <a:t>Wrap each instruction</a:t>
            </a:r>
          </a:p>
          <a:p>
            <a:pPr lvl="1"/>
            <a:r>
              <a:rPr lang="en-SE" dirty="0"/>
              <a:t>Execute if safe (e.g., INC instruction)</a:t>
            </a:r>
          </a:p>
          <a:p>
            <a:pPr lvl="1"/>
            <a:r>
              <a:rPr lang="en-SE" dirty="0"/>
              <a:t>Simulate otherwise (e.g., disable interrupts)</a:t>
            </a:r>
          </a:p>
          <a:p>
            <a:r>
              <a:rPr lang="en-SE" dirty="0"/>
              <a:t>Theoretically it works, but</a:t>
            </a:r>
          </a:p>
          <a:p>
            <a:pPr lvl="1"/>
            <a:r>
              <a:rPr lang="en-SE" dirty="0"/>
              <a:t>Safety</a:t>
            </a:r>
          </a:p>
          <a:p>
            <a:pPr lvl="1"/>
            <a:r>
              <a:rPr lang="en-SE" dirty="0"/>
              <a:t>Fidelity</a:t>
            </a:r>
          </a:p>
          <a:p>
            <a:pPr lvl="1"/>
            <a:r>
              <a:rPr lang="en-SE" dirty="0"/>
              <a:t>Efficiency</a:t>
            </a:r>
          </a:p>
          <a:p>
            <a:r>
              <a:rPr lang="en-SE" dirty="0"/>
              <a:t>VMMs should execute most of the code directly…</a:t>
            </a:r>
          </a:p>
          <a:p>
            <a:pPr lvl="1"/>
            <a:endParaRPr lang="en-S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F51CB-35CC-954C-94E0-13AC3D9B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B3AD1D-2DFD-CF4F-8334-66E99E9C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2C44-32FE-624E-91DA-9AE61110D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9</a:t>
            </a:fld>
            <a:endParaRPr lang="en-S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97AC090-9419-5545-B5CA-BC32D6430205}"/>
              </a:ext>
            </a:extLst>
          </p:cNvPr>
          <p:cNvSpPr txBox="1">
            <a:spLocks/>
          </p:cNvSpPr>
          <p:nvPr/>
        </p:nvSpPr>
        <p:spPr>
          <a:xfrm>
            <a:off x="5035826" y="4194313"/>
            <a:ext cx="6546574" cy="33873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SE" dirty="0"/>
          </a:p>
        </p:txBody>
      </p:sp>
      <p:pic>
        <p:nvPicPr>
          <p:cNvPr id="9" name="Picture 8" descr="Shape, arrow&#10;&#10;Description automatically generated">
            <a:extLst>
              <a:ext uri="{FF2B5EF4-FFF2-40B4-BE49-F238E27FC236}">
                <a16:creationId xmlns:a16="http://schemas.microsoft.com/office/drawing/2014/main" id="{0FE8035E-57BC-D742-A28B-0460D0FE1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2432614" y="3574960"/>
            <a:ext cx="356886" cy="356886"/>
          </a:xfrm>
          <a:prstGeom prst="rect">
            <a:avLst/>
          </a:prstGeom>
        </p:spPr>
      </p:pic>
      <p:pic>
        <p:nvPicPr>
          <p:cNvPr id="11" name="Picture 10" descr="Shape, arrow&#10;&#10;Description automatically generated">
            <a:extLst>
              <a:ext uri="{FF2B5EF4-FFF2-40B4-BE49-F238E27FC236}">
                <a16:creationId xmlns:a16="http://schemas.microsoft.com/office/drawing/2014/main" id="{9C2AC047-A073-C948-88B2-FF1E5BEF54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2689123" y="3931846"/>
            <a:ext cx="356886" cy="356886"/>
          </a:xfrm>
          <a:prstGeom prst="rect">
            <a:avLst/>
          </a:prstGeom>
        </p:spPr>
      </p:pic>
      <p:pic>
        <p:nvPicPr>
          <p:cNvPr id="13" name="Picture 12" descr="Shape, arrow&#10;&#10;Description automatically generated">
            <a:extLst>
              <a:ext uri="{FF2B5EF4-FFF2-40B4-BE49-F238E27FC236}">
                <a16:creationId xmlns:a16="http://schemas.microsoft.com/office/drawing/2014/main" id="{B908B804-3D1A-C649-B24D-BD5B20B3979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l="68449" t="16167" b="12453"/>
          <a:stretch/>
        </p:blipFill>
        <p:spPr>
          <a:xfrm>
            <a:off x="2867566" y="4288732"/>
            <a:ext cx="491146" cy="55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61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E166C-D4AE-F344-B7EA-AD13524B5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E" sz="4000" dirty="0"/>
              <a:t>What is required for VMMs to run code directly?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FE5C4-28E7-B24D-AA8D-40E6E60D2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825625"/>
            <a:ext cx="10439400" cy="4351338"/>
          </a:xfrm>
        </p:spPr>
        <p:txBody>
          <a:bodyPr>
            <a:normAutofit/>
          </a:bodyPr>
          <a:lstStyle/>
          <a:p>
            <a:r>
              <a:rPr lang="en-SE" sz="2400" dirty="0"/>
              <a:t>Sensitive instructions: can be run both in user mode and kernel mode</a:t>
            </a:r>
          </a:p>
          <a:p>
            <a:pPr lvl="1"/>
            <a:r>
              <a:rPr lang="en-GB" sz="2000" dirty="0"/>
              <a:t>T</a:t>
            </a:r>
            <a:r>
              <a:rPr lang="en-SE" sz="2000" dirty="0"/>
              <a:t>heir behavior might change depending on the case</a:t>
            </a:r>
          </a:p>
          <a:p>
            <a:r>
              <a:rPr lang="en-SE" sz="2400" dirty="0"/>
              <a:t>Priviledged instructions: will result in an interrupt if not in kernel mode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116FD-45D3-A24D-B420-517DB5E27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3EE02-2EE9-E44F-9DA6-AEB8241ED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44BAC-554B-A742-83C5-5180D04D7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10</a:t>
            </a:fld>
            <a:endParaRPr lang="en-S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CE3C1E4-F15E-1242-9269-98A2E36645B1}"/>
              </a:ext>
            </a:extLst>
          </p:cNvPr>
          <p:cNvGrpSpPr/>
          <p:nvPr/>
        </p:nvGrpSpPr>
        <p:grpSpPr>
          <a:xfrm>
            <a:off x="1374814" y="3683446"/>
            <a:ext cx="2663687" cy="2272821"/>
            <a:chOff x="2666999" y="3436813"/>
            <a:chExt cx="2988365" cy="2549856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2BFAD0D-8ABA-3C46-971D-25A9AAC31797}"/>
                </a:ext>
              </a:extLst>
            </p:cNvPr>
            <p:cNvSpPr/>
            <p:nvPr/>
          </p:nvSpPr>
          <p:spPr>
            <a:xfrm>
              <a:off x="2666999" y="3436813"/>
              <a:ext cx="2988365" cy="25498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SE" dirty="0"/>
                <a:t>Priviledged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A1CF322-BD66-A14D-A1F2-D754684AD0A0}"/>
                </a:ext>
              </a:extLst>
            </p:cNvPr>
            <p:cNvSpPr/>
            <p:nvPr/>
          </p:nvSpPr>
          <p:spPr>
            <a:xfrm>
              <a:off x="3332920" y="4483771"/>
              <a:ext cx="1656522" cy="141344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/>
                <a:t>Sensitive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AF53A89-B649-AD44-88C6-F16EF3B70C02}"/>
              </a:ext>
            </a:extLst>
          </p:cNvPr>
          <p:cNvGrpSpPr/>
          <p:nvPr/>
        </p:nvGrpSpPr>
        <p:grpSpPr>
          <a:xfrm>
            <a:off x="6511787" y="3706604"/>
            <a:ext cx="2335191" cy="2064061"/>
            <a:chOff x="3212980" y="3341378"/>
            <a:chExt cx="3128729" cy="276546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CD96286-8F71-E04C-AD0F-63FE6221DAD0}"/>
                </a:ext>
              </a:extLst>
            </p:cNvPr>
            <p:cNvSpPr/>
            <p:nvPr/>
          </p:nvSpPr>
          <p:spPr>
            <a:xfrm>
              <a:off x="3212980" y="3341378"/>
              <a:ext cx="2988365" cy="2549855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SE" dirty="0"/>
                <a:t>Priviledged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126AE46-5EC2-FE4C-85E1-8339A74E2886}"/>
                </a:ext>
              </a:extLst>
            </p:cNvPr>
            <p:cNvSpPr/>
            <p:nvPr/>
          </p:nvSpPr>
          <p:spPr>
            <a:xfrm>
              <a:off x="4403275" y="4452851"/>
              <a:ext cx="1938434" cy="165399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/>
                <a:t>Sensitive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8D4D597-FF03-E34D-9604-E287B50E2488}"/>
              </a:ext>
            </a:extLst>
          </p:cNvPr>
          <p:cNvGrpSpPr/>
          <p:nvPr/>
        </p:nvGrpSpPr>
        <p:grpSpPr>
          <a:xfrm>
            <a:off x="9065408" y="3635115"/>
            <a:ext cx="2361202" cy="2207040"/>
            <a:chOff x="2933482" y="3029503"/>
            <a:chExt cx="4358309" cy="4073755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D81D8D7-E0E8-BB44-87FF-07CF06D89673}"/>
                </a:ext>
              </a:extLst>
            </p:cNvPr>
            <p:cNvSpPr/>
            <p:nvPr/>
          </p:nvSpPr>
          <p:spPr>
            <a:xfrm>
              <a:off x="2933482" y="3029503"/>
              <a:ext cx="3267864" cy="2861731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SE" dirty="0"/>
                <a:t>Priviledged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89047A8-4C6B-A444-8C35-A9177FDA4AF9}"/>
                </a:ext>
              </a:extLst>
            </p:cNvPr>
            <p:cNvSpPr/>
            <p:nvPr/>
          </p:nvSpPr>
          <p:spPr>
            <a:xfrm>
              <a:off x="4337915" y="5807211"/>
              <a:ext cx="2953876" cy="129604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/>
                <a:t>Sensitive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E4FAD73-BB79-A44A-B488-1AFD0D79438B}"/>
              </a:ext>
            </a:extLst>
          </p:cNvPr>
          <p:cNvSpPr txBox="1"/>
          <p:nvPr/>
        </p:nvSpPr>
        <p:spPr>
          <a:xfrm>
            <a:off x="3734831" y="3504059"/>
            <a:ext cx="1770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E" dirty="0"/>
              <a:t>This machine is virtualizable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F38FD9-504F-D648-BA10-587BF6E0FE35}"/>
              </a:ext>
            </a:extLst>
          </p:cNvPr>
          <p:cNvSpPr txBox="1"/>
          <p:nvPr/>
        </p:nvSpPr>
        <p:spPr>
          <a:xfrm>
            <a:off x="7961762" y="3387967"/>
            <a:ext cx="1770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E" dirty="0"/>
              <a:t>These are not</a:t>
            </a:r>
          </a:p>
        </p:txBody>
      </p:sp>
    </p:spTree>
    <p:extLst>
      <p:ext uri="{BB962C8B-B14F-4D97-AF65-F5344CB8AC3E}">
        <p14:creationId xmlns:p14="http://schemas.microsoft.com/office/powerpoint/2010/main" val="2523809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DB425-2D40-B540-B584-953D50A12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This has been taken into account since 2005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8749-00CB-2244-B7A8-793590252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E" dirty="0"/>
              <a:t>Both from Intel and AMD</a:t>
            </a:r>
          </a:p>
          <a:p>
            <a:r>
              <a:rPr lang="en-SE" dirty="0"/>
              <a:t>VT technology:</a:t>
            </a:r>
          </a:p>
          <a:p>
            <a:pPr lvl="1"/>
            <a:r>
              <a:rPr lang="en-GB" dirty="0"/>
              <a:t>T</a:t>
            </a:r>
            <a:r>
              <a:rPr lang="en-SE" dirty="0"/>
              <a:t>he guest OS runs directly on the hardware until it generates an interrupt</a:t>
            </a:r>
          </a:p>
          <a:p>
            <a:pPr lvl="1"/>
            <a:r>
              <a:rPr lang="en-SE" dirty="0"/>
              <a:t>Which is delivered to the hypervisor</a:t>
            </a:r>
          </a:p>
          <a:p>
            <a:r>
              <a:rPr lang="en-SE" dirty="0"/>
              <a:t>The hypervisor sets a hardware bitmap to specify all interrupts it wants to be alerted about (trap-and-emulate approach)</a:t>
            </a:r>
          </a:p>
          <a:p>
            <a:r>
              <a:rPr lang="en-SE" dirty="0"/>
              <a:t>The technique used before that was binary translation:</a:t>
            </a:r>
          </a:p>
          <a:p>
            <a:pPr lvl="1"/>
            <a:r>
              <a:rPr lang="en-SE" dirty="0"/>
              <a:t>Simply put: replace all unsafe I/O with a trap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0E42A-25D5-3646-9108-93C9F02BA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1CB8F-EFF7-3C42-B306-25D90139F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0D067-1A5C-0640-8E81-B97E442C4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11</a:t>
            </a:fld>
            <a:endParaRPr lang="en-SE"/>
          </a:p>
        </p:txBody>
      </p:sp>
      <p:pic>
        <p:nvPicPr>
          <p:cNvPr id="8" name="Picture 7" descr="A picture containing person, hand, holding, using&#10;&#10;Description automatically generated">
            <a:extLst>
              <a:ext uri="{FF2B5EF4-FFF2-40B4-BE49-F238E27FC236}">
                <a16:creationId xmlns:a16="http://schemas.microsoft.com/office/drawing/2014/main" id="{A911B7D0-C584-F542-9172-30B95CFF07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55177" y="1532708"/>
            <a:ext cx="1654381" cy="10992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9B4D63-C0E2-704E-BD53-E896D9E084D7}"/>
              </a:ext>
            </a:extLst>
          </p:cNvPr>
          <p:cNvSpPr txBox="1"/>
          <p:nvPr/>
        </p:nvSpPr>
        <p:spPr>
          <a:xfrm>
            <a:off x="6840169" y="1579378"/>
            <a:ext cx="20069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E" dirty="0"/>
              <a:t>Hardware and OSes collaborating, again…</a:t>
            </a:r>
          </a:p>
        </p:txBody>
      </p:sp>
    </p:spTree>
    <p:extLst>
      <p:ext uri="{BB962C8B-B14F-4D97-AF65-F5344CB8AC3E}">
        <p14:creationId xmlns:p14="http://schemas.microsoft.com/office/powerpoint/2010/main" val="20258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/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12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9091468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B6365-EB3B-944C-937A-6F4B379C5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Type 1 and Type 2 Hypervisors</a:t>
            </a:r>
            <a:endParaRPr lang="en-S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106588-8AEA-1740-9E04-91DA9F840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FC2CE-B894-D746-8888-5250DCED9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B007C-D6E0-324D-9EF6-9102D337E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13</a:t>
            </a:fld>
            <a:endParaRPr lang="en-S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15B7E44-810D-8045-8F8F-D342681E7517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en-US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FC3476B-4EB0-AD40-9940-66C81F1B4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6184" y="1599694"/>
            <a:ext cx="8429625" cy="397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76536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/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91662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176DD-14FA-6942-8AF8-2401C68A9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Hypervisor type 1, with VT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1A0C1-602D-3149-BD37-0D3B1FCA8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0FFA-716D-3648-B087-4EFD957A9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20D7D-A2AF-C64D-858E-D944583E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15</a:t>
            </a:fld>
            <a:endParaRPr lang="en-S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278F9D5-5F2B-3D4A-8F2C-49B4F7E5A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1037" y="2181576"/>
            <a:ext cx="8289925" cy="307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75654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2907E-910A-AF43-B95A-4214ED7B8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Hypervisor type 1</a:t>
            </a:r>
            <a:r>
              <a:rPr lang="en-SE"/>
              <a:t>, before/without </a:t>
            </a:r>
            <a:r>
              <a:rPr lang="en-SE" dirty="0"/>
              <a:t>VT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072EE-61EB-2A4E-ACF6-91550C4334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8999" y="1825625"/>
            <a:ext cx="41148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Before VT, x86 architectures supported 4 protection modes/rings.</a:t>
            </a:r>
          </a:p>
          <a:p>
            <a:r>
              <a:rPr lang="en-US" dirty="0"/>
              <a:t>Without virtualization, OS runs in ring 0, user processes in ring 3</a:t>
            </a:r>
          </a:p>
          <a:p>
            <a:r>
              <a:rPr lang="en-US" dirty="0"/>
              <a:t>With virtualization, as shown in figure</a:t>
            </a:r>
          </a:p>
          <a:p>
            <a:r>
              <a:rPr lang="en-US" dirty="0"/>
              <a:t>OS privileged instructions will trap, but what about sensitive ones?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4024-586D-C940-A548-07AD8CB9B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B9667-4908-0049-8820-35C9DE6ED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712F9-A076-4943-A040-A131159B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16</a:t>
            </a:fld>
            <a:endParaRPr lang="en-S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4F94332-9B2B-024A-8001-D25836D22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457" y="2551759"/>
            <a:ext cx="6412188" cy="2721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858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2907E-910A-AF43-B95A-4214ED7B8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Hypervisor type 1</a:t>
            </a:r>
            <a:r>
              <a:rPr lang="en-SE"/>
              <a:t>, before/without </a:t>
            </a:r>
            <a:r>
              <a:rPr lang="en-SE" dirty="0"/>
              <a:t>VT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072EE-61EB-2A4E-ACF6-91550C4334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8999" y="1825625"/>
            <a:ext cx="4114800" cy="4351338"/>
          </a:xfrm>
        </p:spPr>
        <p:txBody>
          <a:bodyPr>
            <a:normAutofit/>
          </a:bodyPr>
          <a:lstStyle/>
          <a:p>
            <a:r>
              <a:rPr lang="en-US" dirty="0"/>
              <a:t>Sensitive instructions are removed by rewriting the code</a:t>
            </a:r>
          </a:p>
          <a:p>
            <a:r>
              <a:rPr lang="en-US" dirty="0"/>
              <a:t>Before executing each </a:t>
            </a:r>
            <a:r>
              <a:rPr lang="en-US" b="1" dirty="0"/>
              <a:t>basic block </a:t>
            </a:r>
            <a:r>
              <a:rPr lang="en-US" dirty="0"/>
              <a:t>(a straight sequence of instructions that ends with a branch), the hypervisor scans the block and replaces sensitive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4024-586D-C940-A548-07AD8CB9B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B9667-4908-0049-8820-35C9DE6ED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712F9-A076-4943-A040-A131159B7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17</a:t>
            </a:fld>
            <a:endParaRPr lang="en-S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4F94332-9B2B-024A-8001-D25836D22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457" y="2551759"/>
            <a:ext cx="6412188" cy="2721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46908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4300D-CE82-1E4C-85EE-A233CC46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cost of virtualization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96E2A-D64B-1640-8871-6AE8F18C4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Traps are expensive</a:t>
            </a:r>
          </a:p>
          <a:p>
            <a:r>
              <a:rPr lang="en-US" dirty="0"/>
              <a:t>Because of that, sometimes VT + trap-and-emulate performs worst than binary translation</a:t>
            </a:r>
          </a:p>
          <a:p>
            <a:r>
              <a:rPr lang="en-US" dirty="0"/>
              <a:t>In fact, some hypervisor might use binary translation even for privileged instructions</a:t>
            </a:r>
          </a:p>
          <a:p>
            <a:r>
              <a:rPr lang="en-US" dirty="0"/>
              <a:t>A small example: Suppose you want to disable interrupts for a while</a:t>
            </a:r>
          </a:p>
          <a:p>
            <a:pPr lvl="1"/>
            <a:r>
              <a:rPr lang="en-US" dirty="0"/>
              <a:t>VT: set registers in the hardware</a:t>
            </a:r>
          </a:p>
          <a:p>
            <a:pPr lvl="1"/>
            <a:r>
              <a:rPr lang="en-US" dirty="0"/>
              <a:t>Binary translation: rewrite code with an extra if statement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27FA5-BC27-F948-88E3-DE1BEBDE5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09D0A-D08B-9F4F-ADFB-A44658EB4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F8311-D365-3046-853E-E0162A9A2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2997939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/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19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3940478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7CA5-0C3F-FF48-8905-106A45953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to virtualize memory too?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C6BA6-05AE-2340-9E80-9F315C909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9990F-0453-B24E-95AF-3A928DA7E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5AA91B-2AB0-7447-A699-20AC50BB5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20</a:t>
            </a:fld>
            <a:endParaRPr lang="en-S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5968383-D4D1-5246-B617-5595663C1EEE}"/>
              </a:ext>
            </a:extLst>
          </p:cNvPr>
          <p:cNvGrpSpPr/>
          <p:nvPr/>
        </p:nvGrpSpPr>
        <p:grpSpPr>
          <a:xfrm>
            <a:off x="7047343" y="2504661"/>
            <a:ext cx="3412672" cy="1227611"/>
            <a:chOff x="6171689" y="4066719"/>
            <a:chExt cx="3412672" cy="1227611"/>
          </a:xfrm>
        </p:grpSpPr>
        <p:pic>
          <p:nvPicPr>
            <p:cNvPr id="11" name="Picture 10" descr="Graphical user interface&#10;&#10;Description automatically generated">
              <a:extLst>
                <a:ext uri="{FF2B5EF4-FFF2-40B4-BE49-F238E27FC236}">
                  <a16:creationId xmlns:a16="http://schemas.microsoft.com/office/drawing/2014/main" id="{AAE4300C-EF99-B449-BEC8-1D3B84737B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rcRect b="88433"/>
            <a:stretch/>
          </p:blipFill>
          <p:spPr>
            <a:xfrm>
              <a:off x="7035761" y="4734322"/>
              <a:ext cx="1465523" cy="396622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B6576F2-1664-5A48-A0E8-A0A6EF2FD630}"/>
                </a:ext>
              </a:extLst>
            </p:cNvPr>
            <p:cNvSpPr/>
            <p:nvPr/>
          </p:nvSpPr>
          <p:spPr>
            <a:xfrm rot="19350854">
              <a:off x="8375829" y="4967558"/>
              <a:ext cx="460375" cy="3267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E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AE0577-5AB1-D540-AE7F-0BAA3861D034}"/>
                </a:ext>
              </a:extLst>
            </p:cNvPr>
            <p:cNvSpPr/>
            <p:nvPr/>
          </p:nvSpPr>
          <p:spPr>
            <a:xfrm>
              <a:off x="6171689" y="4066719"/>
              <a:ext cx="3412672" cy="60415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/>
                <a:t>Hypervisor / </a:t>
              </a:r>
              <a:br>
                <a:rPr lang="en-SE" dirty="0"/>
              </a:br>
              <a:r>
                <a:rPr lang="en-SE" dirty="0"/>
                <a:t>Virtual Machine Monitor (VMM)</a:t>
              </a:r>
            </a:p>
          </p:txBody>
        </p:sp>
      </p:grpSp>
      <p:pic>
        <p:nvPicPr>
          <p:cNvPr id="10" name="Picture 1030">
            <a:extLst>
              <a:ext uri="{FF2B5EF4-FFF2-40B4-BE49-F238E27FC236}">
                <a16:creationId xmlns:a16="http://schemas.microsoft.com/office/drawing/2014/main" id="{BEFAB925-45EB-DC47-875E-23B1BE2603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402"/>
          <a:stretch/>
        </p:blipFill>
        <p:spPr bwMode="auto">
          <a:xfrm>
            <a:off x="9430719" y="3284528"/>
            <a:ext cx="662608" cy="1738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AF260B95-D074-CF48-8B73-A23FA518E1EB}"/>
              </a:ext>
            </a:extLst>
          </p:cNvPr>
          <p:cNvGrpSpPr/>
          <p:nvPr/>
        </p:nvGrpSpPr>
        <p:grpSpPr>
          <a:xfrm>
            <a:off x="1950203" y="4097363"/>
            <a:ext cx="3262393" cy="1844298"/>
            <a:chOff x="3874576" y="3919294"/>
            <a:chExt cx="3262393" cy="1844298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DBB935B-1857-AC42-B224-86A82F6A6112}"/>
                </a:ext>
              </a:extLst>
            </p:cNvPr>
            <p:cNvSpPr/>
            <p:nvPr/>
          </p:nvSpPr>
          <p:spPr>
            <a:xfrm>
              <a:off x="3874576" y="3919294"/>
              <a:ext cx="3262393" cy="1844298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030">
              <a:extLst>
                <a:ext uri="{FF2B5EF4-FFF2-40B4-BE49-F238E27FC236}">
                  <a16:creationId xmlns:a16="http://schemas.microsoft.com/office/drawing/2014/main" id="{B1DD81DA-E278-EF4C-9F2E-760F60D3E6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39" r="37096" b="34722"/>
            <a:stretch/>
          </p:blipFill>
          <p:spPr bwMode="auto">
            <a:xfrm>
              <a:off x="4050933" y="4012658"/>
              <a:ext cx="1871647" cy="16575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8" name="Picture 17" descr="Logo, icon&#10;&#10;Description automatically generated">
              <a:extLst>
                <a:ext uri="{FF2B5EF4-FFF2-40B4-BE49-F238E27FC236}">
                  <a16:creationId xmlns:a16="http://schemas.microsoft.com/office/drawing/2014/main" id="{0A99F131-9396-AC46-9500-0876FF5AAA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tretch>
              <a:fillRect/>
            </a:stretch>
          </p:blipFill>
          <p:spPr>
            <a:xfrm>
              <a:off x="6253837" y="4481377"/>
              <a:ext cx="720133" cy="72013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1E95B5-5FBE-C44E-9C20-F033B7EFB0D3}"/>
              </a:ext>
            </a:extLst>
          </p:cNvPr>
          <p:cNvGrpSpPr/>
          <p:nvPr/>
        </p:nvGrpSpPr>
        <p:grpSpPr>
          <a:xfrm>
            <a:off x="1950203" y="1871981"/>
            <a:ext cx="3262393" cy="1844298"/>
            <a:chOff x="3874576" y="3919294"/>
            <a:chExt cx="3262393" cy="1844298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12E0C4-06FD-9F4E-A3A7-592678E07928}"/>
                </a:ext>
              </a:extLst>
            </p:cNvPr>
            <p:cNvSpPr/>
            <p:nvPr/>
          </p:nvSpPr>
          <p:spPr>
            <a:xfrm>
              <a:off x="3874576" y="3919294"/>
              <a:ext cx="3262393" cy="1844298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1030">
              <a:extLst>
                <a:ext uri="{FF2B5EF4-FFF2-40B4-BE49-F238E27FC236}">
                  <a16:creationId xmlns:a16="http://schemas.microsoft.com/office/drawing/2014/main" id="{4E404D70-97A4-7C40-BD69-5597175413C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39" r="37096" b="34722"/>
            <a:stretch/>
          </p:blipFill>
          <p:spPr bwMode="auto">
            <a:xfrm>
              <a:off x="4050933" y="4012658"/>
              <a:ext cx="1871647" cy="16575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" name="Picture 24" descr="Logo, icon&#10;&#10;Description automatically generated">
              <a:extLst>
                <a:ext uri="{FF2B5EF4-FFF2-40B4-BE49-F238E27FC236}">
                  <a16:creationId xmlns:a16="http://schemas.microsoft.com/office/drawing/2014/main" id="{F7A09F67-2B98-9447-8D64-589C72D99F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tretch>
              <a:fillRect/>
            </a:stretch>
          </p:blipFill>
          <p:spPr>
            <a:xfrm>
              <a:off x="6253837" y="4481377"/>
              <a:ext cx="720133" cy="720133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0D8A840-B737-AC47-82DD-0717EB4B44F1}"/>
              </a:ext>
            </a:extLst>
          </p:cNvPr>
          <p:cNvSpPr txBox="1"/>
          <p:nvPr/>
        </p:nvSpPr>
        <p:spPr>
          <a:xfrm>
            <a:off x="5212596" y="1871879"/>
            <a:ext cx="66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E" dirty="0"/>
              <a:t>VM1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717D03-A28F-1344-88C7-AA3AE20CE912}"/>
              </a:ext>
            </a:extLst>
          </p:cNvPr>
          <p:cNvSpPr txBox="1"/>
          <p:nvPr/>
        </p:nvSpPr>
        <p:spPr>
          <a:xfrm>
            <a:off x="5212596" y="4103173"/>
            <a:ext cx="66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E" dirty="0"/>
              <a:t>VM2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091E1C0-C8EB-1446-81C9-3D39184B523D}"/>
              </a:ext>
            </a:extLst>
          </p:cNvPr>
          <p:cNvCxnSpPr>
            <a:stCxn id="23" idx="3"/>
            <a:endCxn id="13" idx="1"/>
          </p:cNvCxnSpPr>
          <p:nvPr/>
        </p:nvCxnSpPr>
        <p:spPr>
          <a:xfrm>
            <a:off x="5212596" y="2794130"/>
            <a:ext cx="1834747" cy="12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3CC5AA8-66B1-7642-9B24-622AC9B8D5D5}"/>
              </a:ext>
            </a:extLst>
          </p:cNvPr>
          <p:cNvCxnSpPr>
            <a:cxnSpLocks/>
            <a:stCxn id="20" idx="3"/>
            <a:endCxn id="13" idx="1"/>
          </p:cNvCxnSpPr>
          <p:nvPr/>
        </p:nvCxnSpPr>
        <p:spPr>
          <a:xfrm flipV="1">
            <a:off x="5212596" y="2806740"/>
            <a:ext cx="1834747" cy="22127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alternate history - Stunting Technological Growth After ...">
            <a:extLst>
              <a:ext uri="{FF2B5EF4-FFF2-40B4-BE49-F238E27FC236}">
                <a16:creationId xmlns:a16="http://schemas.microsoft.com/office/drawing/2014/main" id="{EE98E10D-32A4-6445-A98F-E70C0047DD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7907956" y="3749960"/>
            <a:ext cx="1405287" cy="82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251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A72D4-9737-6D48-AFA2-AD3A3BC82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Shadow page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8AA3F-C941-1747-92F5-B1C6EE298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hypervisor maintains a </a:t>
            </a:r>
            <a:r>
              <a:rPr lang="en-US" b="1" dirty="0"/>
              <a:t>shadow page table</a:t>
            </a:r>
            <a:r>
              <a:rPr lang="en-US" dirty="0"/>
              <a:t>, to translate each VM’s believed “frame” into the real physical frame</a:t>
            </a:r>
          </a:p>
          <a:p>
            <a:r>
              <a:rPr lang="en-US" dirty="0"/>
              <a:t>It is complicated, though:</a:t>
            </a:r>
          </a:p>
          <a:p>
            <a:pPr lvl="1"/>
            <a:r>
              <a:rPr lang="en-US" dirty="0"/>
              <a:t>Guest OS page tables and the Hypervisor shadow page table must always be in synch,</a:t>
            </a:r>
          </a:p>
          <a:p>
            <a:pPr lvl="1"/>
            <a:r>
              <a:rPr lang="en-US" dirty="0"/>
              <a:t>But the OS can change its page table by simply writing to memory…</a:t>
            </a:r>
          </a:p>
          <a:p>
            <a:pPr lvl="1"/>
            <a:r>
              <a:rPr lang="en-US" dirty="0"/>
              <a:t>So, how does the Hypervisor detect a change?</a:t>
            </a:r>
          </a:p>
          <a:p>
            <a:pPr lvl="2"/>
            <a:r>
              <a:rPr lang="en-US" dirty="0"/>
              <a:t>Option 1: mark as read-only the VM pages that contain the page table</a:t>
            </a:r>
          </a:p>
          <a:p>
            <a:pPr lvl="2"/>
            <a:r>
              <a:rPr lang="en-US" dirty="0"/>
              <a:t>Option 2: do nothing and wait for page faults to happen</a:t>
            </a:r>
          </a:p>
          <a:p>
            <a:pPr lvl="3"/>
            <a:r>
              <a:rPr lang="en-US" dirty="0"/>
              <a:t>but this requires extra care of mappings that are removed by the guest OS, because those do not generate page-faults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65578D-278D-7F43-96AF-E2BBE5F2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8E405-8094-2B4B-B9B6-E1EC89FA6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06491-666E-544C-B009-6FDF4846C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799846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E9DB7-610C-984F-AC09-189DD8D2B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faults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E7AE2-210B-3840-902C-AC15F59BE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Guest-induced page faults</a:t>
            </a:r>
          </a:p>
          <a:p>
            <a:pPr lvl="1"/>
            <a:r>
              <a:rPr lang="en-US" dirty="0"/>
              <a:t>This are detected by the hypervisor</a:t>
            </a:r>
          </a:p>
          <a:p>
            <a:pPr lvl="1"/>
            <a:r>
              <a:rPr lang="en-US" dirty="0"/>
              <a:t>But need to be reinjected to the guest OS</a:t>
            </a:r>
          </a:p>
          <a:p>
            <a:pPr lvl="2"/>
            <a:r>
              <a:rPr lang="en-US" dirty="0"/>
              <a:t>Example: OS trying to access a page that has been swapped out of RAM</a:t>
            </a:r>
          </a:p>
          <a:p>
            <a:r>
              <a:rPr lang="en-US" dirty="0"/>
              <a:t>Hypervisor-induced page faults</a:t>
            </a:r>
          </a:p>
          <a:p>
            <a:pPr lvl="1"/>
            <a:r>
              <a:rPr lang="en-US" dirty="0"/>
              <a:t>Used to keep the shadow page table in synch with the guest OS page table</a:t>
            </a:r>
          </a:p>
          <a:p>
            <a:pPr lvl="1"/>
            <a:endParaRPr lang="en-US" dirty="0"/>
          </a:p>
          <a:p>
            <a:r>
              <a:rPr lang="en-US" dirty="0"/>
              <a:t>When a page faults results in the hypervisor gaining control, we use the term </a:t>
            </a:r>
            <a:r>
              <a:rPr lang="en-US" b="1" dirty="0"/>
              <a:t>VM exit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B0CCC1-F231-6845-9263-1B0FCB811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1D1F4-CE6F-F946-8CC1-AA8DE6513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4D133-A571-7744-A896-47D8B7237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22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80297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DB96-D230-1848-803F-BBFCEFFFA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Reclaiming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CCB86-020C-3348-817C-FEC43D962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hypervisor “lies” to the guest OSes pretending it has way more frames it has, </a:t>
            </a:r>
          </a:p>
          <a:p>
            <a:r>
              <a:rPr lang="en-US" dirty="0"/>
              <a:t>and then needs to reclaim some of them from OS A and give them to OS B,</a:t>
            </a:r>
          </a:p>
          <a:p>
            <a:r>
              <a:rPr lang="en-US" dirty="0"/>
              <a:t>how can it do that?</a:t>
            </a:r>
          </a:p>
          <a:p>
            <a:endParaRPr lang="en-US" dirty="0"/>
          </a:p>
          <a:p>
            <a:r>
              <a:rPr lang="en-US" dirty="0"/>
              <a:t>If it simply takes them away, it needs to update the OS page tables, but, where are they? When can that be done safely?...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6B5E8-9BE2-2F46-A483-F8C6F8D9E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C752A-C4CF-F543-BC0A-D70F5374C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91DE63-A2F1-EA43-B7A2-AE5AD9A3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0008688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6CCB3-B83A-F941-9783-03B884AD0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Ballooning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D8E5-8310-E740-9CD7-B22B46C64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small module is loaded in each VM (a balloon) as a pseudo device driver connected to the hypervisor</a:t>
            </a:r>
          </a:p>
          <a:p>
            <a:r>
              <a:rPr lang="en-US" dirty="0"/>
              <a:t>The hypervisor can inflate is requested space to force the guest OS in releasing pages from other processes and give them to this module</a:t>
            </a:r>
          </a:p>
          <a:p>
            <a:pPr lvl="1"/>
            <a:r>
              <a:rPr lang="en-US" dirty="0"/>
              <a:t>So that the hypervisor can then use them…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853C3-73FA-FA48-AAC5-53FCDDF6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3A07B-B1B1-0A4E-8409-2E8A40F8A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39AB4-30A8-8A4B-8687-66CF43C7C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0087223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/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3072841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E7476-8C7B-BF47-9526-2C6858B21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virtualization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77828-73D8-EC46-BEF2-B00D744B2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hypervisor probes devices at startup and</a:t>
            </a:r>
          </a:p>
          <a:p>
            <a:r>
              <a:rPr lang="en-US" dirty="0"/>
              <a:t>reports them to the guest OSes.</a:t>
            </a:r>
          </a:p>
          <a:p>
            <a:r>
              <a:rPr lang="en-US" dirty="0"/>
              <a:t>When the latter try to use them,</a:t>
            </a:r>
          </a:p>
          <a:p>
            <a:r>
              <a:rPr lang="en-US" dirty="0"/>
              <a:t>they will interrupt and the hypervisor can intervene</a:t>
            </a:r>
          </a:p>
          <a:p>
            <a:r>
              <a:rPr lang="en-US" dirty="0"/>
              <a:t>BUT: each OS cannot really hold the entire device (e.g., a disk)</a:t>
            </a:r>
          </a:p>
          <a:p>
            <a:r>
              <a:rPr lang="en-US" dirty="0"/>
              <a:t>Possible solutions</a:t>
            </a:r>
          </a:p>
          <a:p>
            <a:pPr lvl="1"/>
            <a:r>
              <a:rPr lang="en-US" dirty="0"/>
              <a:t>Emulate a disk by means of a file managed by the Hypervisor</a:t>
            </a:r>
          </a:p>
          <a:p>
            <a:pPr lvl="1"/>
            <a:r>
              <a:rPr lang="en-US" dirty="0"/>
              <a:t>Emulate network by having the Hypervisor actually behaving as a switch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6D7FA-060A-8F46-BD1F-EBDF48CB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A5BC5-1104-F446-B861-833CDCEFB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4228B-1EBA-3C46-8E63-39FA2B59A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26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870439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E56C-A8B6-8642-8BB0-660F0983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Root I/O Virtualization (SR-IOV)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66F44-B4B5-174D-A391-07DDD03A2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performance, a hypervisor-in-the-middle virtualization approach might not always be optimal</a:t>
            </a:r>
          </a:p>
          <a:p>
            <a:r>
              <a:rPr lang="en-US" dirty="0"/>
              <a:t>Modern hardware supports virtualization, which allows for devices to be directly controlled by a guest VM (bypassing the hypervisor)</a:t>
            </a:r>
          </a:p>
          <a:p>
            <a:r>
              <a:rPr lang="en-US" dirty="0"/>
              <a:t>Devices with SR-IOV usually have</a:t>
            </a:r>
          </a:p>
          <a:p>
            <a:pPr lvl="1"/>
            <a:r>
              <a:rPr lang="en-US" dirty="0"/>
              <a:t>Independent memory space, interrupts and DMA streams for each VM</a:t>
            </a:r>
          </a:p>
          <a:p>
            <a:pPr lvl="1"/>
            <a:r>
              <a:rPr lang="en-US" dirty="0"/>
              <a:t>Each VM can map in is own memory its corresponding memory areas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A12CB-443C-C041-AB18-9FBFFEB3D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9E613-9838-1444-942C-4432494E3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797E0-4721-B04C-9374-B9D1F72F2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54669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/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063812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D492E-3516-5A4B-92ED-C6F7D985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benefits of virtualization - 1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EAA67-7DE7-414C-938B-E47619376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a multi-CPU / multi-core machine is used,</a:t>
            </a:r>
          </a:p>
          <a:p>
            <a:r>
              <a:rPr lang="en-US" dirty="0"/>
              <a:t>each VM can be assigned a specific subset of cores</a:t>
            </a:r>
          </a:p>
          <a:p>
            <a:r>
              <a:rPr lang="en-US" dirty="0"/>
              <a:t>This has an important implication:</a:t>
            </a:r>
          </a:p>
          <a:p>
            <a:pPr lvl="1"/>
            <a:r>
              <a:rPr lang="en-US" dirty="0"/>
              <a:t>You could be able to write programs that have a parallelism degree (i.e., number of threads or co-operating processes) that fits the actual number of physical cores the VM you are going to use has access 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C907C-079B-4645-AD54-B60124B3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02B91-E044-374B-8DF2-1B7B0ACB0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BC50D-E2E8-7245-B996-BD3A21DF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29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20000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C923D-C56E-A34C-9781-1ABC2BCE9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benefits of virtualization - 2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CFFC1-F44D-2D4B-B609-80F1E23D4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VMs share memory, and they could potentially be duplicating a lot of (read-only) information</a:t>
            </a:r>
          </a:p>
          <a:p>
            <a:pPr lvl="1"/>
            <a:r>
              <a:rPr lang="en-US" dirty="0"/>
              <a:t>Think for instance at having many VMs running the same OS in parallel…</a:t>
            </a:r>
          </a:p>
          <a:p>
            <a:r>
              <a:rPr lang="en-US" dirty="0"/>
              <a:t>Deduplication techniques (also referred to as transparent page sharing or content-based page sharing) which are usually used for disks, can be used for memory too!</a:t>
            </a:r>
          </a:p>
          <a:p>
            <a:pPr lvl="1"/>
            <a:r>
              <a:rPr lang="en-US" dirty="0"/>
              <a:t>It should not come as a surprise, the physical / logical separation behind VM that is beneficial for running several processes at the same time efficiently can be also beneficial to run several OSes at the same time</a:t>
            </a:r>
          </a:p>
          <a:p>
            <a:pPr lvl="1"/>
            <a:r>
              <a:rPr lang="en-US" dirty="0"/>
              <a:t>At the end of the day, the OS runs a collection of processes too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59F8D-ECCA-3E4F-ACCC-9311F8E36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181D74-CED7-3947-821D-93390F2E2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BB7C5-E8AA-0047-830F-5BD56360D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30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371539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0DE7-A465-B346-83F3-192101BA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465D4-0C2E-D940-BC26-0D5332498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/>
              <a:t>Clouds</a:t>
            </a:r>
            <a:endParaRPr lang="en-US" dirty="0"/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Containers</a:t>
            </a:r>
            <a:endParaRPr lang="en-SE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18DD5-11DF-7345-AF39-1F7053F5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FF2A7-B0DF-4E4D-B7DD-28F94016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8CC5D-71B0-CB4C-AE98-30B7BC46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378822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BBBE-8C2D-A641-A12A-67B7D4E3F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exactly is the cloud?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C902B-5EC8-5B41-BB35-7B7895735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Public vs private…</a:t>
            </a:r>
          </a:p>
          <a:p>
            <a:r>
              <a:rPr lang="en-US" dirty="0"/>
              <a:t>Access to physical hardware, access to virtual OSes, access to specific software</a:t>
            </a:r>
          </a:p>
          <a:p>
            <a:r>
              <a:rPr lang="en-US" dirty="0"/>
              <a:t>Big machines / small machines</a:t>
            </a:r>
          </a:p>
          <a:p>
            <a:r>
              <a:rPr lang="en-US" dirty="0"/>
              <a:t>Desired characteristics</a:t>
            </a:r>
          </a:p>
          <a:p>
            <a:pPr lvl="1"/>
            <a:r>
              <a:rPr lang="en-US" dirty="0"/>
              <a:t>On-demand self-service</a:t>
            </a:r>
          </a:p>
          <a:p>
            <a:pPr lvl="1"/>
            <a:r>
              <a:rPr lang="en-US" dirty="0"/>
              <a:t>Broad network access (available via network with standard mechanisms)</a:t>
            </a:r>
          </a:p>
          <a:p>
            <a:pPr lvl="1"/>
            <a:r>
              <a:rPr lang="en-US" dirty="0"/>
              <a:t>Resource pooling</a:t>
            </a:r>
          </a:p>
          <a:p>
            <a:pPr lvl="1"/>
            <a:r>
              <a:rPr lang="en-US" dirty="0"/>
              <a:t>Elasticity</a:t>
            </a:r>
          </a:p>
          <a:p>
            <a:pPr lvl="1"/>
            <a:r>
              <a:rPr lang="en-US" dirty="0"/>
              <a:t>Measured service (also in connection to $)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78B75-DB63-A643-ABB8-3785CF861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AADAE-1DC7-0045-A64E-A38CA9EEC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BA0F2-58E8-9644-8738-E7B20F01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32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5287565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EB0BF-A697-E640-924C-332CD31C9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B8D28-103E-6848-9D16-4DADD70DB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IAAS (Infrastructure as a Service)</a:t>
            </a:r>
          </a:p>
          <a:p>
            <a:pPr lvl="1"/>
            <a:r>
              <a:rPr lang="en-US" dirty="0"/>
              <a:t>Direct access to a specific VM, the user does what (s)he wants</a:t>
            </a:r>
          </a:p>
          <a:p>
            <a:r>
              <a:rPr lang="en-US" dirty="0"/>
              <a:t>PASS (Platform as a Service)</a:t>
            </a:r>
          </a:p>
          <a:p>
            <a:pPr lvl="1"/>
            <a:r>
              <a:rPr lang="en-US" dirty="0"/>
              <a:t>Specific environment, with given OS, </a:t>
            </a:r>
            <a:r>
              <a:rPr lang="en-US" dirty="0" err="1"/>
              <a:t>DataBase</a:t>
            </a:r>
            <a:r>
              <a:rPr lang="en-US" dirty="0"/>
              <a:t>, </a:t>
            </a:r>
            <a:r>
              <a:rPr lang="en-US" dirty="0" err="1"/>
              <a:t>WebServer</a:t>
            </a:r>
            <a:r>
              <a:rPr lang="en-US" dirty="0"/>
              <a:t>, …</a:t>
            </a:r>
          </a:p>
          <a:p>
            <a:r>
              <a:rPr lang="en-US" dirty="0"/>
              <a:t>SAAS (Software as a Service)</a:t>
            </a:r>
          </a:p>
          <a:p>
            <a:pPr lvl="1"/>
            <a:r>
              <a:rPr lang="en-US" dirty="0"/>
              <a:t>Offers specific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17447-C23F-3D41-B89F-83E879BD9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89B9B-C7B7-C34F-BB8A-C178317D6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0CD74-0E42-5248-B7E8-F9C67975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463909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79D9E-224A-B642-88D2-0702E94B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9936E-CAE3-034B-BB59-43BF57C9E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server running a bunch of VMs needs maintenance?</a:t>
            </a:r>
          </a:p>
          <a:p>
            <a:r>
              <a:rPr lang="en-US" dirty="0"/>
              <a:t>Intuition: move the VM to a different server…</a:t>
            </a:r>
          </a:p>
          <a:p>
            <a:r>
              <a:rPr lang="en-US" dirty="0"/>
              <a:t>Simple approach / but not liked by customers who pay</a:t>
            </a:r>
          </a:p>
          <a:p>
            <a:pPr lvl="1"/>
            <a:r>
              <a:rPr lang="en-US" dirty="0"/>
              <a:t>Turn off the VM, move the data to a different server, turn on the VM</a:t>
            </a:r>
          </a:p>
          <a:p>
            <a:pPr lvl="1"/>
            <a:r>
              <a:rPr lang="en-US" dirty="0"/>
              <a:t>Long downtime… also, turn off when? Ask the user?</a:t>
            </a:r>
          </a:p>
          <a:p>
            <a:r>
              <a:rPr lang="en-US" dirty="0"/>
              <a:t>Live migration</a:t>
            </a:r>
          </a:p>
          <a:p>
            <a:pPr lvl="1"/>
            <a:r>
              <a:rPr lang="en-US" dirty="0"/>
              <a:t>Keep copy pages in the back, making the transition from one server to another not noticeable (seamless live migration)</a:t>
            </a:r>
          </a:p>
          <a:p>
            <a:pPr lvl="1"/>
            <a:r>
              <a:rPr lang="en-US" dirty="0"/>
              <a:t>As you probably imagine, this is everything but simple…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570B4-913D-C34A-9874-3E189D313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F3CC2-16F1-474F-9A4E-24603D923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C1E8F-6A6B-ED45-A184-172FC9C8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515617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83A83-75DE-774E-A2C8-280A2B0F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Checkpointing/Snapshotting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A066E-5DDD-F24C-9A90-FFFAAB11A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advantage of VMs is that they can be paused and copied</a:t>
            </a:r>
          </a:p>
          <a:p>
            <a:r>
              <a:rPr lang="en-US" dirty="0"/>
              <a:t>If something bad happens, you can then revert the VM to the previous save</a:t>
            </a:r>
          </a:p>
          <a:p>
            <a:r>
              <a:rPr lang="en-US" dirty="0"/>
              <a:t>Incremental snapshotting with mechanisms like copy on write can then allow for lightweight checkpointing</a:t>
            </a:r>
          </a:p>
          <a:p>
            <a:pPr lvl="1"/>
            <a:r>
              <a:rPr lang="en-US" dirty="0"/>
              <a:t>Which can be also used in combination with migration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3D7A0-83AA-7B48-A89F-E6B00706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1BF8B-9F44-CD48-8A6F-5F643A3B4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2A258-C6F0-6E48-BE2E-96A2E2C46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7710289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DBB3E-E5F5-3F14-FC6B-11C83112F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ADD0-0DC4-C087-AF33-6E68023B3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A2505-E3AC-97A6-787D-D49466E9C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Introduction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Requirement for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Type 1 and type 2 hypervisors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Techniques for Efficient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Memory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I/O virtualization</a:t>
            </a:r>
          </a:p>
          <a:p>
            <a:r>
              <a:rPr lang="en-SE" dirty="0">
                <a:solidFill>
                  <a:schemeClr val="bg1">
                    <a:lumMod val="65000"/>
                  </a:schemeClr>
                </a:solidFill>
              </a:rPr>
              <a:t>Other benefits of virtualization</a:t>
            </a:r>
          </a:p>
          <a:p>
            <a:r>
              <a:rPr lang="en-SE">
                <a:solidFill>
                  <a:schemeClr val="bg1">
                    <a:lumMod val="65000"/>
                  </a:schemeClr>
                </a:solidFill>
              </a:rPr>
              <a:t>Clouds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US" dirty="0"/>
              <a:t>Containers</a:t>
            </a:r>
            <a:endParaRPr lang="en-S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CA516-40C8-BCAD-2E17-636A4203D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2FB71-3F3F-06DD-B22C-925C56082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D7163-D148-39F0-F1F2-37CC7B29F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94D7-1DF0-2544-A605-B97A2B84F4F8}" type="slidenum">
              <a:rPr lang="en-SE" smtClean="0"/>
              <a:t>36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925126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1E6BEB-A08B-9D22-9455-B12CB6C77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Containers (motivation/intuition)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1A869-A050-DB90-AA5A-CA53309FC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VMs virtualize hardware</a:t>
            </a:r>
          </a:p>
          <a:p>
            <a:r>
              <a:rPr lang="en-US" sz="3200" dirty="0"/>
              <a:t>Containers virtualize OSs</a:t>
            </a:r>
          </a:p>
          <a:p>
            <a:pPr lvl="1">
              <a:buFont typeface="Wingdings" pitchFamily="2" charset="2"/>
              <a:buChar char="à"/>
            </a:pPr>
            <a:r>
              <a:rPr lang="en-US" sz="3200" dirty="0">
                <a:sym typeface="Wingdings" pitchFamily="2" charset="2"/>
              </a:rPr>
              <a:t>Each process / set of processes believes it’s running in its own OS</a:t>
            </a:r>
          </a:p>
          <a:p>
            <a:r>
              <a:rPr lang="en-US" sz="3200" dirty="0">
                <a:sym typeface="Wingdings" pitchFamily="2" charset="2"/>
              </a:rPr>
              <a:t>Note, under the hood:</a:t>
            </a:r>
          </a:p>
          <a:p>
            <a:pPr lvl="1"/>
            <a:r>
              <a:rPr lang="en-US" sz="3200" dirty="0">
                <a:sym typeface="Wingdings" pitchFamily="2" charset="2"/>
              </a:rPr>
              <a:t>Processes share the same OS and hardware. Processes are isolated, but the performance of an isolated process / set of processes is always somehow affected by what other processes do</a:t>
            </a:r>
          </a:p>
          <a:p>
            <a:pPr lvl="1"/>
            <a:r>
              <a:rPr lang="en-US" sz="3200" dirty="0"/>
              <a:t>All processes / sets of processes need to share 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74C32-16F9-92C2-5AC4-04461AE39E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6CFCD-24A0-7D21-3E2A-F70C9FB2A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D8D63-1EF3-A619-F17A-A1A7E2258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2894D7-1DF0-2544-A605-B97A2B84F4F8}" type="slidenum">
              <a:rPr lang="en-SE" smtClean="0"/>
              <a:pPr>
                <a:spcAft>
                  <a:spcPts val="600"/>
                </a:spcAft>
              </a:pPr>
              <a:t>37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3275906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B6E34-3720-1FDE-4DBC-FA8B9ACCA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25166CD-6835-6FE9-0AF7-E2F10970C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1141D4-2D1B-9DA1-4794-70B7AD0F2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5400" dirty="0"/>
              <a:t>Containers – What are the ingredients for a container / a virtualized OS?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F2914CC6-C170-72C4-BDD6-C3083A029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7EEEC-52F3-920C-B72B-500DDC185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6144491" cy="4251960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File system</a:t>
            </a:r>
          </a:p>
          <a:p>
            <a:r>
              <a:rPr lang="en-US" sz="2400" dirty="0"/>
              <a:t>Process identifiers</a:t>
            </a:r>
          </a:p>
          <a:p>
            <a:r>
              <a:rPr lang="en-US" sz="2400" dirty="0"/>
              <a:t>User identifiers</a:t>
            </a:r>
          </a:p>
          <a:p>
            <a:r>
              <a:rPr lang="en-US" sz="2400" dirty="0"/>
              <a:t>Network interfaces and IP addresses</a:t>
            </a:r>
          </a:p>
          <a:p>
            <a:r>
              <a:rPr lang="en-US" sz="2400" dirty="0"/>
              <a:t>Inter-Process Communication (IPC) endpoints (e.g., pipes)</a:t>
            </a:r>
          </a:p>
          <a:p>
            <a:r>
              <a:rPr lang="en-US" sz="2400" dirty="0"/>
              <a:t>Memory limits</a:t>
            </a:r>
          </a:p>
          <a:p>
            <a:r>
              <a:rPr lang="en-US" sz="2400" dirty="0"/>
              <a:t>CPU limits</a:t>
            </a:r>
          </a:p>
          <a:p>
            <a:r>
              <a:rPr lang="en-US" sz="2400" dirty="0"/>
              <a:t>I/O limits</a:t>
            </a:r>
          </a:p>
          <a:p>
            <a:pPr marL="0" indent="0">
              <a:buNone/>
            </a:pPr>
            <a:r>
              <a:rPr lang="en-US" sz="2400" dirty="0"/>
              <a:t>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A8EF8-B592-CE3F-8F0F-C81DC19C66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sv-SE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22988-B832-45B9-ED2D-FF032B47B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/>
              <a:t>Operating Systems - Virtualization</a:t>
            </a:r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732D2-FF67-43BD-CE17-6763F6F7F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2894D7-1DF0-2544-A605-B97A2B84F4F8}" type="slidenum">
              <a:rPr lang="en-SE" smtClean="0"/>
              <a:pPr>
                <a:spcAft>
                  <a:spcPts val="600"/>
                </a:spcAft>
              </a:pPr>
              <a:t>38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790061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94B78E-BB64-BE4F-1DD6-BBC674BE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1DC8DB2-156B-10EA-38FA-8AF80FBE7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1562B4-E3F8-B28F-C208-E14D8934F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5400" dirty="0"/>
              <a:t>Containers – What are the ingredients for a container / a virtualized OS?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54955B9E-6652-4940-65E8-22A65CA18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A1BA6-677B-1641-DE9E-DE7AD44EB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6144491" cy="4251960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File system</a:t>
            </a:r>
          </a:p>
          <a:p>
            <a:r>
              <a:rPr lang="en-US" sz="2400" dirty="0"/>
              <a:t>Process identifiers</a:t>
            </a:r>
          </a:p>
          <a:p>
            <a:r>
              <a:rPr lang="en-US" sz="2400" dirty="0"/>
              <a:t>User identifiers</a:t>
            </a:r>
          </a:p>
          <a:p>
            <a:r>
              <a:rPr lang="en-US" sz="2400" dirty="0"/>
              <a:t>Network interfaces and IP addresses</a:t>
            </a:r>
          </a:p>
          <a:p>
            <a:r>
              <a:rPr lang="en-US" sz="2400" dirty="0"/>
              <a:t>Inter-Process Communication (IPC) endpoints (e.g., pipes)</a:t>
            </a:r>
          </a:p>
          <a:p>
            <a:r>
              <a:rPr lang="en-US" sz="2400" dirty="0"/>
              <a:t>Memory limits</a:t>
            </a:r>
          </a:p>
          <a:p>
            <a:r>
              <a:rPr lang="en-US" sz="2400" dirty="0"/>
              <a:t>CPU limits</a:t>
            </a:r>
          </a:p>
          <a:p>
            <a:r>
              <a:rPr lang="en-US" sz="2400" dirty="0"/>
              <a:t>I/O limits</a:t>
            </a:r>
          </a:p>
          <a:p>
            <a:pPr marL="0" indent="0">
              <a:buNone/>
            </a:pPr>
            <a:r>
              <a:rPr lang="en-US" sz="2400" dirty="0"/>
              <a:t>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ADB8B-8552-A219-74FC-1A2001BF42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E9FFC7-2BB1-CF49-2C93-F45D1396E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1F397-76B4-B010-D625-CAEFF154C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0058DC94-EF64-1A69-875D-62F35E5AD5BF}"/>
              </a:ext>
            </a:extLst>
          </p:cNvPr>
          <p:cNvSpPr/>
          <p:nvPr/>
        </p:nvSpPr>
        <p:spPr>
          <a:xfrm>
            <a:off x="6982691" y="1997563"/>
            <a:ext cx="443345" cy="2274294"/>
          </a:xfrm>
          <a:prstGeom prst="rightBrac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14E509-7BCA-4DC3-248C-F4B7E2454E4E}"/>
              </a:ext>
            </a:extLst>
          </p:cNvPr>
          <p:cNvSpPr txBox="1"/>
          <p:nvPr/>
        </p:nvSpPr>
        <p:spPr>
          <a:xfrm>
            <a:off x="7754817" y="2719211"/>
            <a:ext cx="35989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be managed through namespaces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0A14CA34-F59C-9C6B-76E2-571EB6A10C81}"/>
              </a:ext>
            </a:extLst>
          </p:cNvPr>
          <p:cNvSpPr/>
          <p:nvPr/>
        </p:nvSpPr>
        <p:spPr>
          <a:xfrm>
            <a:off x="6982691" y="4313422"/>
            <a:ext cx="443345" cy="1297670"/>
          </a:xfrm>
          <a:prstGeom prst="rightBrac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A997FE-0341-E38F-CAA9-5482C1ED7A8D}"/>
              </a:ext>
            </a:extLst>
          </p:cNvPr>
          <p:cNvSpPr txBox="1"/>
          <p:nvPr/>
        </p:nvSpPr>
        <p:spPr>
          <a:xfrm>
            <a:off x="7750094" y="4546758"/>
            <a:ext cx="4114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Of a different nature, they require some active monitoring</a:t>
            </a:r>
          </a:p>
        </p:txBody>
      </p:sp>
    </p:spTree>
    <p:extLst>
      <p:ext uri="{BB962C8B-B14F-4D97-AF65-F5344CB8AC3E}">
        <p14:creationId xmlns:p14="http://schemas.microsoft.com/office/powerpoint/2010/main" val="10990085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6D00FD-E5F5-52B8-96E6-C066F94E5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C3F90F5-262C-A397-F2A1-9FA3C9A34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AB7CD1-70C1-ACFA-5554-576C78D4F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Example of namespace: File System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5E85392C-32F4-54D0-7BAE-A8E7F68B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F7418-0634-623A-39BC-3B48984C7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328564" cy="4251960"/>
          </a:xfrm>
        </p:spPr>
        <p:txBody>
          <a:bodyPr>
            <a:normAutofit/>
          </a:bodyPr>
          <a:lstStyle/>
          <a:p>
            <a:r>
              <a:rPr lang="en-US" sz="3200" dirty="0"/>
              <a:t>File System namespace: subtree that starts from a root set by the chroot system call</a:t>
            </a:r>
          </a:p>
          <a:p>
            <a:endParaRPr lang="en-US" sz="3200" dirty="0"/>
          </a:p>
          <a:p>
            <a:endParaRPr lang="en-US" sz="3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A424F-7499-B07C-0577-08A47D84F5D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0ECA7-5BD3-3F7A-4DCD-7BDDCF78F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D8089-8A74-8D5E-D7B3-B3A6FF262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37A52E-CC8E-7C22-3F2B-653D4EE63A9C}"/>
              </a:ext>
            </a:extLst>
          </p:cNvPr>
          <p:cNvGrpSpPr/>
          <p:nvPr/>
        </p:nvGrpSpPr>
        <p:grpSpPr>
          <a:xfrm>
            <a:off x="2099460" y="3117273"/>
            <a:ext cx="7990031" cy="3012157"/>
            <a:chOff x="2099460" y="3117273"/>
            <a:chExt cx="7990031" cy="301215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22528F3-8D90-10CB-7894-DB0B55C48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99460" y="3117273"/>
              <a:ext cx="7990031" cy="2837151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3FBA91-1300-7A06-8F6B-E6649E05E712}"/>
                </a:ext>
              </a:extLst>
            </p:cNvPr>
            <p:cNvSpPr/>
            <p:nvPr/>
          </p:nvSpPr>
          <p:spPr>
            <a:xfrm>
              <a:off x="7789636" y="5725839"/>
              <a:ext cx="2299855" cy="4035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95424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57030-72D4-5BBB-7FE6-F1E3F70C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DF54453-1265-DA02-304A-ED213B415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4DF29B-2D52-8AF2-F58B-A9F8FE879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5400" dirty="0"/>
              <a:t>What about resources that need to be monitored? </a:t>
            </a:r>
            <a:r>
              <a:rPr lang="en-US" sz="5400" dirty="0">
                <a:sym typeface="Wingdings" pitchFamily="2" charset="2"/>
              </a:rPr>
              <a:t> cgroups</a:t>
            </a:r>
            <a:endParaRPr lang="en-US" sz="54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A604B63B-F41C-52B0-6B93-48F51FFD9B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167AE-9463-C536-C1A6-12991F3A5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853928" cy="425196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1 controller per resource:</a:t>
            </a:r>
          </a:p>
          <a:p>
            <a:pPr lvl="1"/>
            <a:r>
              <a:rPr lang="en-US" dirty="0"/>
              <a:t>Resource 1 </a:t>
            </a:r>
            <a:r>
              <a:rPr lang="en-US" dirty="0">
                <a:sym typeface="Wingdings" pitchFamily="2" charset="2"/>
              </a:rPr>
              <a:t> cgroups (in a tree) specify “restrictions”</a:t>
            </a:r>
            <a:endParaRPr lang="en-US" dirty="0"/>
          </a:p>
          <a:p>
            <a:pPr lvl="1"/>
            <a:r>
              <a:rPr lang="en-US" dirty="0"/>
              <a:t>Resource 2 </a:t>
            </a:r>
            <a:r>
              <a:rPr lang="en-US" dirty="0">
                <a:sym typeface="Wingdings" pitchFamily="2" charset="2"/>
              </a:rPr>
              <a:t> cgroups (in a tree) specify “restrictions”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Each process belongs to one (and only one) cgroup per resource of interest, called </a:t>
            </a:r>
            <a:r>
              <a:rPr lang="en-US" b="1" dirty="0"/>
              <a:t>controller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CPU: c1:50%, c2:20%, c3:30%</a:t>
            </a:r>
          </a:p>
          <a:p>
            <a:pPr lvl="1"/>
            <a:r>
              <a:rPr lang="en-US" dirty="0"/>
              <a:t>Memory: m1:2GB</a:t>
            </a:r>
          </a:p>
          <a:p>
            <a:pPr lvl="1"/>
            <a:r>
              <a:rPr lang="en-US" dirty="0"/>
              <a:t>Processes A and B should use 50% of CPU</a:t>
            </a:r>
          </a:p>
          <a:p>
            <a:pPr lvl="2"/>
            <a:r>
              <a:rPr lang="en-US" sz="2400" dirty="0"/>
              <a:t>A </a:t>
            </a:r>
            <a:r>
              <a:rPr lang="en-US" sz="2400" dirty="0">
                <a:sym typeface="Wingdings" pitchFamily="2" charset="2"/>
              </a:rPr>
              <a:t> c1 in CPU / B  c1 in CPU</a:t>
            </a:r>
          </a:p>
          <a:p>
            <a:pPr lvl="1"/>
            <a:r>
              <a:rPr lang="en-US" dirty="0">
                <a:sym typeface="Wingdings" pitchFamily="2" charset="2"/>
              </a:rPr>
              <a:t>Process B should not use more than 2GB of memory</a:t>
            </a:r>
          </a:p>
          <a:p>
            <a:pPr lvl="2"/>
            <a:r>
              <a:rPr lang="en-US" sz="2400" dirty="0">
                <a:sym typeface="Wingdings" pitchFamily="2" charset="2"/>
              </a:rPr>
              <a:t>B  m1 in Memory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78435-522D-295C-E4EC-A80F3D4E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515C7-7630-6409-03F4-F6FD73CD5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6A931-E57B-DE91-5927-078F04569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87656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73C5F1-6818-8031-FCE7-9D0F7E173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50DDDA4-BB99-63E4-9471-3BF0A4044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0346B7-8421-1A59-BF14-2D0B87991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Why are cgroups organized in a tree data structure for a given controller? Why multiple controllers?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4EAC2581-4320-737D-E08B-FF6CC2327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32E5D-671D-5B49-DC28-F94D41501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853928" cy="4251960"/>
          </a:xfrm>
        </p:spPr>
        <p:txBody>
          <a:bodyPr>
            <a:normAutofit/>
          </a:bodyPr>
          <a:lstStyle/>
          <a:p>
            <a:r>
              <a:rPr lang="en-US" sz="3600" dirty="0"/>
              <a:t>Processes A and B should use 50% of CPU ✅</a:t>
            </a:r>
          </a:p>
          <a:p>
            <a:pPr lvl="1"/>
            <a:r>
              <a:rPr lang="en-US" sz="3200" b="1" u="sng" dirty="0"/>
              <a:t>But what if we want specific quotas for them?</a:t>
            </a:r>
          </a:p>
          <a:p>
            <a:r>
              <a:rPr lang="en-US" sz="3600" dirty="0"/>
              <a:t>Also, assume we have a CPU with 4 cores</a:t>
            </a:r>
          </a:p>
          <a:p>
            <a:pPr lvl="1"/>
            <a:r>
              <a:rPr lang="en-US" sz="3200" dirty="0"/>
              <a:t>Pinning A and B to 2 cores</a:t>
            </a:r>
            <a:r>
              <a:rPr lang="en-US" sz="3200" dirty="0">
                <a:sym typeface="Wingdings" pitchFamily="2" charset="2"/>
              </a:rPr>
              <a:t> </a:t>
            </a:r>
            <a:r>
              <a:rPr lang="en-US" sz="3200" dirty="0"/>
              <a:t>Processes A and B should use 50% of CPU ✅</a:t>
            </a:r>
          </a:p>
          <a:p>
            <a:pPr lvl="1"/>
            <a:r>
              <a:rPr lang="en-US" sz="3200" b="1" u="sng" dirty="0"/>
              <a:t>But what if we need to time share instead?</a:t>
            </a:r>
          </a:p>
          <a:p>
            <a:pPr lvl="2"/>
            <a:r>
              <a:rPr lang="en-US" sz="2800" i="1" dirty="0"/>
              <a:t>Can be done, of course, but requires an approach that is not as direct as the other…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9368A-96BD-EBF3-F533-0FEB304417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701C9-6169-5CC6-F887-DFE7006D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FA5F2-20D4-EF84-9FAB-422FBD42D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50260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F40519-2201-C00B-0FDF-FC72D2B8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8C601-ED90-7B22-E024-A66CFEF84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35DC0D-AB00-7A78-4E17-8F8DBAACD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dirty="0"/>
              <a:t>Note: there can be different ways of enforcing a restrictions, and they might also conflict…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4DFE27E8-5F16-A913-ECC2-82BB77CF4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B2303-75EB-7173-4A2D-EF89EB75D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853928" cy="4251960"/>
          </a:xfrm>
        </p:spPr>
        <p:txBody>
          <a:bodyPr>
            <a:normAutofit/>
          </a:bodyPr>
          <a:lstStyle/>
          <a:p>
            <a:r>
              <a:rPr lang="en-US" sz="3600" dirty="0"/>
              <a:t>Cgroup for </a:t>
            </a:r>
            <a:r>
              <a:rPr lang="en-US" sz="3600" dirty="0" err="1"/>
              <a:t>cpuset</a:t>
            </a:r>
            <a:r>
              <a:rPr lang="en-US" sz="3600" dirty="0"/>
              <a:t> controller: use only cores 1 and 2</a:t>
            </a:r>
          </a:p>
          <a:p>
            <a:r>
              <a:rPr lang="en-US" sz="3600" dirty="0"/>
              <a:t>Affinity of a thread in that cgroup: use only core 2</a:t>
            </a:r>
          </a:p>
          <a:p>
            <a:pPr>
              <a:buFont typeface="Wingdings" pitchFamily="2" charset="2"/>
              <a:buChar char="à"/>
            </a:pPr>
            <a:r>
              <a:rPr lang="en-US" sz="3600" dirty="0">
                <a:sym typeface="Wingdings" pitchFamily="2" charset="2"/>
              </a:rPr>
              <a:t>The OS will enforce the intersection of the two</a:t>
            </a:r>
          </a:p>
          <a:p>
            <a:pPr lvl="1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The thread is effectively blocked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0A37F-2A24-79D8-5547-6458D269C5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A5E8-1E19-AE88-820A-C2ABDE887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DA5C52-A76C-C77B-C3E4-E0355B74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8961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7A70E-1B93-69F1-4AF3-2675625E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5C4C838-DB10-0538-988D-390ED741F4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954EA6-9F4B-128B-BBB9-2553A6D45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cgroups are organized by controller (subsystem)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3DC89B36-B4D3-7D17-6AF8-74ECBCCF7E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B423D-336F-1BF6-949E-C87BBD108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853928" cy="4251960"/>
          </a:xfrm>
        </p:spPr>
        <p:txBody>
          <a:bodyPr>
            <a:normAutofit/>
          </a:bodyPr>
          <a:lstStyle/>
          <a:p>
            <a:r>
              <a:rPr lang="en-US" sz="3600" dirty="0" err="1"/>
              <a:t>cpu</a:t>
            </a:r>
            <a:r>
              <a:rPr lang="en-US" sz="3600" dirty="0"/>
              <a:t> </a:t>
            </a:r>
            <a:r>
              <a:rPr lang="en-US" sz="3600" dirty="0">
                <a:sym typeface="Wingdings" pitchFamily="2" charset="2"/>
              </a:rPr>
              <a:t> CPU time/</a:t>
            </a:r>
            <a:r>
              <a:rPr lang="en-US" sz="3600" dirty="0" err="1">
                <a:sym typeface="Wingdings" pitchFamily="2" charset="2"/>
              </a:rPr>
              <a:t>qu</a:t>
            </a:r>
            <a:endParaRPr lang="en-US" sz="3600" dirty="0">
              <a:sym typeface="Wingdings" pitchFamily="2" charset="2"/>
            </a:endParaRPr>
          </a:p>
          <a:p>
            <a:r>
              <a:rPr lang="en-US" sz="3600" dirty="0" err="1">
                <a:sym typeface="Wingdings" pitchFamily="2" charset="2"/>
              </a:rPr>
              <a:t>cpuset</a:t>
            </a:r>
            <a:r>
              <a:rPr lang="en-US" sz="3600" dirty="0">
                <a:sym typeface="Wingdings" pitchFamily="2" charset="2"/>
              </a:rPr>
              <a:t>  which CPU/NUMA part</a:t>
            </a:r>
          </a:p>
          <a:p>
            <a:r>
              <a:rPr lang="en-US" sz="3600" dirty="0">
                <a:sym typeface="Wingdings" pitchFamily="2" charset="2"/>
              </a:rPr>
              <a:t>memory  memory usage</a:t>
            </a:r>
          </a:p>
          <a:p>
            <a:r>
              <a:rPr lang="en-US" sz="3600" dirty="0">
                <a:sym typeface="Wingdings" pitchFamily="2" charset="2"/>
              </a:rPr>
              <a:t>io/</a:t>
            </a:r>
            <a:r>
              <a:rPr lang="en-US" sz="3600" dirty="0" err="1">
                <a:sym typeface="Wingdings" pitchFamily="2" charset="2"/>
              </a:rPr>
              <a:t>blkio</a:t>
            </a:r>
            <a:r>
              <a:rPr lang="en-US" sz="3600" dirty="0">
                <a:sym typeface="Wingdings" pitchFamily="2" charset="2"/>
              </a:rPr>
              <a:t>  disk I/O</a:t>
            </a:r>
          </a:p>
          <a:p>
            <a:r>
              <a:rPr lang="en-US" sz="3600" dirty="0" err="1">
                <a:sym typeface="Wingdings" pitchFamily="2" charset="2"/>
              </a:rPr>
              <a:t>pids</a:t>
            </a:r>
            <a:r>
              <a:rPr lang="en-US" sz="3600" dirty="0">
                <a:sym typeface="Wingdings" pitchFamily="2" charset="2"/>
              </a:rPr>
              <a:t>  limits on </a:t>
            </a:r>
            <a:r>
              <a:rPr lang="en-US" sz="3600" dirty="0" err="1">
                <a:sym typeface="Wingdings" pitchFamily="2" charset="2"/>
              </a:rPr>
              <a:t>pids</a:t>
            </a:r>
            <a:endParaRPr lang="en-US" sz="3600" dirty="0">
              <a:sym typeface="Wingdings" pitchFamily="2" charset="2"/>
            </a:endParaRPr>
          </a:p>
          <a:p>
            <a:r>
              <a:rPr lang="en-US" sz="3600" dirty="0">
                <a:sym typeface="Wingdings" pitchFamily="2" charset="2"/>
              </a:rPr>
              <a:t>devices  which devices to use</a:t>
            </a:r>
            <a:endParaRPr lang="en-US" sz="3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D9E9B-C733-56F2-6367-04AFEE87D7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83EE5-EB4F-FB73-6833-D8158C9B6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63954-C638-F38F-E802-44B17D7CE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31289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00D2D7-8FD2-9005-AE96-E2268D3E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A2AC928-C170-44D2-14EC-A9A369559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6EBC60-602B-D56D-E800-FE6AD8B04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cgroups are organized by controller (subsystem)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0264342-B556-472E-DD43-41083FE55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C6756-05F0-E4BE-9567-3C806CB444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8B987-C620-73D6-CC03-FC730C114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18CCD-D2D3-F444-8486-065901DB4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F833C3AF-15D9-5673-D696-1903C91800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0009906"/>
              </p:ext>
            </p:extLst>
          </p:nvPr>
        </p:nvGraphicFramePr>
        <p:xfrm>
          <a:off x="838201" y="1825625"/>
          <a:ext cx="643543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D076A5C-8164-A975-399F-C01AD7977BD6}"/>
              </a:ext>
            </a:extLst>
          </p:cNvPr>
          <p:cNvSpPr txBox="1">
            <a:spLocks/>
          </p:cNvSpPr>
          <p:nvPr/>
        </p:nvSpPr>
        <p:spPr>
          <a:xfrm>
            <a:off x="7384473" y="1929384"/>
            <a:ext cx="4307654" cy="4251960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dirty="0" err="1"/>
              <a:t>cpu</a:t>
            </a:r>
            <a:r>
              <a:rPr lang="en-US" sz="3600" dirty="0"/>
              <a:t> is defined by means of shares</a:t>
            </a:r>
          </a:p>
          <a:p>
            <a:r>
              <a:rPr lang="en-US" sz="3600" dirty="0"/>
              <a:t>Usually:</a:t>
            </a:r>
          </a:p>
          <a:p>
            <a:pPr lvl="1"/>
            <a:r>
              <a:rPr lang="en-US" sz="3200" dirty="0" err="1"/>
              <a:t>system.slice</a:t>
            </a:r>
            <a:r>
              <a:rPr lang="en-US" sz="3200" dirty="0"/>
              <a:t> for kernel/OS processes</a:t>
            </a:r>
            <a:endParaRPr lang="en-US" sz="3200" dirty="0">
              <a:sym typeface="Wingdings" pitchFamily="2" charset="2"/>
            </a:endParaRPr>
          </a:p>
          <a:p>
            <a:pPr lvl="1"/>
            <a:r>
              <a:rPr lang="en-US" sz="3200" dirty="0" err="1">
                <a:sym typeface="Wingdings" pitchFamily="2" charset="2"/>
              </a:rPr>
              <a:t>user.slice</a:t>
            </a:r>
            <a:r>
              <a:rPr lang="en-US" sz="3200" dirty="0">
                <a:sym typeface="Wingdings" pitchFamily="2" charset="2"/>
              </a:rPr>
              <a:t> for user processes</a:t>
            </a:r>
          </a:p>
          <a:p>
            <a:pPr lvl="1"/>
            <a:r>
              <a:rPr lang="en-US" sz="3200" dirty="0" err="1">
                <a:sym typeface="Wingdings" pitchFamily="2" charset="2"/>
              </a:rPr>
              <a:t>machine.slice</a:t>
            </a:r>
            <a:r>
              <a:rPr lang="en-US" sz="3200" dirty="0">
                <a:sym typeface="Wingdings" pitchFamily="2" charset="2"/>
              </a:rPr>
              <a:t> for VMs/Containers</a:t>
            </a:r>
          </a:p>
          <a:p>
            <a:r>
              <a:rPr lang="en-US" sz="3200" dirty="0">
                <a:sym typeface="Wingdings" pitchFamily="2" charset="2"/>
              </a:rPr>
              <a:t>In the example, G1 gets 0.25 of resources, G1.A gets 1/11*0.25=0.02 of resources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90151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429FFD-CFD3-8D82-5AE6-21A79DADB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B69907D-36F9-A2EF-B04A-EFF6A9735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D67C87-830A-5767-F4BC-6E3CF10A0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cgroups are organized by controller (subsystem)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DB59809-3695-D1B7-A698-AAE07DE38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4A0D3-2AB5-713C-FE9F-2F255C19FB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71678-CF0B-9989-E563-7267E0271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04B8A-BCF0-B372-68D9-516AC04AD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6220B527-CA18-9372-8F85-6DD13E7765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3846152"/>
              </p:ext>
            </p:extLst>
          </p:nvPr>
        </p:nvGraphicFramePr>
        <p:xfrm>
          <a:off x="838201" y="1825625"/>
          <a:ext cx="643543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3B7F993-61BA-F574-892B-EC62978015FA}"/>
              </a:ext>
            </a:extLst>
          </p:cNvPr>
          <p:cNvSpPr txBox="1">
            <a:spLocks/>
          </p:cNvSpPr>
          <p:nvPr/>
        </p:nvSpPr>
        <p:spPr>
          <a:xfrm>
            <a:off x="7370618" y="1929384"/>
            <a:ext cx="4321509" cy="4251960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dirty="0"/>
              <a:t>memory is defined in absolute value</a:t>
            </a:r>
          </a:p>
          <a:p>
            <a:r>
              <a:rPr lang="en-US" sz="3600" dirty="0"/>
              <a:t>Processes in G2.1 cannot use more than 1 GB</a:t>
            </a:r>
          </a:p>
          <a:p>
            <a:r>
              <a:rPr lang="en-US" sz="3600" dirty="0"/>
              <a:t>Processes in G2.2 cannot use more than 1.5 GB</a:t>
            </a:r>
          </a:p>
          <a:p>
            <a:r>
              <a:rPr lang="en-US" sz="3600" dirty="0"/>
              <a:t>Processes in G2.1 together with processes in G2.2 cannot use more than 2GB 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9811269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6DA8D-7E0F-C713-D74C-434AD1DE8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1558CDB-297C-307D-7830-6551C4555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00D477-75A9-5D69-A735-263B0668E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Each process belongs to 1 cgroup per controller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07A58EA0-C47B-84F7-C836-F8463AFCA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1A199-7D70-44F7-C98F-BE6C404851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6AB5E-3472-1C3F-E40F-0F5ADC571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A835D-A8BF-623B-C6D0-E27FC7601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463A20-5DA1-E381-AD3A-4F98D5298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cat /proc/4042126/cgroup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DFA60B-332E-18C8-0954-5DA6A5B1C278}"/>
              </a:ext>
            </a:extLst>
          </p:cNvPr>
          <p:cNvSpPr txBox="1"/>
          <p:nvPr/>
        </p:nvSpPr>
        <p:spPr>
          <a:xfrm>
            <a:off x="554181" y="2516623"/>
            <a:ext cx="1140229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12:cpuset:/                       					→ </a:t>
            </a:r>
            <a:r>
              <a:rPr lang="en-US" dirty="0" err="1">
                <a:highlight>
                  <a:srgbClr val="FFFF00"/>
                </a:highlight>
              </a:rPr>
              <a:t>cpuset</a:t>
            </a:r>
            <a:r>
              <a:rPr lang="en-US" dirty="0">
                <a:highlight>
                  <a:srgbClr val="FFFF00"/>
                </a:highlight>
              </a:rPr>
              <a:t> controller, in the root group (/)</a:t>
            </a:r>
          </a:p>
          <a:p>
            <a:r>
              <a:rPr lang="en-US" dirty="0"/>
              <a:t>11:perf_event:/                   					→ performance monitoring events, root group</a:t>
            </a:r>
          </a:p>
          <a:p>
            <a:r>
              <a:rPr lang="en-US" dirty="0"/>
              <a:t>10:devices:/</a:t>
            </a:r>
            <a:r>
              <a:rPr lang="en-US" dirty="0" err="1"/>
              <a:t>user.slice</a:t>
            </a:r>
            <a:r>
              <a:rPr lang="en-US" dirty="0"/>
              <a:t>            					→ limited by device access rules of </a:t>
            </a:r>
            <a:r>
              <a:rPr lang="en-US" dirty="0" err="1"/>
              <a:t>user.slice</a:t>
            </a:r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9:memory:/</a:t>
            </a:r>
            <a:r>
              <a:rPr lang="en-US" dirty="0" err="1">
                <a:highlight>
                  <a:srgbClr val="FFFF00"/>
                </a:highlight>
              </a:rPr>
              <a:t>user.slice</a:t>
            </a:r>
            <a:r>
              <a:rPr lang="en-US" dirty="0">
                <a:highlight>
                  <a:srgbClr val="FFFF00"/>
                </a:highlight>
              </a:rPr>
              <a:t>/user-1009.slice/session-9277.scope 		→ memory limits per user/session</a:t>
            </a:r>
          </a:p>
          <a:p>
            <a:r>
              <a:rPr lang="en-US" dirty="0"/>
              <a:t>8:cpu,cpuacct:/</a:t>
            </a:r>
            <a:r>
              <a:rPr lang="en-US" dirty="0" err="1"/>
              <a:t>user.slice</a:t>
            </a:r>
            <a:r>
              <a:rPr lang="en-US" dirty="0"/>
              <a:t>         				→ CPU shares/usage accounting under </a:t>
            </a:r>
            <a:r>
              <a:rPr lang="en-US" dirty="0" err="1"/>
              <a:t>user.slice</a:t>
            </a: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7:blkio:/</a:t>
            </a:r>
            <a:r>
              <a:rPr lang="en-US" dirty="0" err="1">
                <a:highlight>
                  <a:srgbClr val="00FF00"/>
                </a:highlight>
              </a:rPr>
              <a:t>user.slice</a:t>
            </a:r>
            <a:r>
              <a:rPr lang="en-US" dirty="0">
                <a:highlight>
                  <a:srgbClr val="00FF00"/>
                </a:highlight>
              </a:rPr>
              <a:t>               					→ block I/O controller, </a:t>
            </a:r>
            <a:r>
              <a:rPr lang="en-US" dirty="0" err="1">
                <a:highlight>
                  <a:srgbClr val="00FF00"/>
                </a:highlight>
              </a:rPr>
              <a:t>user.slice</a:t>
            </a:r>
            <a:r>
              <a:rPr lang="en-US" dirty="0">
                <a:highlight>
                  <a:srgbClr val="00FF00"/>
                </a:highlight>
              </a:rPr>
              <a:t> group</a:t>
            </a:r>
          </a:p>
          <a:p>
            <a:r>
              <a:rPr lang="en-US" dirty="0"/>
              <a:t>6:rdma:/                          					→ RDMA resources, unrestricted (root)</a:t>
            </a:r>
          </a:p>
          <a:p>
            <a:r>
              <a:rPr lang="en-US" dirty="0"/>
              <a:t>5:pids:/</a:t>
            </a:r>
            <a:r>
              <a:rPr lang="en-US" dirty="0" err="1"/>
              <a:t>user.slice</a:t>
            </a:r>
            <a:r>
              <a:rPr lang="en-US" dirty="0"/>
              <a:t>/user-1009.slice/session-9277.scope 		→ PID count limits per session</a:t>
            </a:r>
          </a:p>
          <a:p>
            <a:r>
              <a:rPr lang="en-US" dirty="0"/>
              <a:t>4:hugetlb:/                       					→ </a:t>
            </a:r>
            <a:r>
              <a:rPr lang="en-US" dirty="0" err="1"/>
              <a:t>hugepage</a:t>
            </a:r>
            <a:r>
              <a:rPr lang="en-US" dirty="0"/>
              <a:t> allocation control, root group</a:t>
            </a:r>
          </a:p>
          <a:p>
            <a:r>
              <a:rPr lang="en-US" dirty="0"/>
              <a:t>3:net_cls,net_prio:/              					→ network classification, root</a:t>
            </a:r>
          </a:p>
          <a:p>
            <a:r>
              <a:rPr lang="en-US" dirty="0"/>
              <a:t>2:freezer:/                      					 → process freezing, root</a:t>
            </a:r>
          </a:p>
          <a:p>
            <a:r>
              <a:rPr lang="en-US" dirty="0"/>
              <a:t>1:name=</a:t>
            </a:r>
            <a:r>
              <a:rPr lang="en-US" dirty="0" err="1"/>
              <a:t>systemd</a:t>
            </a:r>
            <a:r>
              <a:rPr lang="en-US" dirty="0"/>
              <a:t>:/</a:t>
            </a:r>
            <a:r>
              <a:rPr lang="en-US" dirty="0" err="1"/>
              <a:t>user.slice</a:t>
            </a:r>
            <a:r>
              <a:rPr lang="en-US" dirty="0"/>
              <a:t>/user-1009.slice/session-9277.scope 	→ </a:t>
            </a:r>
            <a:r>
              <a:rPr lang="en-US" dirty="0" err="1"/>
              <a:t>systemd</a:t>
            </a:r>
            <a:r>
              <a:rPr lang="en-US" dirty="0"/>
              <a:t> bookkeeping</a:t>
            </a:r>
          </a:p>
          <a:p>
            <a:r>
              <a:rPr lang="en-US" dirty="0"/>
              <a:t>0::/</a:t>
            </a:r>
            <a:r>
              <a:rPr lang="en-US" dirty="0" err="1"/>
              <a:t>user.slice</a:t>
            </a:r>
            <a:r>
              <a:rPr lang="en-US" dirty="0"/>
              <a:t>/user-1009.slice/session-9277.scope			→ cgroup v2 unified hierarchy</a:t>
            </a:r>
          </a:p>
        </p:txBody>
      </p:sp>
    </p:spTree>
    <p:extLst>
      <p:ext uri="{BB962C8B-B14F-4D97-AF65-F5344CB8AC3E}">
        <p14:creationId xmlns:p14="http://schemas.microsoft.com/office/powerpoint/2010/main" val="20732422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993EBE-F65D-E21A-6E6A-AA65CA999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9CFF9C-DBC0-779A-BC39-880BB47EC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22A7C0-EA61-D79F-35E8-901712EE7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You can find information about </a:t>
            </a:r>
            <a:r>
              <a:rPr lang="en-US" sz="4000"/>
              <a:t>each controller</a:t>
            </a:r>
            <a:endParaRPr lang="en-US" sz="40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A176C32-3177-BD42-3D9E-C82820400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D12A94-4C38-DF0C-C758-E1AEFED13A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Vincenzo Gulisano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E746E-7797-D958-B5A9-D207737A0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Operating Systems - Virtualization</a:t>
            </a:r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BB468-E452-4025-F110-3F1C2501D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92894D7-1DF0-2544-A605-B97A2B84F4F8}" type="slidenum">
              <a:rPr kumimoji="0" lang="en-S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S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DAE-A7C0-5DD3-79A7-3F8705B412B2}"/>
              </a:ext>
            </a:extLst>
          </p:cNvPr>
          <p:cNvSpPr txBox="1"/>
          <p:nvPr/>
        </p:nvSpPr>
        <p:spPr>
          <a:xfrm>
            <a:off x="393330" y="1805041"/>
            <a:ext cx="11402291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ls -la /sys/fs/cgroup/</a:t>
            </a:r>
            <a:r>
              <a:rPr lang="en-US" sz="1600" dirty="0" err="1"/>
              <a:t>blkio</a:t>
            </a:r>
            <a:r>
              <a:rPr lang="en-US" sz="1600" dirty="0"/>
              <a:t>/</a:t>
            </a:r>
            <a:r>
              <a:rPr lang="en-US" sz="1600" dirty="0" err="1"/>
              <a:t>user.slice</a:t>
            </a:r>
            <a:r>
              <a:rPr lang="en-US" sz="1600" dirty="0"/>
              <a:t>/</a:t>
            </a:r>
          </a:p>
          <a:p>
            <a:r>
              <a:rPr lang="en-US" sz="1600" dirty="0"/>
              <a:t>total 0</a:t>
            </a:r>
          </a:p>
          <a:p>
            <a:r>
              <a:rPr lang="en-US" sz="1600" dirty="0" err="1"/>
              <a:t>drwxr</a:t>
            </a:r>
            <a:r>
              <a:rPr lang="en-US" sz="1600" dirty="0"/>
              <a:t>-</a:t>
            </a:r>
            <a:r>
              <a:rPr lang="en-US" sz="1600" dirty="0" err="1"/>
              <a:t>xr</a:t>
            </a:r>
            <a:r>
              <a:rPr lang="en-US" sz="1600" dirty="0"/>
              <a:t>-x 2 root root 0 Oct 10 14:20 </a:t>
            </a:r>
            <a:r>
              <a:rPr lang="en-US" sz="1600" b="1" dirty="0"/>
              <a:t>.</a:t>
            </a:r>
            <a:endParaRPr lang="en-US" sz="1600" dirty="0"/>
          </a:p>
          <a:p>
            <a:r>
              <a:rPr lang="en-US" sz="1600" dirty="0"/>
              <a:t>dr-</a:t>
            </a:r>
            <a:r>
              <a:rPr lang="en-US" sz="1600" dirty="0" err="1"/>
              <a:t>xr</a:t>
            </a:r>
            <a:r>
              <a:rPr lang="en-US" sz="1600" dirty="0"/>
              <a:t>-</a:t>
            </a:r>
            <a:r>
              <a:rPr lang="en-US" sz="1600" dirty="0" err="1"/>
              <a:t>xr</a:t>
            </a:r>
            <a:r>
              <a:rPr lang="en-US" sz="1600" dirty="0"/>
              <a:t>-x 5 root root 0 Jul 18 21:47 </a:t>
            </a:r>
            <a:r>
              <a:rPr lang="en-US" sz="1600" b="1" dirty="0"/>
              <a:t>..</a:t>
            </a:r>
            <a:endParaRPr lang="en-US" sz="1600" dirty="0"/>
          </a:p>
          <a:p>
            <a:r>
              <a:rPr lang="en-US" sz="1600" dirty="0"/>
              <a:t>--w------- 1 root root 0 Oct 14 06:22 </a:t>
            </a:r>
            <a:r>
              <a:rPr lang="en-US" sz="1600" dirty="0" err="1"/>
              <a:t>blkio.reset_stats</a:t>
            </a:r>
            <a:endParaRPr lang="en-US" sz="1600" dirty="0"/>
          </a:p>
          <a:p>
            <a:r>
              <a:rPr lang="en-US" sz="1600" dirty="0"/>
              <a:t>-r--r--r-- 1 root root 0 Oct 14 06:22 </a:t>
            </a:r>
            <a:r>
              <a:rPr lang="en-US" sz="1600" dirty="0" err="1"/>
              <a:t>blkio.throttle.io_service_bytes</a:t>
            </a:r>
            <a:endParaRPr lang="en-US" sz="1600" dirty="0"/>
          </a:p>
          <a:p>
            <a:r>
              <a:rPr lang="en-US" sz="1600" dirty="0"/>
              <a:t>-r--r--r-- 1 root root 0 Oct 14 06:22 </a:t>
            </a:r>
            <a:r>
              <a:rPr lang="en-US" sz="1600" dirty="0" err="1"/>
              <a:t>blkio.throttle.io_service_bytes_recursive</a:t>
            </a:r>
            <a:endParaRPr lang="en-US" sz="1600" dirty="0"/>
          </a:p>
          <a:p>
            <a:r>
              <a:rPr lang="en-US" sz="1600" dirty="0"/>
              <a:t>-r--r--r-- 1 root root 0 Oct 14 06:22 </a:t>
            </a:r>
            <a:r>
              <a:rPr lang="en-US" sz="1600" dirty="0" err="1"/>
              <a:t>blkio.throttle.io_serviced</a:t>
            </a:r>
            <a:endParaRPr lang="en-US" sz="1600" dirty="0"/>
          </a:p>
          <a:p>
            <a:r>
              <a:rPr lang="en-US" sz="1600" dirty="0"/>
              <a:t>-r--r--r-- 1 root root 0 Oct 14 06:22 </a:t>
            </a:r>
            <a:r>
              <a:rPr lang="en-US" sz="1600" dirty="0" err="1"/>
              <a:t>blkio.throttle.io_serviced_recursive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14 06:22 </a:t>
            </a:r>
            <a:r>
              <a:rPr lang="en-US" sz="1600" dirty="0" err="1"/>
              <a:t>blkio.throttle.read_bps_device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14 06:22 </a:t>
            </a:r>
            <a:r>
              <a:rPr lang="en-US" sz="1600" dirty="0" err="1"/>
              <a:t>blkio.throttle.read_iops_device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14 06:22 </a:t>
            </a:r>
            <a:r>
              <a:rPr lang="en-US" sz="1600" dirty="0" err="1"/>
              <a:t>blkio.throttle.write_bps_device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14 06:22 </a:t>
            </a:r>
            <a:r>
              <a:rPr lang="en-US" sz="1600" dirty="0" err="1"/>
              <a:t>blkio.throttle.write_iops_device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14 06:22 </a:t>
            </a:r>
            <a:r>
              <a:rPr lang="en-US" sz="1600" dirty="0" err="1"/>
              <a:t>cgroup.clone_children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10 16:53 </a:t>
            </a:r>
            <a:r>
              <a:rPr lang="en-US" sz="1600" dirty="0" err="1"/>
              <a:t>cgroup.procs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14 06:22 </a:t>
            </a:r>
            <a:r>
              <a:rPr lang="en-US" sz="1600" dirty="0" err="1"/>
              <a:t>notify_on_release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rw</a:t>
            </a:r>
            <a:r>
              <a:rPr lang="en-US" sz="1600" dirty="0"/>
              <a:t>-r--r-- 1 root root 0 Oct 14 06:22 tasks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9007D0D-A8D3-AC8D-88EB-F1A611CA91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324612"/>
              </p:ext>
            </p:extLst>
          </p:nvPr>
        </p:nvGraphicFramePr>
        <p:xfrm>
          <a:off x="6701166" y="2419106"/>
          <a:ext cx="5094455" cy="365760"/>
        </p:xfrm>
        <a:graphic>
          <a:graphicData uri="http://schemas.openxmlformats.org/drawingml/2006/table">
            <a:tbl>
              <a:tblPr/>
              <a:tblGrid>
                <a:gridCol w="5094455">
                  <a:extLst>
                    <a:ext uri="{9D8B030D-6E8A-4147-A177-3AD203B41FA5}">
                      <a16:colId xmlns:a16="http://schemas.microsoft.com/office/drawing/2014/main" val="32744737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Accumulated bytes read/written by this cgroup.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7200195"/>
                  </a:ext>
                </a:extLst>
              </a:tr>
            </a:tbl>
          </a:graphicData>
        </a:graphic>
      </p:graphicFrame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46400BD-798D-238A-135B-D09196EB6FEF}"/>
              </a:ext>
            </a:extLst>
          </p:cNvPr>
          <p:cNvCxnSpPr/>
          <p:nvPr/>
        </p:nvCxnSpPr>
        <p:spPr>
          <a:xfrm flipH="1">
            <a:off x="6025200" y="2687784"/>
            <a:ext cx="611125" cy="49876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9753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2266</TotalTime>
  <Words>4332</Words>
  <Application>Microsoft Macintosh PowerPoint</Application>
  <PresentationFormat>Widescreen</PresentationFormat>
  <Paragraphs>617</Paragraphs>
  <Slides>48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Calibri Light</vt:lpstr>
      <vt:lpstr>Helvetica</vt:lpstr>
      <vt:lpstr>Times New Roman</vt:lpstr>
      <vt:lpstr>Wingdings</vt:lpstr>
      <vt:lpstr>Office Theme</vt:lpstr>
      <vt:lpstr>PowerPoint Presentation</vt:lpstr>
      <vt:lpstr>Reading instructions</vt:lpstr>
      <vt:lpstr>Agenda</vt:lpstr>
      <vt:lpstr>Agenda</vt:lpstr>
      <vt:lpstr>PowerPoint Presentation</vt:lpstr>
      <vt:lpstr>PowerPoint Presentation</vt:lpstr>
      <vt:lpstr>Agenda</vt:lpstr>
      <vt:lpstr>Aside from “acting like a physical machine”, what are actually the requirements?</vt:lpstr>
      <vt:lpstr>Why can’t we ”just” use an interpreter?</vt:lpstr>
      <vt:lpstr>What is required for VMMs to run code directly?</vt:lpstr>
      <vt:lpstr>This has been taken into account since 2005</vt:lpstr>
      <vt:lpstr>Agenda</vt:lpstr>
      <vt:lpstr>Type 1 and Type 2 Hypervisors</vt:lpstr>
      <vt:lpstr>Agenda</vt:lpstr>
      <vt:lpstr>Hypervisor type 1, with VT</vt:lpstr>
      <vt:lpstr>Hypervisor type 1, before/without VT</vt:lpstr>
      <vt:lpstr>Hypervisor type 1, before/without VT</vt:lpstr>
      <vt:lpstr>The cost of virtualization</vt:lpstr>
      <vt:lpstr>Agenda</vt:lpstr>
      <vt:lpstr>Why do we need to virtualize memory too?</vt:lpstr>
      <vt:lpstr>Shadow page table</vt:lpstr>
      <vt:lpstr>Page faults</vt:lpstr>
      <vt:lpstr>Reclaiming memory</vt:lpstr>
      <vt:lpstr>Ballooning</vt:lpstr>
      <vt:lpstr>Agenda</vt:lpstr>
      <vt:lpstr>I/O virtualization</vt:lpstr>
      <vt:lpstr>Single Root I/O Virtualization (SR-IOV)</vt:lpstr>
      <vt:lpstr>Agenda</vt:lpstr>
      <vt:lpstr>Other benefits of virtualization - 1</vt:lpstr>
      <vt:lpstr>Other benefits of virtualization - 2</vt:lpstr>
      <vt:lpstr>Agenda</vt:lpstr>
      <vt:lpstr>What exactly is the cloud?</vt:lpstr>
      <vt:lpstr>Types of services</vt:lpstr>
      <vt:lpstr>Virtual Machine Migration</vt:lpstr>
      <vt:lpstr>Checkpointing/Snapshotting</vt:lpstr>
      <vt:lpstr>Agenda</vt:lpstr>
      <vt:lpstr>Containers (motivation/intuition)</vt:lpstr>
      <vt:lpstr>Containers – What are the ingredients for a container / a virtualized OS?</vt:lpstr>
      <vt:lpstr>Containers – What are the ingredients for a container / a virtualized OS?</vt:lpstr>
      <vt:lpstr>Example of namespace: File System</vt:lpstr>
      <vt:lpstr>What about resources that need to be monitored?  cgroups</vt:lpstr>
      <vt:lpstr>Why are cgroups organized in a tree data structure for a given controller? Why multiple controllers?</vt:lpstr>
      <vt:lpstr>Note: there can be different ways of enforcing a restrictions, and they might also conflict…</vt:lpstr>
      <vt:lpstr>cgroups are organized by controller (subsystem)</vt:lpstr>
      <vt:lpstr>cgroups are organized by controller (subsystem)</vt:lpstr>
      <vt:lpstr>cgroups are organized by controller (subsystem)</vt:lpstr>
      <vt:lpstr>Each process belongs to 1 cgroup per controller</vt:lpstr>
      <vt:lpstr>You can find information about each controller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
Massimiliano Gulisano</dc:creator>
  <cp:lastModifiedBy>Vincenzo Gulisano</cp:lastModifiedBy>
  <cp:revision>35</cp:revision>
  <dcterms:created xsi:type="dcterms:W3CDTF">2020-10-12T07:31:54Z</dcterms:created>
  <dcterms:modified xsi:type="dcterms:W3CDTF">2025-10-20T04:53:01Z</dcterms:modified>
</cp:coreProperties>
</file>